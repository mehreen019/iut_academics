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96" r:id="rId3"/>
    <p:sldMasterId id="2147483713" r:id="rId4"/>
    <p:sldMasterId id="2147483725" r:id="rId5"/>
  </p:sldMasterIdLst>
  <p:notesMasterIdLst>
    <p:notesMasterId r:id="rId129"/>
  </p:notesMasterIdLst>
  <p:sldIdLst>
    <p:sldId id="256" r:id="rId6"/>
    <p:sldId id="508" r:id="rId7"/>
    <p:sldId id="509" r:id="rId8"/>
    <p:sldId id="523" r:id="rId9"/>
    <p:sldId id="522" r:id="rId10"/>
    <p:sldId id="4487" r:id="rId11"/>
    <p:sldId id="262" r:id="rId12"/>
    <p:sldId id="375" r:id="rId13"/>
    <p:sldId id="510" r:id="rId14"/>
    <p:sldId id="4488" r:id="rId15"/>
    <p:sldId id="4492" r:id="rId16"/>
    <p:sldId id="4474" r:id="rId17"/>
    <p:sldId id="4491" r:id="rId18"/>
    <p:sldId id="4489" r:id="rId19"/>
    <p:sldId id="4479" r:id="rId20"/>
    <p:sldId id="432" r:id="rId21"/>
    <p:sldId id="433" r:id="rId22"/>
    <p:sldId id="4473" r:id="rId23"/>
    <p:sldId id="4496" r:id="rId24"/>
    <p:sldId id="384" r:id="rId25"/>
    <p:sldId id="4460" r:id="rId26"/>
    <p:sldId id="4459" r:id="rId27"/>
    <p:sldId id="4461" r:id="rId28"/>
    <p:sldId id="337" r:id="rId29"/>
    <p:sldId id="303" r:id="rId30"/>
    <p:sldId id="269" r:id="rId31"/>
    <p:sldId id="267" r:id="rId32"/>
    <p:sldId id="268" r:id="rId33"/>
    <p:sldId id="270" r:id="rId34"/>
    <p:sldId id="271" r:id="rId35"/>
    <p:sldId id="272" r:id="rId36"/>
    <p:sldId id="4513" r:id="rId37"/>
    <p:sldId id="4518" r:id="rId38"/>
    <p:sldId id="4519" r:id="rId39"/>
    <p:sldId id="4564" r:id="rId40"/>
    <p:sldId id="284" r:id="rId41"/>
    <p:sldId id="4525" r:id="rId42"/>
    <p:sldId id="4467" r:id="rId43"/>
    <p:sldId id="305" r:id="rId44"/>
    <p:sldId id="297" r:id="rId45"/>
    <p:sldId id="4497" r:id="rId46"/>
    <p:sldId id="4472" r:id="rId47"/>
    <p:sldId id="299" r:id="rId48"/>
    <p:sldId id="302" r:id="rId49"/>
    <p:sldId id="4516" r:id="rId50"/>
    <p:sldId id="4470" r:id="rId51"/>
    <p:sldId id="528" r:id="rId52"/>
    <p:sldId id="323" r:id="rId53"/>
    <p:sldId id="301" r:id="rId54"/>
    <p:sldId id="4517" r:id="rId55"/>
    <p:sldId id="4524" r:id="rId56"/>
    <p:sldId id="4526" r:id="rId57"/>
    <p:sldId id="4530" r:id="rId58"/>
    <p:sldId id="4532" r:id="rId59"/>
    <p:sldId id="4527" r:id="rId60"/>
    <p:sldId id="4531" r:id="rId61"/>
    <p:sldId id="4538" r:id="rId62"/>
    <p:sldId id="4534" r:id="rId63"/>
    <p:sldId id="4522" r:id="rId64"/>
    <p:sldId id="4521" r:id="rId65"/>
    <p:sldId id="4536" r:id="rId66"/>
    <p:sldId id="4537" r:id="rId67"/>
    <p:sldId id="4495" r:id="rId68"/>
    <p:sldId id="4541" r:id="rId69"/>
    <p:sldId id="4535" r:id="rId70"/>
    <p:sldId id="4539" r:id="rId71"/>
    <p:sldId id="4544" r:id="rId72"/>
    <p:sldId id="4545" r:id="rId73"/>
    <p:sldId id="4523" r:id="rId74"/>
    <p:sldId id="329" r:id="rId75"/>
    <p:sldId id="4547" r:id="rId76"/>
    <p:sldId id="4548" r:id="rId77"/>
    <p:sldId id="4549" r:id="rId78"/>
    <p:sldId id="4550" r:id="rId79"/>
    <p:sldId id="4551" r:id="rId80"/>
    <p:sldId id="324" r:id="rId81"/>
    <p:sldId id="4498" r:id="rId82"/>
    <p:sldId id="274" r:id="rId83"/>
    <p:sldId id="750" r:id="rId84"/>
    <p:sldId id="531" r:id="rId85"/>
    <p:sldId id="336" r:id="rId86"/>
    <p:sldId id="285" r:id="rId87"/>
    <p:sldId id="4515" r:id="rId88"/>
    <p:sldId id="4552" r:id="rId89"/>
    <p:sldId id="4499" r:id="rId90"/>
    <p:sldId id="4463" r:id="rId91"/>
    <p:sldId id="4464" r:id="rId92"/>
    <p:sldId id="4468" r:id="rId93"/>
    <p:sldId id="4465" r:id="rId94"/>
    <p:sldId id="4462" r:id="rId95"/>
    <p:sldId id="4466" r:id="rId96"/>
    <p:sldId id="4546" r:id="rId97"/>
    <p:sldId id="4500" r:id="rId98"/>
    <p:sldId id="298" r:id="rId99"/>
    <p:sldId id="288" r:id="rId100"/>
    <p:sldId id="526" r:id="rId101"/>
    <p:sldId id="4553" r:id="rId102"/>
    <p:sldId id="338" r:id="rId103"/>
    <p:sldId id="4502" r:id="rId104"/>
    <p:sldId id="333" r:id="rId105"/>
    <p:sldId id="524" r:id="rId106"/>
    <p:sldId id="4501" r:id="rId107"/>
    <p:sldId id="4509" r:id="rId108"/>
    <p:sldId id="4555" r:id="rId109"/>
    <p:sldId id="4485" r:id="rId110"/>
    <p:sldId id="4556" r:id="rId111"/>
    <p:sldId id="4557" r:id="rId112"/>
    <p:sldId id="4563" r:id="rId113"/>
    <p:sldId id="257" r:id="rId114"/>
    <p:sldId id="4482" r:id="rId115"/>
    <p:sldId id="4558" r:id="rId116"/>
    <p:sldId id="4560" r:id="rId117"/>
    <p:sldId id="4565" r:id="rId118"/>
    <p:sldId id="4561" r:id="rId119"/>
    <p:sldId id="4562" r:id="rId120"/>
    <p:sldId id="4481" r:id="rId121"/>
    <p:sldId id="4483" r:id="rId122"/>
    <p:sldId id="4559" r:id="rId123"/>
    <p:sldId id="4504" r:id="rId124"/>
    <p:sldId id="527" r:id="rId125"/>
    <p:sldId id="538" r:id="rId126"/>
    <p:sldId id="4510" r:id="rId127"/>
    <p:sldId id="4493" r:id="rId128"/>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p:cViewPr varScale="1">
        <p:scale>
          <a:sx n="105" d="100"/>
          <a:sy n="105" d="100"/>
        </p:scale>
        <p:origin x="1830"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tableStyles" Target="tableStyles.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slide" Target="slides/slide113.xml"/><Relationship Id="rId126" Type="http://schemas.openxmlformats.org/officeDocument/2006/relationships/slide" Target="slides/slide12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slide" Target="slides/slide119.xml"/><Relationship Id="rId12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viewProps" Target="view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620DD8-F61C-4876-8D1B-0035B77C8BFD}" type="doc">
      <dgm:prSet loTypeId="urn:microsoft.com/office/officeart/2005/8/layout/orgChart1" loCatId="hierarchy" qsTypeId="urn:microsoft.com/office/officeart/2005/8/quickstyle/simple1" qsCatId="simple" csTypeId="urn:microsoft.com/office/officeart/2005/8/colors/accent1_1" csCatId="accent1" phldr="1"/>
      <dgm:spPr/>
      <dgm:t>
        <a:bodyPr/>
        <a:lstStyle/>
        <a:p>
          <a:endParaRPr lang="en-US"/>
        </a:p>
      </dgm:t>
    </dgm:pt>
    <dgm:pt modelId="{1D035F6B-8266-44A6-BDD2-D13E0A3507B0}">
      <dgm:prSet phldrT="[Text]" custT="1"/>
      <dgm:spPr/>
      <dgm:t>
        <a:bodyPr/>
        <a:lstStyle/>
        <a:p>
          <a:r>
            <a:rPr lang="en-US" sz="1200" b="1" dirty="0">
              <a:solidFill>
                <a:srgbClr val="002060"/>
              </a:solidFill>
            </a:rPr>
            <a:t>Internet</a:t>
          </a:r>
        </a:p>
      </dgm:t>
    </dgm:pt>
    <dgm:pt modelId="{B152F85A-6458-42B1-9335-F2A70DEFAD92}" type="parTrans" cxnId="{392BD213-F1CF-42E4-BBAD-B8FC0387B44E}">
      <dgm:prSet/>
      <dgm:spPr/>
      <dgm:t>
        <a:bodyPr/>
        <a:lstStyle/>
        <a:p>
          <a:endParaRPr lang="en-US"/>
        </a:p>
      </dgm:t>
    </dgm:pt>
    <dgm:pt modelId="{A7CE31B5-9B1B-430A-AE5B-B1276DD12D01}" type="sibTrans" cxnId="{392BD213-F1CF-42E4-BBAD-B8FC0387B44E}">
      <dgm:prSet custT="1"/>
      <dgm:spPr/>
      <dgm:t>
        <a:bodyPr/>
        <a:lstStyle/>
        <a:p>
          <a:endParaRPr lang="en-US" sz="1000"/>
        </a:p>
      </dgm:t>
    </dgm:pt>
    <dgm:pt modelId="{2F542240-5AA1-4E60-84D5-7BC1864D90CD}" type="asst">
      <dgm:prSet phldrT="[Text]" custT="1"/>
      <dgm:spPr/>
      <dgm:t>
        <a:bodyPr/>
        <a:lstStyle/>
        <a:p>
          <a:r>
            <a:rPr lang="en-US" sz="1200" b="1" dirty="0">
              <a:solidFill>
                <a:srgbClr val="002060"/>
              </a:solidFill>
            </a:rPr>
            <a:t>TCP</a:t>
          </a:r>
        </a:p>
      </dgm:t>
    </dgm:pt>
    <dgm:pt modelId="{E461DAC4-876D-4081-B070-7A308B796A01}" type="parTrans" cxnId="{A51379BD-F026-40AD-A9B7-54DCA4AC3CDD}">
      <dgm:prSet/>
      <dgm:spPr/>
      <dgm:t>
        <a:bodyPr/>
        <a:lstStyle/>
        <a:p>
          <a:endParaRPr lang="en-US" sz="1200" b="1">
            <a:solidFill>
              <a:srgbClr val="002060"/>
            </a:solidFill>
          </a:endParaRPr>
        </a:p>
      </dgm:t>
    </dgm:pt>
    <dgm:pt modelId="{3BE51591-BE60-4870-BD3D-4ECE4EE5A514}" type="sibTrans" cxnId="{A51379BD-F026-40AD-A9B7-54DCA4AC3CDD}">
      <dgm:prSet custT="1"/>
      <dgm:spPr/>
    </dgm:pt>
    <dgm:pt modelId="{739B964C-44A6-46F4-9CF0-C64A46A1922D}">
      <dgm:prSet phldrT="[Text]" custT="1"/>
      <dgm:spPr/>
      <dgm:t>
        <a:bodyPr/>
        <a:lstStyle/>
        <a:p>
          <a:r>
            <a:rPr lang="en-US" sz="1200" b="1">
              <a:solidFill>
                <a:srgbClr val="002060"/>
              </a:solidFill>
            </a:rPr>
            <a:t>Ethernet</a:t>
          </a:r>
        </a:p>
      </dgm:t>
    </dgm:pt>
    <dgm:pt modelId="{5B51BF9C-63E4-4A66-A923-99494BAA164B}" type="parTrans" cxnId="{219495F2-A490-4CB3-8967-33EB34BC74F0}">
      <dgm:prSet/>
      <dgm:spPr/>
      <dgm:t>
        <a:bodyPr/>
        <a:lstStyle/>
        <a:p>
          <a:endParaRPr lang="en-US" sz="1200" b="1">
            <a:solidFill>
              <a:srgbClr val="002060"/>
            </a:solidFill>
          </a:endParaRPr>
        </a:p>
      </dgm:t>
    </dgm:pt>
    <dgm:pt modelId="{198C6342-A162-41B0-8FA1-648ED61A9E9B}" type="sibTrans" cxnId="{219495F2-A490-4CB3-8967-33EB34BC74F0}">
      <dgm:prSet custT="1"/>
      <dgm:spPr/>
      <dgm:t>
        <a:bodyPr/>
        <a:lstStyle/>
        <a:p>
          <a:endParaRPr lang="en-US" sz="1000"/>
        </a:p>
      </dgm:t>
    </dgm:pt>
    <dgm:pt modelId="{688DD49D-0B51-4D43-AF7D-38EA09A428F2}">
      <dgm:prSet phldrT="[Text]" custT="1"/>
      <dgm:spPr/>
      <dgm:t>
        <a:bodyPr/>
        <a:lstStyle/>
        <a:p>
          <a:r>
            <a:rPr lang="en-US" sz="1200" b="1">
              <a:solidFill>
                <a:srgbClr val="002060"/>
              </a:solidFill>
            </a:rPr>
            <a:t>Wimax based</a:t>
          </a:r>
        </a:p>
      </dgm:t>
    </dgm:pt>
    <dgm:pt modelId="{1048550E-A011-4B37-938C-7CA94A35DECF}" type="parTrans" cxnId="{AD0D0FEA-365A-46F8-A19D-48A8F37D2DD4}">
      <dgm:prSet/>
      <dgm:spPr/>
      <dgm:t>
        <a:bodyPr/>
        <a:lstStyle/>
        <a:p>
          <a:endParaRPr lang="en-US" sz="1200" b="1">
            <a:solidFill>
              <a:srgbClr val="002060"/>
            </a:solidFill>
          </a:endParaRPr>
        </a:p>
      </dgm:t>
    </dgm:pt>
    <dgm:pt modelId="{E597BFBE-607A-48E8-A4E8-2AA62E2C608E}" type="sibTrans" cxnId="{AD0D0FEA-365A-46F8-A19D-48A8F37D2DD4}">
      <dgm:prSet custT="1"/>
      <dgm:spPr/>
    </dgm:pt>
    <dgm:pt modelId="{ED1CDF24-4174-48DB-B743-2288D0386A28}">
      <dgm:prSet phldrT="[Text]" custT="1"/>
      <dgm:spPr/>
      <dgm:t>
        <a:bodyPr/>
        <a:lstStyle/>
        <a:p>
          <a:r>
            <a:rPr lang="en-US" sz="1200" b="1">
              <a:solidFill>
                <a:srgbClr val="002060"/>
              </a:solidFill>
            </a:rPr>
            <a:t>Low PAN</a:t>
          </a:r>
        </a:p>
      </dgm:t>
    </dgm:pt>
    <dgm:pt modelId="{9E194CB1-12E0-45F9-BD9A-C6DB030D2002}" type="parTrans" cxnId="{15C4AF84-E1C8-498E-8B49-F630EFB54523}">
      <dgm:prSet/>
      <dgm:spPr/>
      <dgm:t>
        <a:bodyPr/>
        <a:lstStyle/>
        <a:p>
          <a:endParaRPr lang="en-US" sz="1200" b="1">
            <a:solidFill>
              <a:srgbClr val="002060"/>
            </a:solidFill>
          </a:endParaRPr>
        </a:p>
      </dgm:t>
    </dgm:pt>
    <dgm:pt modelId="{D75E833D-DDA1-49CB-9A6E-70A6FF971706}" type="sibTrans" cxnId="{15C4AF84-E1C8-498E-8B49-F630EFB54523}">
      <dgm:prSet custT="1"/>
      <dgm:spPr/>
    </dgm:pt>
    <dgm:pt modelId="{4126C706-C381-4D33-883D-61B6591992F0}">
      <dgm:prSet custT="1"/>
      <dgm:spPr/>
      <dgm:t>
        <a:bodyPr/>
        <a:lstStyle/>
        <a:p>
          <a:r>
            <a:rPr lang="en-US" sz="1200" b="1" dirty="0">
              <a:solidFill>
                <a:srgbClr val="002060"/>
              </a:solidFill>
            </a:rPr>
            <a:t>Wi-Fi based</a:t>
          </a:r>
        </a:p>
      </dgm:t>
    </dgm:pt>
    <dgm:pt modelId="{8E3AB151-39B6-4A32-AB6A-95B145010AF8}" type="parTrans" cxnId="{281F6189-EB75-4EFF-96F3-0F1F0C3E1235}">
      <dgm:prSet/>
      <dgm:spPr/>
      <dgm:t>
        <a:bodyPr/>
        <a:lstStyle/>
        <a:p>
          <a:endParaRPr lang="en-US" sz="1200" b="1">
            <a:solidFill>
              <a:srgbClr val="002060"/>
            </a:solidFill>
          </a:endParaRPr>
        </a:p>
      </dgm:t>
    </dgm:pt>
    <dgm:pt modelId="{23945CD9-D86C-4AA7-B533-B1BEDB691E7D}" type="sibTrans" cxnId="{281F6189-EB75-4EFF-96F3-0F1F0C3E1235}">
      <dgm:prSet custT="1"/>
      <dgm:spPr/>
      <dgm:t>
        <a:bodyPr/>
        <a:lstStyle/>
        <a:p>
          <a:endParaRPr lang="en-US" sz="1000"/>
        </a:p>
      </dgm:t>
    </dgm:pt>
    <dgm:pt modelId="{EEB062F2-C423-4B0B-8A1D-B16BB2B0F5DE}">
      <dgm:prSet custT="1"/>
      <dgm:spPr/>
      <dgm:t>
        <a:bodyPr/>
        <a:lstStyle/>
        <a:p>
          <a:r>
            <a:rPr lang="en-US" sz="1200" b="1">
              <a:solidFill>
                <a:srgbClr val="002060"/>
              </a:solidFill>
            </a:rPr>
            <a:t>Cellular Network</a:t>
          </a:r>
        </a:p>
      </dgm:t>
    </dgm:pt>
    <dgm:pt modelId="{A590B170-C89E-4E99-8D5E-549608A39D3E}" type="parTrans" cxnId="{96A3884D-E3CA-40F5-A482-EC3952D72A8F}">
      <dgm:prSet/>
      <dgm:spPr/>
      <dgm:t>
        <a:bodyPr/>
        <a:lstStyle/>
        <a:p>
          <a:endParaRPr lang="en-US" sz="1200" b="1">
            <a:solidFill>
              <a:srgbClr val="002060"/>
            </a:solidFill>
          </a:endParaRPr>
        </a:p>
      </dgm:t>
    </dgm:pt>
    <dgm:pt modelId="{66056AC3-4611-4BE0-8FAA-26F9DD60169E}" type="sibTrans" cxnId="{96A3884D-E3CA-40F5-A482-EC3952D72A8F}">
      <dgm:prSet custT="1"/>
      <dgm:spPr/>
      <dgm:t>
        <a:bodyPr/>
        <a:lstStyle/>
        <a:p>
          <a:endParaRPr lang="en-US" sz="1000"/>
        </a:p>
      </dgm:t>
    </dgm:pt>
    <dgm:pt modelId="{0B4538C8-5D4D-4D48-B698-1042BDAEF8B8}" type="asst">
      <dgm:prSet custT="1"/>
      <dgm:spPr/>
      <dgm:t>
        <a:bodyPr/>
        <a:lstStyle/>
        <a:p>
          <a:r>
            <a:rPr lang="en-US" sz="1200" b="1" dirty="0">
              <a:solidFill>
                <a:srgbClr val="002060"/>
              </a:solidFill>
            </a:rPr>
            <a:t>IP</a:t>
          </a:r>
        </a:p>
      </dgm:t>
    </dgm:pt>
    <dgm:pt modelId="{696CC086-60B3-4C4C-991E-B14E01929C5D}" type="parTrans" cxnId="{2BFB8BA0-30FD-4516-BE99-6273219C2E6A}">
      <dgm:prSet/>
      <dgm:spPr/>
      <dgm:t>
        <a:bodyPr/>
        <a:lstStyle/>
        <a:p>
          <a:endParaRPr lang="en-US" sz="1200" b="1">
            <a:solidFill>
              <a:srgbClr val="002060"/>
            </a:solidFill>
          </a:endParaRPr>
        </a:p>
      </dgm:t>
    </dgm:pt>
    <dgm:pt modelId="{79BA1164-4D6F-42F7-83CD-6A476AADAC86}" type="sibTrans" cxnId="{2BFB8BA0-30FD-4516-BE99-6273219C2E6A}">
      <dgm:prSet custT="1"/>
      <dgm:spPr/>
    </dgm:pt>
    <dgm:pt modelId="{120DEFE9-E9C0-4EE1-9D44-337633F0E42C}">
      <dgm:prSet custT="1"/>
      <dgm:spPr/>
      <dgm:t>
        <a:bodyPr/>
        <a:lstStyle/>
        <a:p>
          <a:r>
            <a:rPr lang="en-US" sz="1200" b="1" dirty="0">
              <a:solidFill>
                <a:srgbClr val="002060"/>
              </a:solidFill>
            </a:rPr>
            <a:t>Access Networks</a:t>
          </a:r>
        </a:p>
      </dgm:t>
    </dgm:pt>
    <dgm:pt modelId="{FDCC33FB-FA7A-4E87-A07C-AEFA9E42285E}" type="parTrans" cxnId="{B4B9D78C-5009-4468-B92A-46588F90404D}">
      <dgm:prSet/>
      <dgm:spPr/>
      <dgm:t>
        <a:bodyPr/>
        <a:lstStyle/>
        <a:p>
          <a:endParaRPr lang="en-US" sz="1200" b="1">
            <a:solidFill>
              <a:srgbClr val="002060"/>
            </a:solidFill>
          </a:endParaRPr>
        </a:p>
      </dgm:t>
    </dgm:pt>
    <dgm:pt modelId="{71C07597-AA56-48B3-9185-E919F0E3833B}" type="sibTrans" cxnId="{B4B9D78C-5009-4468-B92A-46588F90404D}">
      <dgm:prSet custT="1"/>
      <dgm:spPr/>
      <dgm:t>
        <a:bodyPr/>
        <a:lstStyle/>
        <a:p>
          <a:endParaRPr lang="en-US" sz="1000"/>
        </a:p>
      </dgm:t>
    </dgm:pt>
    <dgm:pt modelId="{742B9E4F-97C8-4D95-BE86-BD5500CC6CFD}">
      <dgm:prSet custT="1"/>
      <dgm:spPr/>
      <dgm:t>
        <a:bodyPr/>
        <a:lstStyle/>
        <a:p>
          <a:r>
            <a:rPr lang="en-US" sz="1200" b="1">
              <a:solidFill>
                <a:srgbClr val="002060"/>
              </a:solidFill>
            </a:rPr>
            <a:t>Wireless Lan</a:t>
          </a:r>
        </a:p>
      </dgm:t>
    </dgm:pt>
    <dgm:pt modelId="{3C9FFCA9-FED9-47D5-9A0D-B2A934BC4F39}" type="parTrans" cxnId="{0804E54A-67F1-49DB-B39C-F4CAFA5208AD}">
      <dgm:prSet/>
      <dgm:spPr/>
      <dgm:t>
        <a:bodyPr/>
        <a:lstStyle/>
        <a:p>
          <a:endParaRPr lang="en-US" sz="1200" b="1">
            <a:solidFill>
              <a:srgbClr val="002060"/>
            </a:solidFill>
          </a:endParaRPr>
        </a:p>
      </dgm:t>
    </dgm:pt>
    <dgm:pt modelId="{41BB3AAF-234B-4721-84BF-48CBA6DB00BD}" type="sibTrans" cxnId="{0804E54A-67F1-49DB-B39C-F4CAFA5208AD}">
      <dgm:prSet custT="1"/>
      <dgm:spPr/>
      <dgm:t>
        <a:bodyPr/>
        <a:lstStyle/>
        <a:p>
          <a:endParaRPr lang="en-US" sz="1000"/>
        </a:p>
      </dgm:t>
    </dgm:pt>
    <dgm:pt modelId="{4E1F3E0F-2BC5-4CA1-A4E5-950086627854}">
      <dgm:prSet custT="1"/>
      <dgm:spPr/>
      <dgm:t>
        <a:bodyPr/>
        <a:lstStyle/>
        <a:p>
          <a:r>
            <a:rPr lang="en-US" sz="1200" b="1" dirty="0">
              <a:solidFill>
                <a:srgbClr val="002060"/>
              </a:solidFill>
            </a:rPr>
            <a:t>Mesh Network</a:t>
          </a:r>
        </a:p>
      </dgm:t>
    </dgm:pt>
    <dgm:pt modelId="{5478EB60-43C7-4B93-B7FE-F8695D4B1166}" type="parTrans" cxnId="{FB696EB9-A56A-4350-A9DE-C469D9C46ABB}">
      <dgm:prSet/>
      <dgm:spPr/>
      <dgm:t>
        <a:bodyPr/>
        <a:lstStyle/>
        <a:p>
          <a:endParaRPr lang="en-US" sz="1200" b="1">
            <a:solidFill>
              <a:srgbClr val="002060"/>
            </a:solidFill>
          </a:endParaRPr>
        </a:p>
      </dgm:t>
    </dgm:pt>
    <dgm:pt modelId="{0EBE0C0A-199C-49DA-9250-B64DC7DD396E}" type="sibTrans" cxnId="{FB696EB9-A56A-4350-A9DE-C469D9C46ABB}">
      <dgm:prSet custT="1"/>
      <dgm:spPr/>
    </dgm:pt>
    <dgm:pt modelId="{E6938E9B-8EF9-41F5-8CFA-C4BAF0624F2B}">
      <dgm:prSet custT="1"/>
      <dgm:spPr/>
      <dgm:t>
        <a:bodyPr/>
        <a:lstStyle/>
        <a:p>
          <a:r>
            <a:rPr lang="en-US" sz="1200" b="1">
              <a:solidFill>
                <a:srgbClr val="002060"/>
              </a:solidFill>
            </a:rPr>
            <a:t>ICN/DTN</a:t>
          </a:r>
        </a:p>
      </dgm:t>
    </dgm:pt>
    <dgm:pt modelId="{46972C33-12E5-4DE5-B6AE-6DE8F3C1EC67}" type="parTrans" cxnId="{AE167E2C-AE2F-4BB2-85E0-DEB3CCF34DB8}">
      <dgm:prSet/>
      <dgm:spPr/>
      <dgm:t>
        <a:bodyPr/>
        <a:lstStyle/>
        <a:p>
          <a:endParaRPr lang="en-US" sz="1200" b="1">
            <a:solidFill>
              <a:srgbClr val="002060"/>
            </a:solidFill>
          </a:endParaRPr>
        </a:p>
      </dgm:t>
    </dgm:pt>
    <dgm:pt modelId="{A8A97607-8494-464D-9FCD-CA3EEB8EF000}" type="sibTrans" cxnId="{AE167E2C-AE2F-4BB2-85E0-DEB3CCF34DB8}">
      <dgm:prSet custT="1"/>
      <dgm:spPr/>
      <dgm:t>
        <a:bodyPr/>
        <a:lstStyle/>
        <a:p>
          <a:endParaRPr lang="en-US" sz="1000"/>
        </a:p>
      </dgm:t>
    </dgm:pt>
    <dgm:pt modelId="{C4FE55DC-97FF-4AEB-9FDB-FC175A326B68}">
      <dgm:prSet custT="1"/>
      <dgm:spPr/>
      <dgm:t>
        <a:bodyPr/>
        <a:lstStyle/>
        <a:p>
          <a:r>
            <a:rPr lang="en-US" sz="1200" b="1">
              <a:solidFill>
                <a:srgbClr val="002060"/>
              </a:solidFill>
            </a:rPr>
            <a:t>VANET</a:t>
          </a:r>
        </a:p>
      </dgm:t>
    </dgm:pt>
    <dgm:pt modelId="{FF688840-F95B-4E99-8DB6-5B0356B3C7AF}" type="parTrans" cxnId="{C399AE7D-E1EF-4390-944A-1B4570046DF1}">
      <dgm:prSet/>
      <dgm:spPr/>
      <dgm:t>
        <a:bodyPr/>
        <a:lstStyle/>
        <a:p>
          <a:endParaRPr lang="en-US" sz="1200" b="1">
            <a:solidFill>
              <a:srgbClr val="002060"/>
            </a:solidFill>
          </a:endParaRPr>
        </a:p>
      </dgm:t>
    </dgm:pt>
    <dgm:pt modelId="{8E1DC349-8FDF-4025-8AF7-3BE4281800FB}" type="sibTrans" cxnId="{C399AE7D-E1EF-4390-944A-1B4570046DF1}">
      <dgm:prSet custT="1"/>
      <dgm:spPr/>
      <dgm:t>
        <a:bodyPr/>
        <a:lstStyle/>
        <a:p>
          <a:endParaRPr lang="en-US" sz="1000"/>
        </a:p>
      </dgm:t>
    </dgm:pt>
    <dgm:pt modelId="{6B6A0BCE-0777-4DB3-9719-BA7CE1E7D9D8}">
      <dgm:prSet custT="1"/>
      <dgm:spPr/>
      <dgm:t>
        <a:bodyPr/>
        <a:lstStyle/>
        <a:p>
          <a:r>
            <a:rPr lang="en-US" sz="1200" b="1">
              <a:solidFill>
                <a:srgbClr val="002060"/>
              </a:solidFill>
            </a:rPr>
            <a:t>WSN</a:t>
          </a:r>
        </a:p>
      </dgm:t>
    </dgm:pt>
    <dgm:pt modelId="{3F221EB8-D546-415C-96B4-5DB20D3E5B6B}" type="parTrans" cxnId="{411504DB-DB87-4818-922B-059C112F655B}">
      <dgm:prSet/>
      <dgm:spPr/>
      <dgm:t>
        <a:bodyPr/>
        <a:lstStyle/>
        <a:p>
          <a:endParaRPr lang="en-US" sz="1200" b="1">
            <a:solidFill>
              <a:srgbClr val="002060"/>
            </a:solidFill>
          </a:endParaRPr>
        </a:p>
      </dgm:t>
    </dgm:pt>
    <dgm:pt modelId="{F2D860D1-98B9-424F-B8D5-E729886526A1}" type="sibTrans" cxnId="{411504DB-DB87-4818-922B-059C112F655B}">
      <dgm:prSet custT="1"/>
      <dgm:spPr/>
      <dgm:t>
        <a:bodyPr/>
        <a:lstStyle/>
        <a:p>
          <a:endParaRPr lang="en-US" sz="1000"/>
        </a:p>
      </dgm:t>
    </dgm:pt>
    <dgm:pt modelId="{3DF1C53F-E444-4232-B0B2-CD44376756C1}">
      <dgm:prSet custT="1"/>
      <dgm:spPr/>
      <dgm:t>
        <a:bodyPr/>
        <a:lstStyle/>
        <a:p>
          <a:r>
            <a:rPr lang="en-US" sz="1200" b="1">
              <a:solidFill>
                <a:srgbClr val="002060"/>
              </a:solidFill>
            </a:rPr>
            <a:t>3G Cellular Data Network</a:t>
          </a:r>
        </a:p>
      </dgm:t>
    </dgm:pt>
    <dgm:pt modelId="{899B04E4-7618-4CD5-AB8A-9AA2D9F3CF8D}" type="parTrans" cxnId="{80BF8DE5-8923-4ED1-98E1-F7D5B558352E}">
      <dgm:prSet/>
      <dgm:spPr/>
      <dgm:t>
        <a:bodyPr/>
        <a:lstStyle/>
        <a:p>
          <a:endParaRPr lang="en-US" sz="2800" b="1">
            <a:solidFill>
              <a:srgbClr val="002060"/>
            </a:solidFill>
          </a:endParaRPr>
        </a:p>
      </dgm:t>
    </dgm:pt>
    <dgm:pt modelId="{18F698A6-6586-46BF-95D6-370C8CB84FD2}" type="sibTrans" cxnId="{80BF8DE5-8923-4ED1-98E1-F7D5B558352E}">
      <dgm:prSet/>
      <dgm:spPr/>
      <dgm:t>
        <a:bodyPr/>
        <a:lstStyle/>
        <a:p>
          <a:endParaRPr lang="en-US"/>
        </a:p>
      </dgm:t>
    </dgm:pt>
    <dgm:pt modelId="{58FB1C6D-5ECA-43AB-A988-BB9C5117B068}" type="pres">
      <dgm:prSet presAssocID="{80620DD8-F61C-4876-8D1B-0035B77C8BFD}" presName="hierChild1" presStyleCnt="0">
        <dgm:presLayoutVars>
          <dgm:orgChart val="1"/>
          <dgm:chPref val="1"/>
          <dgm:dir/>
          <dgm:animOne val="branch"/>
          <dgm:animLvl val="lvl"/>
          <dgm:resizeHandles/>
        </dgm:presLayoutVars>
      </dgm:prSet>
      <dgm:spPr/>
    </dgm:pt>
    <dgm:pt modelId="{B525E329-ADDC-4E33-91A8-3C469B99F3B2}" type="pres">
      <dgm:prSet presAssocID="{1D035F6B-8266-44A6-BDD2-D13E0A3507B0}" presName="hierRoot1" presStyleCnt="0">
        <dgm:presLayoutVars>
          <dgm:hierBranch val="init"/>
        </dgm:presLayoutVars>
      </dgm:prSet>
      <dgm:spPr/>
    </dgm:pt>
    <dgm:pt modelId="{5FA07542-44F4-44F3-AE5B-8640A6DE5F91}" type="pres">
      <dgm:prSet presAssocID="{1D035F6B-8266-44A6-BDD2-D13E0A3507B0}" presName="rootComposite1" presStyleCnt="0"/>
      <dgm:spPr/>
    </dgm:pt>
    <dgm:pt modelId="{3931D338-BC84-4E08-B7F5-6BCFCE785064}" type="pres">
      <dgm:prSet presAssocID="{1D035F6B-8266-44A6-BDD2-D13E0A3507B0}" presName="rootText1" presStyleLbl="node0" presStyleIdx="0" presStyleCnt="1" custScaleX="439956" custLinFactY="-10810" custLinFactNeighborX="-3793" custLinFactNeighborY="-100000">
        <dgm:presLayoutVars>
          <dgm:chPref val="3"/>
        </dgm:presLayoutVars>
      </dgm:prSet>
      <dgm:spPr/>
    </dgm:pt>
    <dgm:pt modelId="{E4705828-3F8B-49CF-AD71-6CE808864904}" type="pres">
      <dgm:prSet presAssocID="{1D035F6B-8266-44A6-BDD2-D13E0A3507B0}" presName="rootConnector1" presStyleLbl="node1" presStyleIdx="0" presStyleCnt="0"/>
      <dgm:spPr/>
    </dgm:pt>
    <dgm:pt modelId="{77CBE6DA-270B-4ED8-A661-87E569A7C1D8}" type="pres">
      <dgm:prSet presAssocID="{1D035F6B-8266-44A6-BDD2-D13E0A3507B0}" presName="hierChild2" presStyleCnt="0"/>
      <dgm:spPr/>
    </dgm:pt>
    <dgm:pt modelId="{415CF3D2-8440-4689-82E4-5D326D38387E}" type="pres">
      <dgm:prSet presAssocID="{5B51BF9C-63E4-4A66-A923-99494BAA164B}" presName="Name37" presStyleLbl="parChTrans1D2" presStyleIdx="0" presStyleCnt="8"/>
      <dgm:spPr/>
    </dgm:pt>
    <dgm:pt modelId="{502751E4-9B43-426C-95E3-CA82FB957DED}" type="pres">
      <dgm:prSet presAssocID="{739B964C-44A6-46F4-9CF0-C64A46A1922D}" presName="hierRoot2" presStyleCnt="0">
        <dgm:presLayoutVars>
          <dgm:hierBranch val="init"/>
        </dgm:presLayoutVars>
      </dgm:prSet>
      <dgm:spPr/>
    </dgm:pt>
    <dgm:pt modelId="{8023216D-4490-414F-9AA0-03CA9CA37A26}" type="pres">
      <dgm:prSet presAssocID="{739B964C-44A6-46F4-9CF0-C64A46A1922D}" presName="rootComposite" presStyleCnt="0"/>
      <dgm:spPr/>
    </dgm:pt>
    <dgm:pt modelId="{0405B7B1-D2AB-47B6-B0E7-822DEDF75059}" type="pres">
      <dgm:prSet presAssocID="{739B964C-44A6-46F4-9CF0-C64A46A1922D}" presName="rootText" presStyleLbl="node2" presStyleIdx="0" presStyleCnt="6">
        <dgm:presLayoutVars>
          <dgm:chPref val="3"/>
        </dgm:presLayoutVars>
      </dgm:prSet>
      <dgm:spPr/>
    </dgm:pt>
    <dgm:pt modelId="{F5F5FE3C-0683-4C30-B195-820651A0CA65}" type="pres">
      <dgm:prSet presAssocID="{739B964C-44A6-46F4-9CF0-C64A46A1922D}" presName="rootConnector" presStyleLbl="node2" presStyleIdx="0" presStyleCnt="6"/>
      <dgm:spPr/>
    </dgm:pt>
    <dgm:pt modelId="{E5EFB385-5619-49E3-94C6-C4489D8C8E77}" type="pres">
      <dgm:prSet presAssocID="{739B964C-44A6-46F4-9CF0-C64A46A1922D}" presName="hierChild4" presStyleCnt="0"/>
      <dgm:spPr/>
    </dgm:pt>
    <dgm:pt modelId="{24788AB0-F781-469F-A297-E3DFA814A78E}" type="pres">
      <dgm:prSet presAssocID="{739B964C-44A6-46F4-9CF0-C64A46A1922D}" presName="hierChild5" presStyleCnt="0"/>
      <dgm:spPr/>
    </dgm:pt>
    <dgm:pt modelId="{67FABD41-AAAA-4027-B3F5-D9428FE9184F}" type="pres">
      <dgm:prSet presAssocID="{8E3AB151-39B6-4A32-AB6A-95B145010AF8}" presName="Name37" presStyleLbl="parChTrans1D2" presStyleIdx="1" presStyleCnt="8"/>
      <dgm:spPr/>
    </dgm:pt>
    <dgm:pt modelId="{69880867-81F2-4B4E-8698-ACF56600226E}" type="pres">
      <dgm:prSet presAssocID="{4126C706-C381-4D33-883D-61B6591992F0}" presName="hierRoot2" presStyleCnt="0">
        <dgm:presLayoutVars>
          <dgm:hierBranch val="init"/>
        </dgm:presLayoutVars>
      </dgm:prSet>
      <dgm:spPr/>
    </dgm:pt>
    <dgm:pt modelId="{F0658CDB-C400-4AC9-974B-13DB379F2C83}" type="pres">
      <dgm:prSet presAssocID="{4126C706-C381-4D33-883D-61B6591992F0}" presName="rootComposite" presStyleCnt="0"/>
      <dgm:spPr/>
    </dgm:pt>
    <dgm:pt modelId="{A60489DE-CA27-4B25-B3A6-939E0E8C96CE}" type="pres">
      <dgm:prSet presAssocID="{4126C706-C381-4D33-883D-61B6591992F0}" presName="rootText" presStyleLbl="node2" presStyleIdx="1" presStyleCnt="6">
        <dgm:presLayoutVars>
          <dgm:chPref val="3"/>
        </dgm:presLayoutVars>
      </dgm:prSet>
      <dgm:spPr/>
    </dgm:pt>
    <dgm:pt modelId="{C7E5316B-328E-40A5-9CE0-4C32168DB246}" type="pres">
      <dgm:prSet presAssocID="{4126C706-C381-4D33-883D-61B6591992F0}" presName="rootConnector" presStyleLbl="node2" presStyleIdx="1" presStyleCnt="6"/>
      <dgm:spPr/>
    </dgm:pt>
    <dgm:pt modelId="{B71C23EE-1B9A-466B-8B9F-BC7999945A3A}" type="pres">
      <dgm:prSet presAssocID="{4126C706-C381-4D33-883D-61B6591992F0}" presName="hierChild4" presStyleCnt="0"/>
      <dgm:spPr/>
    </dgm:pt>
    <dgm:pt modelId="{0E989B30-77FF-4D3D-B43B-BEFD683B2797}" type="pres">
      <dgm:prSet presAssocID="{3C9FFCA9-FED9-47D5-9A0D-B2A934BC4F39}" presName="Name37" presStyleLbl="parChTrans1D3" presStyleIdx="0" presStyleCnt="4"/>
      <dgm:spPr/>
    </dgm:pt>
    <dgm:pt modelId="{B357D2E2-C848-47AA-A927-A6592CC599C2}" type="pres">
      <dgm:prSet presAssocID="{742B9E4F-97C8-4D95-BE86-BD5500CC6CFD}" presName="hierRoot2" presStyleCnt="0">
        <dgm:presLayoutVars>
          <dgm:hierBranch val="init"/>
        </dgm:presLayoutVars>
      </dgm:prSet>
      <dgm:spPr/>
    </dgm:pt>
    <dgm:pt modelId="{519E00CF-D337-4519-85AC-51E74F704F6D}" type="pres">
      <dgm:prSet presAssocID="{742B9E4F-97C8-4D95-BE86-BD5500CC6CFD}" presName="rootComposite" presStyleCnt="0"/>
      <dgm:spPr/>
    </dgm:pt>
    <dgm:pt modelId="{D424C9D4-83F1-4C43-A19B-E99BEB115515}" type="pres">
      <dgm:prSet presAssocID="{742B9E4F-97C8-4D95-BE86-BD5500CC6CFD}" presName="rootText" presStyleLbl="node3" presStyleIdx="0" presStyleCnt="4">
        <dgm:presLayoutVars>
          <dgm:chPref val="3"/>
        </dgm:presLayoutVars>
      </dgm:prSet>
      <dgm:spPr/>
    </dgm:pt>
    <dgm:pt modelId="{EF013343-B8DD-4951-824F-902CDB891D98}" type="pres">
      <dgm:prSet presAssocID="{742B9E4F-97C8-4D95-BE86-BD5500CC6CFD}" presName="rootConnector" presStyleLbl="node3" presStyleIdx="0" presStyleCnt="4"/>
      <dgm:spPr/>
    </dgm:pt>
    <dgm:pt modelId="{6541D2A5-860A-4C62-99A3-685CF9A44A12}" type="pres">
      <dgm:prSet presAssocID="{742B9E4F-97C8-4D95-BE86-BD5500CC6CFD}" presName="hierChild4" presStyleCnt="0"/>
      <dgm:spPr/>
    </dgm:pt>
    <dgm:pt modelId="{F0228598-70F7-4BAB-AEF1-E54AB93ED5FA}" type="pres">
      <dgm:prSet presAssocID="{742B9E4F-97C8-4D95-BE86-BD5500CC6CFD}" presName="hierChild5" presStyleCnt="0"/>
      <dgm:spPr/>
    </dgm:pt>
    <dgm:pt modelId="{3E857779-ABCA-4C4F-B51A-AA31B9822C0C}" type="pres">
      <dgm:prSet presAssocID="{5478EB60-43C7-4B93-B7FE-F8695D4B1166}" presName="Name37" presStyleLbl="parChTrans1D3" presStyleIdx="1" presStyleCnt="4"/>
      <dgm:spPr/>
    </dgm:pt>
    <dgm:pt modelId="{FE4C071B-E095-407D-A792-F9526B5F5488}" type="pres">
      <dgm:prSet presAssocID="{4E1F3E0F-2BC5-4CA1-A4E5-950086627854}" presName="hierRoot2" presStyleCnt="0">
        <dgm:presLayoutVars>
          <dgm:hierBranch val="init"/>
        </dgm:presLayoutVars>
      </dgm:prSet>
      <dgm:spPr/>
    </dgm:pt>
    <dgm:pt modelId="{137844C4-F629-47C0-BD16-7554A88ECC9B}" type="pres">
      <dgm:prSet presAssocID="{4E1F3E0F-2BC5-4CA1-A4E5-950086627854}" presName="rootComposite" presStyleCnt="0"/>
      <dgm:spPr/>
    </dgm:pt>
    <dgm:pt modelId="{EBAE5922-9C03-4F93-B132-73D7C92324F8}" type="pres">
      <dgm:prSet presAssocID="{4E1F3E0F-2BC5-4CA1-A4E5-950086627854}" presName="rootText" presStyleLbl="node3" presStyleIdx="1" presStyleCnt="4">
        <dgm:presLayoutVars>
          <dgm:chPref val="3"/>
        </dgm:presLayoutVars>
      </dgm:prSet>
      <dgm:spPr/>
    </dgm:pt>
    <dgm:pt modelId="{D0684C46-6675-46D3-A0E5-26796108F37E}" type="pres">
      <dgm:prSet presAssocID="{4E1F3E0F-2BC5-4CA1-A4E5-950086627854}" presName="rootConnector" presStyleLbl="node3" presStyleIdx="1" presStyleCnt="4"/>
      <dgm:spPr/>
    </dgm:pt>
    <dgm:pt modelId="{FD69E41B-1684-4D22-9541-1FEA37EA3D37}" type="pres">
      <dgm:prSet presAssocID="{4E1F3E0F-2BC5-4CA1-A4E5-950086627854}" presName="hierChild4" presStyleCnt="0"/>
      <dgm:spPr/>
    </dgm:pt>
    <dgm:pt modelId="{4780A779-6F8F-4CC8-A411-196C5684E379}" type="pres">
      <dgm:prSet presAssocID="{46972C33-12E5-4DE5-B6AE-6DE8F3C1EC67}" presName="Name37" presStyleLbl="parChTrans1D4" presStyleIdx="0" presStyleCnt="2"/>
      <dgm:spPr/>
    </dgm:pt>
    <dgm:pt modelId="{239F62CB-E705-4D78-B19E-EB0E7F2FDF6B}" type="pres">
      <dgm:prSet presAssocID="{E6938E9B-8EF9-41F5-8CFA-C4BAF0624F2B}" presName="hierRoot2" presStyleCnt="0">
        <dgm:presLayoutVars>
          <dgm:hierBranch val="init"/>
        </dgm:presLayoutVars>
      </dgm:prSet>
      <dgm:spPr/>
    </dgm:pt>
    <dgm:pt modelId="{C0291471-284F-4E25-BD0A-32B15B85A09F}" type="pres">
      <dgm:prSet presAssocID="{E6938E9B-8EF9-41F5-8CFA-C4BAF0624F2B}" presName="rootComposite" presStyleCnt="0"/>
      <dgm:spPr/>
    </dgm:pt>
    <dgm:pt modelId="{E45CA7C4-37D9-4B63-8344-404871F2BEB8}" type="pres">
      <dgm:prSet presAssocID="{E6938E9B-8EF9-41F5-8CFA-C4BAF0624F2B}" presName="rootText" presStyleLbl="node4" presStyleIdx="0" presStyleCnt="2">
        <dgm:presLayoutVars>
          <dgm:chPref val="3"/>
        </dgm:presLayoutVars>
      </dgm:prSet>
      <dgm:spPr/>
    </dgm:pt>
    <dgm:pt modelId="{CF4B3834-E9D4-4CAB-AD0A-1239E826A9CD}" type="pres">
      <dgm:prSet presAssocID="{E6938E9B-8EF9-41F5-8CFA-C4BAF0624F2B}" presName="rootConnector" presStyleLbl="node4" presStyleIdx="0" presStyleCnt="2"/>
      <dgm:spPr/>
    </dgm:pt>
    <dgm:pt modelId="{BD436D95-E084-446A-87CA-0A86C47540D6}" type="pres">
      <dgm:prSet presAssocID="{E6938E9B-8EF9-41F5-8CFA-C4BAF0624F2B}" presName="hierChild4" presStyleCnt="0"/>
      <dgm:spPr/>
    </dgm:pt>
    <dgm:pt modelId="{D2FFE858-C089-499E-AB86-E315D3850C38}" type="pres">
      <dgm:prSet presAssocID="{E6938E9B-8EF9-41F5-8CFA-C4BAF0624F2B}" presName="hierChild5" presStyleCnt="0"/>
      <dgm:spPr/>
    </dgm:pt>
    <dgm:pt modelId="{4D20C190-424C-4022-BA6A-98181D19DAAE}" type="pres">
      <dgm:prSet presAssocID="{FF688840-F95B-4E99-8DB6-5B0356B3C7AF}" presName="Name37" presStyleLbl="parChTrans1D4" presStyleIdx="1" presStyleCnt="2"/>
      <dgm:spPr/>
    </dgm:pt>
    <dgm:pt modelId="{13376889-10DB-4434-897F-62C07E1EDD7F}" type="pres">
      <dgm:prSet presAssocID="{C4FE55DC-97FF-4AEB-9FDB-FC175A326B68}" presName="hierRoot2" presStyleCnt="0">
        <dgm:presLayoutVars>
          <dgm:hierBranch val="init"/>
        </dgm:presLayoutVars>
      </dgm:prSet>
      <dgm:spPr/>
    </dgm:pt>
    <dgm:pt modelId="{836492C3-25A9-4C6B-B5C7-9B909288565D}" type="pres">
      <dgm:prSet presAssocID="{C4FE55DC-97FF-4AEB-9FDB-FC175A326B68}" presName="rootComposite" presStyleCnt="0"/>
      <dgm:spPr/>
    </dgm:pt>
    <dgm:pt modelId="{CD0B6518-FB26-4E08-9A5C-824EFE7F264F}" type="pres">
      <dgm:prSet presAssocID="{C4FE55DC-97FF-4AEB-9FDB-FC175A326B68}" presName="rootText" presStyleLbl="node4" presStyleIdx="1" presStyleCnt="2">
        <dgm:presLayoutVars>
          <dgm:chPref val="3"/>
        </dgm:presLayoutVars>
      </dgm:prSet>
      <dgm:spPr/>
    </dgm:pt>
    <dgm:pt modelId="{D0BF5C09-A9C8-46CD-B8E7-044ED8EE2DE9}" type="pres">
      <dgm:prSet presAssocID="{C4FE55DC-97FF-4AEB-9FDB-FC175A326B68}" presName="rootConnector" presStyleLbl="node4" presStyleIdx="1" presStyleCnt="2"/>
      <dgm:spPr/>
    </dgm:pt>
    <dgm:pt modelId="{7BCA38EE-B47C-4EF6-8C88-2BC598BA8BB5}" type="pres">
      <dgm:prSet presAssocID="{C4FE55DC-97FF-4AEB-9FDB-FC175A326B68}" presName="hierChild4" presStyleCnt="0"/>
      <dgm:spPr/>
    </dgm:pt>
    <dgm:pt modelId="{0E1267B8-F95C-429B-8B15-DF66971EA476}" type="pres">
      <dgm:prSet presAssocID="{C4FE55DC-97FF-4AEB-9FDB-FC175A326B68}" presName="hierChild5" presStyleCnt="0"/>
      <dgm:spPr/>
    </dgm:pt>
    <dgm:pt modelId="{81D16155-CAAB-4A66-BCB9-F6EAA87190A2}" type="pres">
      <dgm:prSet presAssocID="{4E1F3E0F-2BC5-4CA1-A4E5-950086627854}" presName="hierChild5" presStyleCnt="0"/>
      <dgm:spPr/>
    </dgm:pt>
    <dgm:pt modelId="{140B6F84-433A-4920-9F9D-3459A0609825}" type="pres">
      <dgm:prSet presAssocID="{4126C706-C381-4D33-883D-61B6591992F0}" presName="hierChild5" presStyleCnt="0"/>
      <dgm:spPr/>
    </dgm:pt>
    <dgm:pt modelId="{066B91F1-B49E-420D-991B-8EA10F362C5A}" type="pres">
      <dgm:prSet presAssocID="{1048550E-A011-4B37-938C-7CA94A35DECF}" presName="Name37" presStyleLbl="parChTrans1D2" presStyleIdx="2" presStyleCnt="8"/>
      <dgm:spPr/>
    </dgm:pt>
    <dgm:pt modelId="{916E2F95-F812-49B0-A13D-748D2F2845D8}" type="pres">
      <dgm:prSet presAssocID="{688DD49D-0B51-4D43-AF7D-38EA09A428F2}" presName="hierRoot2" presStyleCnt="0">
        <dgm:presLayoutVars>
          <dgm:hierBranch val="init"/>
        </dgm:presLayoutVars>
      </dgm:prSet>
      <dgm:spPr/>
    </dgm:pt>
    <dgm:pt modelId="{DF3A47D6-3F37-421A-82BD-6AC348AB218D}" type="pres">
      <dgm:prSet presAssocID="{688DD49D-0B51-4D43-AF7D-38EA09A428F2}" presName="rootComposite" presStyleCnt="0"/>
      <dgm:spPr/>
    </dgm:pt>
    <dgm:pt modelId="{7E685FC7-A542-4137-AA1B-9302A35C2321}" type="pres">
      <dgm:prSet presAssocID="{688DD49D-0B51-4D43-AF7D-38EA09A428F2}" presName="rootText" presStyleLbl="node2" presStyleIdx="2" presStyleCnt="6">
        <dgm:presLayoutVars>
          <dgm:chPref val="3"/>
        </dgm:presLayoutVars>
      </dgm:prSet>
      <dgm:spPr/>
    </dgm:pt>
    <dgm:pt modelId="{EC826658-BAD3-4781-91BD-FB503C5A9ADA}" type="pres">
      <dgm:prSet presAssocID="{688DD49D-0B51-4D43-AF7D-38EA09A428F2}" presName="rootConnector" presStyleLbl="node2" presStyleIdx="2" presStyleCnt="6"/>
      <dgm:spPr/>
    </dgm:pt>
    <dgm:pt modelId="{BD6F2BB4-DBF3-4C8D-9B5F-95860FD7A8D6}" type="pres">
      <dgm:prSet presAssocID="{688DD49D-0B51-4D43-AF7D-38EA09A428F2}" presName="hierChild4" presStyleCnt="0"/>
      <dgm:spPr/>
    </dgm:pt>
    <dgm:pt modelId="{6590B379-C3E2-41F7-BEE7-038E81EA9A24}" type="pres">
      <dgm:prSet presAssocID="{688DD49D-0B51-4D43-AF7D-38EA09A428F2}" presName="hierChild5" presStyleCnt="0"/>
      <dgm:spPr/>
    </dgm:pt>
    <dgm:pt modelId="{805353B2-8FBE-4D75-8505-00E622868710}" type="pres">
      <dgm:prSet presAssocID="{9E194CB1-12E0-45F9-BD9A-C6DB030D2002}" presName="Name37" presStyleLbl="parChTrans1D2" presStyleIdx="3" presStyleCnt="8"/>
      <dgm:spPr/>
    </dgm:pt>
    <dgm:pt modelId="{0D3FEF4C-DED4-4842-8188-F8B932B1E52B}" type="pres">
      <dgm:prSet presAssocID="{ED1CDF24-4174-48DB-B743-2288D0386A28}" presName="hierRoot2" presStyleCnt="0">
        <dgm:presLayoutVars>
          <dgm:hierBranch val="init"/>
        </dgm:presLayoutVars>
      </dgm:prSet>
      <dgm:spPr/>
    </dgm:pt>
    <dgm:pt modelId="{F9CB6F1E-B776-4DC8-8E5D-3635438B57E8}" type="pres">
      <dgm:prSet presAssocID="{ED1CDF24-4174-48DB-B743-2288D0386A28}" presName="rootComposite" presStyleCnt="0"/>
      <dgm:spPr/>
    </dgm:pt>
    <dgm:pt modelId="{6E6E0B09-50B9-4136-8EB3-5878230AAFDB}" type="pres">
      <dgm:prSet presAssocID="{ED1CDF24-4174-48DB-B743-2288D0386A28}" presName="rootText" presStyleLbl="node2" presStyleIdx="3" presStyleCnt="6">
        <dgm:presLayoutVars>
          <dgm:chPref val="3"/>
        </dgm:presLayoutVars>
      </dgm:prSet>
      <dgm:spPr/>
    </dgm:pt>
    <dgm:pt modelId="{46FFF4DF-AAA7-4131-89E6-8A7F0D2939F3}" type="pres">
      <dgm:prSet presAssocID="{ED1CDF24-4174-48DB-B743-2288D0386A28}" presName="rootConnector" presStyleLbl="node2" presStyleIdx="3" presStyleCnt="6"/>
      <dgm:spPr/>
    </dgm:pt>
    <dgm:pt modelId="{A81E957B-AA6B-485C-A36D-A78BF331C260}" type="pres">
      <dgm:prSet presAssocID="{ED1CDF24-4174-48DB-B743-2288D0386A28}" presName="hierChild4" presStyleCnt="0"/>
      <dgm:spPr/>
    </dgm:pt>
    <dgm:pt modelId="{50F8FD82-41C4-49A4-989B-1D675C3723C8}" type="pres">
      <dgm:prSet presAssocID="{3F221EB8-D546-415C-96B4-5DB20D3E5B6B}" presName="Name37" presStyleLbl="parChTrans1D3" presStyleIdx="2" presStyleCnt="4"/>
      <dgm:spPr/>
    </dgm:pt>
    <dgm:pt modelId="{836C4478-A44A-453D-B597-19A19DC6D5B0}" type="pres">
      <dgm:prSet presAssocID="{6B6A0BCE-0777-4DB3-9719-BA7CE1E7D9D8}" presName="hierRoot2" presStyleCnt="0">
        <dgm:presLayoutVars>
          <dgm:hierBranch val="init"/>
        </dgm:presLayoutVars>
      </dgm:prSet>
      <dgm:spPr/>
    </dgm:pt>
    <dgm:pt modelId="{E1FD1599-4BFE-48DA-84CF-91B02CB27F51}" type="pres">
      <dgm:prSet presAssocID="{6B6A0BCE-0777-4DB3-9719-BA7CE1E7D9D8}" presName="rootComposite" presStyleCnt="0"/>
      <dgm:spPr/>
    </dgm:pt>
    <dgm:pt modelId="{3545741E-0186-445F-B7E8-348DBB874D3C}" type="pres">
      <dgm:prSet presAssocID="{6B6A0BCE-0777-4DB3-9719-BA7CE1E7D9D8}" presName="rootText" presStyleLbl="node3" presStyleIdx="2" presStyleCnt="4">
        <dgm:presLayoutVars>
          <dgm:chPref val="3"/>
        </dgm:presLayoutVars>
      </dgm:prSet>
      <dgm:spPr/>
    </dgm:pt>
    <dgm:pt modelId="{84DC1AF7-A581-44E2-94AE-CA4C1D92C5AE}" type="pres">
      <dgm:prSet presAssocID="{6B6A0BCE-0777-4DB3-9719-BA7CE1E7D9D8}" presName="rootConnector" presStyleLbl="node3" presStyleIdx="2" presStyleCnt="4"/>
      <dgm:spPr/>
    </dgm:pt>
    <dgm:pt modelId="{0B52069A-E63A-4431-AF6A-91F8211DAC16}" type="pres">
      <dgm:prSet presAssocID="{6B6A0BCE-0777-4DB3-9719-BA7CE1E7D9D8}" presName="hierChild4" presStyleCnt="0"/>
      <dgm:spPr/>
    </dgm:pt>
    <dgm:pt modelId="{F9F7D53F-D78A-4F35-AD5D-1AB2C3AA64BD}" type="pres">
      <dgm:prSet presAssocID="{6B6A0BCE-0777-4DB3-9719-BA7CE1E7D9D8}" presName="hierChild5" presStyleCnt="0"/>
      <dgm:spPr/>
    </dgm:pt>
    <dgm:pt modelId="{BC13EC81-0488-4AAF-9275-C0E7CA73FEF5}" type="pres">
      <dgm:prSet presAssocID="{ED1CDF24-4174-48DB-B743-2288D0386A28}" presName="hierChild5" presStyleCnt="0"/>
      <dgm:spPr/>
    </dgm:pt>
    <dgm:pt modelId="{8410A76E-0BD8-49AB-AAEF-6CB9581BB63B}" type="pres">
      <dgm:prSet presAssocID="{A590B170-C89E-4E99-8D5E-549608A39D3E}" presName="Name37" presStyleLbl="parChTrans1D2" presStyleIdx="4" presStyleCnt="8"/>
      <dgm:spPr/>
    </dgm:pt>
    <dgm:pt modelId="{32F4BD7D-166C-4224-8B52-92D7BE3035CF}" type="pres">
      <dgm:prSet presAssocID="{EEB062F2-C423-4B0B-8A1D-B16BB2B0F5DE}" presName="hierRoot2" presStyleCnt="0">
        <dgm:presLayoutVars>
          <dgm:hierBranch val="init"/>
        </dgm:presLayoutVars>
      </dgm:prSet>
      <dgm:spPr/>
    </dgm:pt>
    <dgm:pt modelId="{EC5457B3-43C9-4C6A-9A15-0761EDCEB6C2}" type="pres">
      <dgm:prSet presAssocID="{EEB062F2-C423-4B0B-8A1D-B16BB2B0F5DE}" presName="rootComposite" presStyleCnt="0"/>
      <dgm:spPr/>
    </dgm:pt>
    <dgm:pt modelId="{11DE0409-F7E6-475C-B84F-BEE0383334C5}" type="pres">
      <dgm:prSet presAssocID="{EEB062F2-C423-4B0B-8A1D-B16BB2B0F5DE}" presName="rootText" presStyleLbl="node2" presStyleIdx="4" presStyleCnt="6">
        <dgm:presLayoutVars>
          <dgm:chPref val="3"/>
        </dgm:presLayoutVars>
      </dgm:prSet>
      <dgm:spPr/>
    </dgm:pt>
    <dgm:pt modelId="{71A66360-ECEB-43FD-86C5-A10529C3EEF4}" type="pres">
      <dgm:prSet presAssocID="{EEB062F2-C423-4B0B-8A1D-B16BB2B0F5DE}" presName="rootConnector" presStyleLbl="node2" presStyleIdx="4" presStyleCnt="6"/>
      <dgm:spPr/>
    </dgm:pt>
    <dgm:pt modelId="{2ABBA5EC-A0F1-4471-B2C1-513EF9CE153D}" type="pres">
      <dgm:prSet presAssocID="{EEB062F2-C423-4B0B-8A1D-B16BB2B0F5DE}" presName="hierChild4" presStyleCnt="0"/>
      <dgm:spPr/>
    </dgm:pt>
    <dgm:pt modelId="{8D127D1B-4DB8-4596-964A-ADD142F0F9A3}" type="pres">
      <dgm:prSet presAssocID="{899B04E4-7618-4CD5-AB8A-9AA2D9F3CF8D}" presName="Name37" presStyleLbl="parChTrans1D3" presStyleIdx="3" presStyleCnt="4"/>
      <dgm:spPr/>
    </dgm:pt>
    <dgm:pt modelId="{93519674-5B97-4725-A66F-04F0E9C1F55A}" type="pres">
      <dgm:prSet presAssocID="{3DF1C53F-E444-4232-B0B2-CD44376756C1}" presName="hierRoot2" presStyleCnt="0">
        <dgm:presLayoutVars>
          <dgm:hierBranch val="init"/>
        </dgm:presLayoutVars>
      </dgm:prSet>
      <dgm:spPr/>
    </dgm:pt>
    <dgm:pt modelId="{74E57070-152B-4C3F-B645-4846C2DAB320}" type="pres">
      <dgm:prSet presAssocID="{3DF1C53F-E444-4232-B0B2-CD44376756C1}" presName="rootComposite" presStyleCnt="0"/>
      <dgm:spPr/>
    </dgm:pt>
    <dgm:pt modelId="{ABE58C53-E77E-491E-94B3-19AB31605589}" type="pres">
      <dgm:prSet presAssocID="{3DF1C53F-E444-4232-B0B2-CD44376756C1}" presName="rootText" presStyleLbl="node3" presStyleIdx="3" presStyleCnt="4">
        <dgm:presLayoutVars>
          <dgm:chPref val="3"/>
        </dgm:presLayoutVars>
      </dgm:prSet>
      <dgm:spPr/>
    </dgm:pt>
    <dgm:pt modelId="{4F73122D-D3B5-49B8-933E-82080B0D078C}" type="pres">
      <dgm:prSet presAssocID="{3DF1C53F-E444-4232-B0B2-CD44376756C1}" presName="rootConnector" presStyleLbl="node3" presStyleIdx="3" presStyleCnt="4"/>
      <dgm:spPr/>
    </dgm:pt>
    <dgm:pt modelId="{82DA6C83-B7D8-441F-A482-481608B562CF}" type="pres">
      <dgm:prSet presAssocID="{3DF1C53F-E444-4232-B0B2-CD44376756C1}" presName="hierChild4" presStyleCnt="0"/>
      <dgm:spPr/>
    </dgm:pt>
    <dgm:pt modelId="{0A77C178-D08E-4FCB-B439-7165B09769A0}" type="pres">
      <dgm:prSet presAssocID="{3DF1C53F-E444-4232-B0B2-CD44376756C1}" presName="hierChild5" presStyleCnt="0"/>
      <dgm:spPr/>
    </dgm:pt>
    <dgm:pt modelId="{8306537C-A41F-47B2-9091-13700AB1FEC1}" type="pres">
      <dgm:prSet presAssocID="{EEB062F2-C423-4B0B-8A1D-B16BB2B0F5DE}" presName="hierChild5" presStyleCnt="0"/>
      <dgm:spPr/>
    </dgm:pt>
    <dgm:pt modelId="{C3C43E3E-5C67-4CD0-A0B5-84C595A8C260}" type="pres">
      <dgm:prSet presAssocID="{FDCC33FB-FA7A-4E87-A07C-AEFA9E42285E}" presName="Name37" presStyleLbl="parChTrans1D2" presStyleIdx="5" presStyleCnt="8"/>
      <dgm:spPr/>
    </dgm:pt>
    <dgm:pt modelId="{C801D5F0-5BAE-4D9F-A73C-E12623E28C7E}" type="pres">
      <dgm:prSet presAssocID="{120DEFE9-E9C0-4EE1-9D44-337633F0E42C}" presName="hierRoot2" presStyleCnt="0">
        <dgm:presLayoutVars>
          <dgm:hierBranch val="init"/>
        </dgm:presLayoutVars>
      </dgm:prSet>
      <dgm:spPr/>
    </dgm:pt>
    <dgm:pt modelId="{8BF0DA66-2208-40BE-97F5-07D05F20D157}" type="pres">
      <dgm:prSet presAssocID="{120DEFE9-E9C0-4EE1-9D44-337633F0E42C}" presName="rootComposite" presStyleCnt="0"/>
      <dgm:spPr/>
    </dgm:pt>
    <dgm:pt modelId="{4290318A-8933-49DB-8BBD-095144CEB1A9}" type="pres">
      <dgm:prSet presAssocID="{120DEFE9-E9C0-4EE1-9D44-337633F0E42C}" presName="rootText" presStyleLbl="node2" presStyleIdx="5" presStyleCnt="6" custLinFactX="-106293" custLinFactY="-67247" custLinFactNeighborX="-200000" custLinFactNeighborY="-100000">
        <dgm:presLayoutVars>
          <dgm:chPref val="3"/>
        </dgm:presLayoutVars>
      </dgm:prSet>
      <dgm:spPr/>
    </dgm:pt>
    <dgm:pt modelId="{D37BD249-DE18-45D5-9568-18625EA2B12D}" type="pres">
      <dgm:prSet presAssocID="{120DEFE9-E9C0-4EE1-9D44-337633F0E42C}" presName="rootConnector" presStyleLbl="node2" presStyleIdx="5" presStyleCnt="6"/>
      <dgm:spPr/>
    </dgm:pt>
    <dgm:pt modelId="{16DF8BF7-3F62-4EA4-A06C-4E6A751A5410}" type="pres">
      <dgm:prSet presAssocID="{120DEFE9-E9C0-4EE1-9D44-337633F0E42C}" presName="hierChild4" presStyleCnt="0"/>
      <dgm:spPr/>
    </dgm:pt>
    <dgm:pt modelId="{EDA89720-76BC-4F82-AA2C-6953F8934870}" type="pres">
      <dgm:prSet presAssocID="{120DEFE9-E9C0-4EE1-9D44-337633F0E42C}" presName="hierChild5" presStyleCnt="0"/>
      <dgm:spPr/>
    </dgm:pt>
    <dgm:pt modelId="{737F74DB-12D0-41BA-AD3F-DD1A73E32DEB}" type="pres">
      <dgm:prSet presAssocID="{1D035F6B-8266-44A6-BDD2-D13E0A3507B0}" presName="hierChild3" presStyleCnt="0"/>
      <dgm:spPr/>
    </dgm:pt>
    <dgm:pt modelId="{42288C80-5D7D-46F4-A939-C767C80FE215}" type="pres">
      <dgm:prSet presAssocID="{E461DAC4-876D-4081-B070-7A308B796A01}" presName="Name111" presStyleLbl="parChTrans1D2" presStyleIdx="6" presStyleCnt="8"/>
      <dgm:spPr/>
    </dgm:pt>
    <dgm:pt modelId="{D721D13B-C410-40BC-AA47-622098766A11}" type="pres">
      <dgm:prSet presAssocID="{2F542240-5AA1-4E60-84D5-7BC1864D90CD}" presName="hierRoot3" presStyleCnt="0">
        <dgm:presLayoutVars>
          <dgm:hierBranch val="init"/>
        </dgm:presLayoutVars>
      </dgm:prSet>
      <dgm:spPr/>
    </dgm:pt>
    <dgm:pt modelId="{6CCC6109-D042-4442-AAB2-211ADCA3F9BE}" type="pres">
      <dgm:prSet presAssocID="{2F542240-5AA1-4E60-84D5-7BC1864D90CD}" presName="rootComposite3" presStyleCnt="0"/>
      <dgm:spPr/>
    </dgm:pt>
    <dgm:pt modelId="{7B411FD2-E1F0-4BA0-A71A-0B2451F93328}" type="pres">
      <dgm:prSet presAssocID="{2F542240-5AA1-4E60-84D5-7BC1864D90CD}" presName="rootText3" presStyleLbl="asst1" presStyleIdx="0" presStyleCnt="2" custLinFactY="-76956" custLinFactNeighborX="-52587" custLinFactNeighborY="-100000">
        <dgm:presLayoutVars>
          <dgm:chPref val="3"/>
        </dgm:presLayoutVars>
      </dgm:prSet>
      <dgm:spPr/>
    </dgm:pt>
    <dgm:pt modelId="{7E51A7AA-89F3-40CC-AB97-C90B233E0EB7}" type="pres">
      <dgm:prSet presAssocID="{2F542240-5AA1-4E60-84D5-7BC1864D90CD}" presName="rootConnector3" presStyleLbl="asst1" presStyleIdx="0" presStyleCnt="2"/>
      <dgm:spPr/>
    </dgm:pt>
    <dgm:pt modelId="{D9BA4F98-0811-46D7-A77F-4D831F1983F4}" type="pres">
      <dgm:prSet presAssocID="{2F542240-5AA1-4E60-84D5-7BC1864D90CD}" presName="hierChild6" presStyleCnt="0"/>
      <dgm:spPr/>
    </dgm:pt>
    <dgm:pt modelId="{E85F1385-B3A4-45E5-991B-2273F007C8F2}" type="pres">
      <dgm:prSet presAssocID="{2F542240-5AA1-4E60-84D5-7BC1864D90CD}" presName="hierChild7" presStyleCnt="0"/>
      <dgm:spPr/>
    </dgm:pt>
    <dgm:pt modelId="{EC21BD8B-6546-4824-8A54-79D56A77761C}" type="pres">
      <dgm:prSet presAssocID="{696CC086-60B3-4C4C-991E-B14E01929C5D}" presName="Name111" presStyleLbl="parChTrans1D2" presStyleIdx="7" presStyleCnt="8"/>
      <dgm:spPr/>
    </dgm:pt>
    <dgm:pt modelId="{7DC04336-DD07-4833-A39B-2F47F3FE48AD}" type="pres">
      <dgm:prSet presAssocID="{0B4538C8-5D4D-4D48-B698-1042BDAEF8B8}" presName="hierRoot3" presStyleCnt="0">
        <dgm:presLayoutVars>
          <dgm:hierBranch val="init"/>
        </dgm:presLayoutVars>
      </dgm:prSet>
      <dgm:spPr/>
    </dgm:pt>
    <dgm:pt modelId="{748CB8ED-D1AF-4680-A4E2-7F64354A8033}" type="pres">
      <dgm:prSet presAssocID="{0B4538C8-5D4D-4D48-B698-1042BDAEF8B8}" presName="rootComposite3" presStyleCnt="0"/>
      <dgm:spPr/>
    </dgm:pt>
    <dgm:pt modelId="{CBA22C80-6A80-4AC2-8B07-1B68106B23D3}" type="pres">
      <dgm:prSet presAssocID="{0B4538C8-5D4D-4D48-B698-1042BDAEF8B8}" presName="rootText3" presStyleLbl="asst1" presStyleIdx="1" presStyleCnt="2" custLinFactY="-76956" custLinFactNeighborX="46391" custLinFactNeighborY="-100000">
        <dgm:presLayoutVars>
          <dgm:chPref val="3"/>
        </dgm:presLayoutVars>
      </dgm:prSet>
      <dgm:spPr/>
    </dgm:pt>
    <dgm:pt modelId="{42D1C9AF-8A80-4722-A8B9-281C89C1317B}" type="pres">
      <dgm:prSet presAssocID="{0B4538C8-5D4D-4D48-B698-1042BDAEF8B8}" presName="rootConnector3" presStyleLbl="asst1" presStyleIdx="1" presStyleCnt="2"/>
      <dgm:spPr/>
    </dgm:pt>
    <dgm:pt modelId="{C9B9D534-FF47-49E0-BF04-F095974D5034}" type="pres">
      <dgm:prSet presAssocID="{0B4538C8-5D4D-4D48-B698-1042BDAEF8B8}" presName="hierChild6" presStyleCnt="0"/>
      <dgm:spPr/>
    </dgm:pt>
    <dgm:pt modelId="{4CAB45B9-19E1-4368-A719-1075C2FCC683}" type="pres">
      <dgm:prSet presAssocID="{0B4538C8-5D4D-4D48-B698-1042BDAEF8B8}" presName="hierChild7" presStyleCnt="0"/>
      <dgm:spPr/>
    </dgm:pt>
  </dgm:ptLst>
  <dgm:cxnLst>
    <dgm:cxn modelId="{333B4404-CA42-4693-8745-01401BF7A6FC}" type="presOf" srcId="{2F542240-5AA1-4E60-84D5-7BC1864D90CD}" destId="{7B411FD2-E1F0-4BA0-A71A-0B2451F93328}" srcOrd="0" destOrd="0" presId="urn:microsoft.com/office/officeart/2005/8/layout/orgChart1"/>
    <dgm:cxn modelId="{171A7705-DBCF-4E04-9565-6A846B73D422}" type="presOf" srcId="{3C9FFCA9-FED9-47D5-9A0D-B2A934BC4F39}" destId="{0E989B30-77FF-4D3D-B43B-BEFD683B2797}" srcOrd="0" destOrd="0" presId="urn:microsoft.com/office/officeart/2005/8/layout/orgChart1"/>
    <dgm:cxn modelId="{9F4DD90D-E10B-4800-A934-867E66DAB439}" type="presOf" srcId="{120DEFE9-E9C0-4EE1-9D44-337633F0E42C}" destId="{D37BD249-DE18-45D5-9568-18625EA2B12D}" srcOrd="1" destOrd="0" presId="urn:microsoft.com/office/officeart/2005/8/layout/orgChart1"/>
    <dgm:cxn modelId="{D3F4AC0F-E1EE-4E95-B785-77BBA7750FDD}" type="presOf" srcId="{2F542240-5AA1-4E60-84D5-7BC1864D90CD}" destId="{7E51A7AA-89F3-40CC-AB97-C90B233E0EB7}" srcOrd="1" destOrd="0" presId="urn:microsoft.com/office/officeart/2005/8/layout/orgChart1"/>
    <dgm:cxn modelId="{392BD213-F1CF-42E4-BBAD-B8FC0387B44E}" srcId="{80620DD8-F61C-4876-8D1B-0035B77C8BFD}" destId="{1D035F6B-8266-44A6-BDD2-D13E0A3507B0}" srcOrd="0" destOrd="0" parTransId="{B152F85A-6458-42B1-9335-F2A70DEFAD92}" sibTransId="{A7CE31B5-9B1B-430A-AE5B-B1276DD12D01}"/>
    <dgm:cxn modelId="{61E3CB17-0BC4-4A80-AEC8-6621FD2FD912}" type="presOf" srcId="{80620DD8-F61C-4876-8D1B-0035B77C8BFD}" destId="{58FB1C6D-5ECA-43AB-A988-BB9C5117B068}" srcOrd="0" destOrd="0" presId="urn:microsoft.com/office/officeart/2005/8/layout/orgChart1"/>
    <dgm:cxn modelId="{4E111D22-C43A-4C29-A7F4-EAE52FDEED94}" type="presOf" srcId="{5478EB60-43C7-4B93-B7FE-F8695D4B1166}" destId="{3E857779-ABCA-4C4F-B51A-AA31B9822C0C}" srcOrd="0" destOrd="0" presId="urn:microsoft.com/office/officeart/2005/8/layout/orgChart1"/>
    <dgm:cxn modelId="{BE92FA25-562A-428F-9500-D39C1B0EBB14}" type="presOf" srcId="{899B04E4-7618-4CD5-AB8A-9AA2D9F3CF8D}" destId="{8D127D1B-4DB8-4596-964A-ADD142F0F9A3}" srcOrd="0" destOrd="0" presId="urn:microsoft.com/office/officeart/2005/8/layout/orgChart1"/>
    <dgm:cxn modelId="{1FF19C29-83FE-4E69-9060-F57FE1BB3FC0}" type="presOf" srcId="{696CC086-60B3-4C4C-991E-B14E01929C5D}" destId="{EC21BD8B-6546-4824-8A54-79D56A77761C}" srcOrd="0" destOrd="0" presId="urn:microsoft.com/office/officeart/2005/8/layout/orgChart1"/>
    <dgm:cxn modelId="{AE167E2C-AE2F-4BB2-85E0-DEB3CCF34DB8}" srcId="{4E1F3E0F-2BC5-4CA1-A4E5-950086627854}" destId="{E6938E9B-8EF9-41F5-8CFA-C4BAF0624F2B}" srcOrd="0" destOrd="0" parTransId="{46972C33-12E5-4DE5-B6AE-6DE8F3C1EC67}" sibTransId="{A8A97607-8494-464D-9FCD-CA3EEB8EF000}"/>
    <dgm:cxn modelId="{489AB636-0874-45D1-936F-6938E64FDFE4}" type="presOf" srcId="{739B964C-44A6-46F4-9CF0-C64A46A1922D}" destId="{F5F5FE3C-0683-4C30-B195-820651A0CA65}" srcOrd="1" destOrd="0" presId="urn:microsoft.com/office/officeart/2005/8/layout/orgChart1"/>
    <dgm:cxn modelId="{27D2953D-23B6-44EF-A809-3E7366FD0F06}" type="presOf" srcId="{8E3AB151-39B6-4A32-AB6A-95B145010AF8}" destId="{67FABD41-AAAA-4027-B3F5-D9428FE9184F}" srcOrd="0" destOrd="0" presId="urn:microsoft.com/office/officeart/2005/8/layout/orgChart1"/>
    <dgm:cxn modelId="{E09D0640-CEAB-4FEF-84DE-DF29DECEE43C}" type="presOf" srcId="{4E1F3E0F-2BC5-4CA1-A4E5-950086627854}" destId="{EBAE5922-9C03-4F93-B132-73D7C92324F8}" srcOrd="0" destOrd="0" presId="urn:microsoft.com/office/officeart/2005/8/layout/orgChart1"/>
    <dgm:cxn modelId="{0FC75466-595B-45C2-B189-2658366DB9CE}" type="presOf" srcId="{A590B170-C89E-4E99-8D5E-549608A39D3E}" destId="{8410A76E-0BD8-49AB-AAEF-6CB9581BB63B}" srcOrd="0" destOrd="0" presId="urn:microsoft.com/office/officeart/2005/8/layout/orgChart1"/>
    <dgm:cxn modelId="{CD6C7369-1DC6-4138-B74F-0ECE362D1117}" type="presOf" srcId="{FF688840-F95B-4E99-8DB6-5B0356B3C7AF}" destId="{4D20C190-424C-4022-BA6A-98181D19DAAE}" srcOrd="0" destOrd="0" presId="urn:microsoft.com/office/officeart/2005/8/layout/orgChart1"/>
    <dgm:cxn modelId="{0804E54A-67F1-49DB-B39C-F4CAFA5208AD}" srcId="{4126C706-C381-4D33-883D-61B6591992F0}" destId="{742B9E4F-97C8-4D95-BE86-BD5500CC6CFD}" srcOrd="0" destOrd="0" parTransId="{3C9FFCA9-FED9-47D5-9A0D-B2A934BC4F39}" sibTransId="{41BB3AAF-234B-4721-84BF-48CBA6DB00BD}"/>
    <dgm:cxn modelId="{5C72AE4B-D493-486D-9EDE-0D4DBD3D23EC}" type="presOf" srcId="{742B9E4F-97C8-4D95-BE86-BD5500CC6CFD}" destId="{D424C9D4-83F1-4C43-A19B-E99BEB115515}" srcOrd="0" destOrd="0" presId="urn:microsoft.com/office/officeart/2005/8/layout/orgChart1"/>
    <dgm:cxn modelId="{96A3884D-E3CA-40F5-A482-EC3952D72A8F}" srcId="{1D035F6B-8266-44A6-BDD2-D13E0A3507B0}" destId="{EEB062F2-C423-4B0B-8A1D-B16BB2B0F5DE}" srcOrd="6" destOrd="0" parTransId="{A590B170-C89E-4E99-8D5E-549608A39D3E}" sibTransId="{66056AC3-4611-4BE0-8FAA-26F9DD60169E}"/>
    <dgm:cxn modelId="{6A61486E-CA6E-49EF-B7DD-932FBEDCAB26}" type="presOf" srcId="{C4FE55DC-97FF-4AEB-9FDB-FC175A326B68}" destId="{CD0B6518-FB26-4E08-9A5C-824EFE7F264F}" srcOrd="0" destOrd="0" presId="urn:microsoft.com/office/officeart/2005/8/layout/orgChart1"/>
    <dgm:cxn modelId="{0443F07A-0B8C-439D-AAF5-51E10482E10F}" type="presOf" srcId="{EEB062F2-C423-4B0B-8A1D-B16BB2B0F5DE}" destId="{11DE0409-F7E6-475C-B84F-BEE0383334C5}" srcOrd="0" destOrd="0" presId="urn:microsoft.com/office/officeart/2005/8/layout/orgChart1"/>
    <dgm:cxn modelId="{530B0A7C-1BE6-4ED6-B241-9E732B4B4590}" type="presOf" srcId="{C4FE55DC-97FF-4AEB-9FDB-FC175A326B68}" destId="{D0BF5C09-A9C8-46CD-B8E7-044ED8EE2DE9}" srcOrd="1" destOrd="0" presId="urn:microsoft.com/office/officeart/2005/8/layout/orgChart1"/>
    <dgm:cxn modelId="{C399AE7D-E1EF-4390-944A-1B4570046DF1}" srcId="{4E1F3E0F-2BC5-4CA1-A4E5-950086627854}" destId="{C4FE55DC-97FF-4AEB-9FDB-FC175A326B68}" srcOrd="1" destOrd="0" parTransId="{FF688840-F95B-4E99-8DB6-5B0356B3C7AF}" sibTransId="{8E1DC349-8FDF-4025-8AF7-3BE4281800FB}"/>
    <dgm:cxn modelId="{A54D0583-BC98-4156-9F34-A6162107CFFB}" type="presOf" srcId="{ED1CDF24-4174-48DB-B743-2288D0386A28}" destId="{6E6E0B09-50B9-4136-8EB3-5878230AAFDB}" srcOrd="0" destOrd="0" presId="urn:microsoft.com/office/officeart/2005/8/layout/orgChart1"/>
    <dgm:cxn modelId="{15C4AF84-E1C8-498E-8B49-F630EFB54523}" srcId="{1D035F6B-8266-44A6-BDD2-D13E0A3507B0}" destId="{ED1CDF24-4174-48DB-B743-2288D0386A28}" srcOrd="5" destOrd="0" parTransId="{9E194CB1-12E0-45F9-BD9A-C6DB030D2002}" sibTransId="{D75E833D-DDA1-49CB-9A6E-70A6FF971706}"/>
    <dgm:cxn modelId="{281F6189-EB75-4EFF-96F3-0F1F0C3E1235}" srcId="{1D035F6B-8266-44A6-BDD2-D13E0A3507B0}" destId="{4126C706-C381-4D33-883D-61B6591992F0}" srcOrd="3" destOrd="0" parTransId="{8E3AB151-39B6-4A32-AB6A-95B145010AF8}" sibTransId="{23945CD9-D86C-4AA7-B533-B1BEDB691E7D}"/>
    <dgm:cxn modelId="{B4B9D78C-5009-4468-B92A-46588F90404D}" srcId="{1D035F6B-8266-44A6-BDD2-D13E0A3507B0}" destId="{120DEFE9-E9C0-4EE1-9D44-337633F0E42C}" srcOrd="7" destOrd="0" parTransId="{FDCC33FB-FA7A-4E87-A07C-AEFA9E42285E}" sibTransId="{71C07597-AA56-48B3-9185-E919F0E3833B}"/>
    <dgm:cxn modelId="{010D6891-5297-43FB-970B-ADA53DFDEF92}" type="presOf" srcId="{E6938E9B-8EF9-41F5-8CFA-C4BAF0624F2B}" destId="{E45CA7C4-37D9-4B63-8344-404871F2BEB8}" srcOrd="0" destOrd="0" presId="urn:microsoft.com/office/officeart/2005/8/layout/orgChart1"/>
    <dgm:cxn modelId="{2B3D4193-5FD4-44A4-8B08-4D02F0A54937}" type="presOf" srcId="{6B6A0BCE-0777-4DB3-9719-BA7CE1E7D9D8}" destId="{3545741E-0186-445F-B7E8-348DBB874D3C}" srcOrd="0" destOrd="0" presId="urn:microsoft.com/office/officeart/2005/8/layout/orgChart1"/>
    <dgm:cxn modelId="{34F09497-C338-4A16-85B9-CA32C9981A9C}" type="presOf" srcId="{6B6A0BCE-0777-4DB3-9719-BA7CE1E7D9D8}" destId="{84DC1AF7-A581-44E2-94AE-CA4C1D92C5AE}" srcOrd="1" destOrd="0" presId="urn:microsoft.com/office/officeart/2005/8/layout/orgChart1"/>
    <dgm:cxn modelId="{A192B299-84F5-4698-A076-83CFCAD9E087}" type="presOf" srcId="{1048550E-A011-4B37-938C-7CA94A35DECF}" destId="{066B91F1-B49E-420D-991B-8EA10F362C5A}" srcOrd="0" destOrd="0" presId="urn:microsoft.com/office/officeart/2005/8/layout/orgChart1"/>
    <dgm:cxn modelId="{2BFB8BA0-30FD-4516-BE99-6273219C2E6A}" srcId="{1D035F6B-8266-44A6-BDD2-D13E0A3507B0}" destId="{0B4538C8-5D4D-4D48-B698-1042BDAEF8B8}" srcOrd="1" destOrd="0" parTransId="{696CC086-60B3-4C4C-991E-B14E01929C5D}" sibTransId="{79BA1164-4D6F-42F7-83CD-6A476AADAC86}"/>
    <dgm:cxn modelId="{6C218DA0-8EC7-4238-91E9-2591FD46CAD8}" type="presOf" srcId="{9E194CB1-12E0-45F9-BD9A-C6DB030D2002}" destId="{805353B2-8FBE-4D75-8505-00E622868710}" srcOrd="0" destOrd="0" presId="urn:microsoft.com/office/officeart/2005/8/layout/orgChart1"/>
    <dgm:cxn modelId="{38DD41A4-E519-4662-938E-ED262A7FC15F}" type="presOf" srcId="{688DD49D-0B51-4D43-AF7D-38EA09A428F2}" destId="{7E685FC7-A542-4137-AA1B-9302A35C2321}" srcOrd="0" destOrd="0" presId="urn:microsoft.com/office/officeart/2005/8/layout/orgChart1"/>
    <dgm:cxn modelId="{B2BF05B5-ED05-4D9A-B1B2-1BC07526DDC5}" type="presOf" srcId="{0B4538C8-5D4D-4D48-B698-1042BDAEF8B8}" destId="{CBA22C80-6A80-4AC2-8B07-1B68106B23D3}" srcOrd="0" destOrd="0" presId="urn:microsoft.com/office/officeart/2005/8/layout/orgChart1"/>
    <dgm:cxn modelId="{F6F005B5-432E-4576-B51E-D1C256A03616}" type="presOf" srcId="{EEB062F2-C423-4B0B-8A1D-B16BB2B0F5DE}" destId="{71A66360-ECEB-43FD-86C5-A10529C3EEF4}" srcOrd="1" destOrd="0" presId="urn:microsoft.com/office/officeart/2005/8/layout/orgChart1"/>
    <dgm:cxn modelId="{1CB467B5-0575-4FC6-BEEE-8CB139DD0FB4}" type="presOf" srcId="{739B964C-44A6-46F4-9CF0-C64A46A1922D}" destId="{0405B7B1-D2AB-47B6-B0E7-822DEDF75059}" srcOrd="0" destOrd="0" presId="urn:microsoft.com/office/officeart/2005/8/layout/orgChart1"/>
    <dgm:cxn modelId="{4CA683B5-97C2-455D-B4E8-48FB97669EA6}" type="presOf" srcId="{120DEFE9-E9C0-4EE1-9D44-337633F0E42C}" destId="{4290318A-8933-49DB-8BBD-095144CEB1A9}" srcOrd="0" destOrd="0" presId="urn:microsoft.com/office/officeart/2005/8/layout/orgChart1"/>
    <dgm:cxn modelId="{883745B8-A54D-4C50-9D38-F4C035EB471D}" type="presOf" srcId="{3DF1C53F-E444-4232-B0B2-CD44376756C1}" destId="{ABE58C53-E77E-491E-94B3-19AB31605589}" srcOrd="0" destOrd="0" presId="urn:microsoft.com/office/officeart/2005/8/layout/orgChart1"/>
    <dgm:cxn modelId="{60D3E9B8-D184-43E5-BE3C-05C57397DDC5}" type="presOf" srcId="{E6938E9B-8EF9-41F5-8CFA-C4BAF0624F2B}" destId="{CF4B3834-E9D4-4CAB-AD0A-1239E826A9CD}" srcOrd="1" destOrd="0" presId="urn:microsoft.com/office/officeart/2005/8/layout/orgChart1"/>
    <dgm:cxn modelId="{FB696EB9-A56A-4350-A9DE-C469D9C46ABB}" srcId="{4126C706-C381-4D33-883D-61B6591992F0}" destId="{4E1F3E0F-2BC5-4CA1-A4E5-950086627854}" srcOrd="1" destOrd="0" parTransId="{5478EB60-43C7-4B93-B7FE-F8695D4B1166}" sibTransId="{0EBE0C0A-199C-49DA-9250-B64DC7DD396E}"/>
    <dgm:cxn modelId="{A8C78DBA-F518-4345-ABC5-4591A11DE79B}" type="presOf" srcId="{0B4538C8-5D4D-4D48-B698-1042BDAEF8B8}" destId="{42D1C9AF-8A80-4722-A8B9-281C89C1317B}" srcOrd="1" destOrd="0" presId="urn:microsoft.com/office/officeart/2005/8/layout/orgChart1"/>
    <dgm:cxn modelId="{C791C1BA-AA94-4A6F-BA71-ADE6D257CCA0}" type="presOf" srcId="{1D035F6B-8266-44A6-BDD2-D13E0A3507B0}" destId="{3931D338-BC84-4E08-B7F5-6BCFCE785064}" srcOrd="0" destOrd="0" presId="urn:microsoft.com/office/officeart/2005/8/layout/orgChart1"/>
    <dgm:cxn modelId="{A51379BD-F026-40AD-A9B7-54DCA4AC3CDD}" srcId="{1D035F6B-8266-44A6-BDD2-D13E0A3507B0}" destId="{2F542240-5AA1-4E60-84D5-7BC1864D90CD}" srcOrd="0" destOrd="0" parTransId="{E461DAC4-876D-4081-B070-7A308B796A01}" sibTransId="{3BE51591-BE60-4870-BD3D-4ECE4EE5A514}"/>
    <dgm:cxn modelId="{5F4D30C1-DA3A-4D23-8424-8C749DE38575}" type="presOf" srcId="{688DD49D-0B51-4D43-AF7D-38EA09A428F2}" destId="{EC826658-BAD3-4781-91BD-FB503C5A9ADA}" srcOrd="1" destOrd="0" presId="urn:microsoft.com/office/officeart/2005/8/layout/orgChart1"/>
    <dgm:cxn modelId="{028B1EC7-A51D-49FC-A52E-9511A952C2F6}" type="presOf" srcId="{5B51BF9C-63E4-4A66-A923-99494BAA164B}" destId="{415CF3D2-8440-4689-82E4-5D326D38387E}" srcOrd="0" destOrd="0" presId="urn:microsoft.com/office/officeart/2005/8/layout/orgChart1"/>
    <dgm:cxn modelId="{5A5B09CC-64A2-4587-B536-26A508874D5F}" type="presOf" srcId="{3DF1C53F-E444-4232-B0B2-CD44376756C1}" destId="{4F73122D-D3B5-49B8-933E-82080B0D078C}" srcOrd="1" destOrd="0" presId="urn:microsoft.com/office/officeart/2005/8/layout/orgChart1"/>
    <dgm:cxn modelId="{AAFF3ECD-F76D-4077-B1DE-20B183787A67}" type="presOf" srcId="{742B9E4F-97C8-4D95-BE86-BD5500CC6CFD}" destId="{EF013343-B8DD-4951-824F-902CDB891D98}" srcOrd="1" destOrd="0" presId="urn:microsoft.com/office/officeart/2005/8/layout/orgChart1"/>
    <dgm:cxn modelId="{D258EDD0-872C-4300-92E9-F3F21268A4A4}" type="presOf" srcId="{46972C33-12E5-4DE5-B6AE-6DE8F3C1EC67}" destId="{4780A779-6F8F-4CC8-A411-196C5684E379}" srcOrd="0" destOrd="0" presId="urn:microsoft.com/office/officeart/2005/8/layout/orgChart1"/>
    <dgm:cxn modelId="{411504DB-DB87-4818-922B-059C112F655B}" srcId="{ED1CDF24-4174-48DB-B743-2288D0386A28}" destId="{6B6A0BCE-0777-4DB3-9719-BA7CE1E7D9D8}" srcOrd="0" destOrd="0" parTransId="{3F221EB8-D546-415C-96B4-5DB20D3E5B6B}" sibTransId="{F2D860D1-98B9-424F-B8D5-E729886526A1}"/>
    <dgm:cxn modelId="{A4412AE0-E39E-47FD-A940-2D00AC00E7AC}" type="presOf" srcId="{E461DAC4-876D-4081-B070-7A308B796A01}" destId="{42288C80-5D7D-46F4-A939-C767C80FE215}" srcOrd="0" destOrd="0" presId="urn:microsoft.com/office/officeart/2005/8/layout/orgChart1"/>
    <dgm:cxn modelId="{80BF8DE5-8923-4ED1-98E1-F7D5B558352E}" srcId="{EEB062F2-C423-4B0B-8A1D-B16BB2B0F5DE}" destId="{3DF1C53F-E444-4232-B0B2-CD44376756C1}" srcOrd="0" destOrd="0" parTransId="{899B04E4-7618-4CD5-AB8A-9AA2D9F3CF8D}" sibTransId="{18F698A6-6586-46BF-95D6-370C8CB84FD2}"/>
    <dgm:cxn modelId="{B13662E8-8D57-4E26-88F8-DBEF53332903}" type="presOf" srcId="{4E1F3E0F-2BC5-4CA1-A4E5-950086627854}" destId="{D0684C46-6675-46D3-A0E5-26796108F37E}" srcOrd="1" destOrd="0" presId="urn:microsoft.com/office/officeart/2005/8/layout/orgChart1"/>
    <dgm:cxn modelId="{792758E8-9729-400D-ADB4-3DD05F81D900}" type="presOf" srcId="{FDCC33FB-FA7A-4E87-A07C-AEFA9E42285E}" destId="{C3C43E3E-5C67-4CD0-A0B5-84C595A8C260}" srcOrd="0" destOrd="0" presId="urn:microsoft.com/office/officeart/2005/8/layout/orgChart1"/>
    <dgm:cxn modelId="{D1BEA8E8-5E16-4FD9-9F45-0531C6620F5D}" type="presOf" srcId="{3F221EB8-D546-415C-96B4-5DB20D3E5B6B}" destId="{50F8FD82-41C4-49A4-989B-1D675C3723C8}" srcOrd="0" destOrd="0" presId="urn:microsoft.com/office/officeart/2005/8/layout/orgChart1"/>
    <dgm:cxn modelId="{AD0D0FEA-365A-46F8-A19D-48A8F37D2DD4}" srcId="{1D035F6B-8266-44A6-BDD2-D13E0A3507B0}" destId="{688DD49D-0B51-4D43-AF7D-38EA09A428F2}" srcOrd="4" destOrd="0" parTransId="{1048550E-A011-4B37-938C-7CA94A35DECF}" sibTransId="{E597BFBE-607A-48E8-A4E8-2AA62E2C608E}"/>
    <dgm:cxn modelId="{3BFC6EED-45EB-43DA-82E8-38410B3CA7D5}" type="presOf" srcId="{ED1CDF24-4174-48DB-B743-2288D0386A28}" destId="{46FFF4DF-AAA7-4131-89E6-8A7F0D2939F3}" srcOrd="1" destOrd="0" presId="urn:microsoft.com/office/officeart/2005/8/layout/orgChart1"/>
    <dgm:cxn modelId="{851395EE-B8F0-4541-8D47-7ED87184D8DA}" type="presOf" srcId="{4126C706-C381-4D33-883D-61B6591992F0}" destId="{A60489DE-CA27-4B25-B3A6-939E0E8C96CE}" srcOrd="0" destOrd="0" presId="urn:microsoft.com/office/officeart/2005/8/layout/orgChart1"/>
    <dgm:cxn modelId="{219495F2-A490-4CB3-8967-33EB34BC74F0}" srcId="{1D035F6B-8266-44A6-BDD2-D13E0A3507B0}" destId="{739B964C-44A6-46F4-9CF0-C64A46A1922D}" srcOrd="2" destOrd="0" parTransId="{5B51BF9C-63E4-4A66-A923-99494BAA164B}" sibTransId="{198C6342-A162-41B0-8FA1-648ED61A9E9B}"/>
    <dgm:cxn modelId="{502EAEF3-F482-4610-9ADD-EBFCFC336E0E}" type="presOf" srcId="{4126C706-C381-4D33-883D-61B6591992F0}" destId="{C7E5316B-328E-40A5-9CE0-4C32168DB246}" srcOrd="1" destOrd="0" presId="urn:microsoft.com/office/officeart/2005/8/layout/orgChart1"/>
    <dgm:cxn modelId="{4B9F87FD-3CDA-4D83-A37F-478748A9FE20}" type="presOf" srcId="{1D035F6B-8266-44A6-BDD2-D13E0A3507B0}" destId="{E4705828-3F8B-49CF-AD71-6CE808864904}" srcOrd="1" destOrd="0" presId="urn:microsoft.com/office/officeart/2005/8/layout/orgChart1"/>
    <dgm:cxn modelId="{3FA3E49A-E7AE-4C1A-895D-F8B347E6EC9A}" type="presParOf" srcId="{58FB1C6D-5ECA-43AB-A988-BB9C5117B068}" destId="{B525E329-ADDC-4E33-91A8-3C469B99F3B2}" srcOrd="0" destOrd="0" presId="urn:microsoft.com/office/officeart/2005/8/layout/orgChart1"/>
    <dgm:cxn modelId="{354713C2-3342-4D4A-8CED-467368A40FA9}" type="presParOf" srcId="{B525E329-ADDC-4E33-91A8-3C469B99F3B2}" destId="{5FA07542-44F4-44F3-AE5B-8640A6DE5F91}" srcOrd="0" destOrd="0" presId="urn:microsoft.com/office/officeart/2005/8/layout/orgChart1"/>
    <dgm:cxn modelId="{A63443F6-EC21-4F85-974B-CC4CF0E34A7A}" type="presParOf" srcId="{5FA07542-44F4-44F3-AE5B-8640A6DE5F91}" destId="{3931D338-BC84-4E08-B7F5-6BCFCE785064}" srcOrd="0" destOrd="0" presId="urn:microsoft.com/office/officeart/2005/8/layout/orgChart1"/>
    <dgm:cxn modelId="{B1B4530C-5CAC-4E57-95E9-5BBB878CDF61}" type="presParOf" srcId="{5FA07542-44F4-44F3-AE5B-8640A6DE5F91}" destId="{E4705828-3F8B-49CF-AD71-6CE808864904}" srcOrd="1" destOrd="0" presId="urn:microsoft.com/office/officeart/2005/8/layout/orgChart1"/>
    <dgm:cxn modelId="{75F6E6FD-A87E-499D-BDCA-F97238490AA9}" type="presParOf" srcId="{B525E329-ADDC-4E33-91A8-3C469B99F3B2}" destId="{77CBE6DA-270B-4ED8-A661-87E569A7C1D8}" srcOrd="1" destOrd="0" presId="urn:microsoft.com/office/officeart/2005/8/layout/orgChart1"/>
    <dgm:cxn modelId="{EB93E813-EEEE-48CD-9F22-7EA4D64A8AB9}" type="presParOf" srcId="{77CBE6DA-270B-4ED8-A661-87E569A7C1D8}" destId="{415CF3D2-8440-4689-82E4-5D326D38387E}" srcOrd="0" destOrd="0" presId="urn:microsoft.com/office/officeart/2005/8/layout/orgChart1"/>
    <dgm:cxn modelId="{CA637967-CCAB-4434-955E-3198152EDDCC}" type="presParOf" srcId="{77CBE6DA-270B-4ED8-A661-87E569A7C1D8}" destId="{502751E4-9B43-426C-95E3-CA82FB957DED}" srcOrd="1" destOrd="0" presId="urn:microsoft.com/office/officeart/2005/8/layout/orgChart1"/>
    <dgm:cxn modelId="{6F89C312-D36D-4C4C-882F-6954F126B0B6}" type="presParOf" srcId="{502751E4-9B43-426C-95E3-CA82FB957DED}" destId="{8023216D-4490-414F-9AA0-03CA9CA37A26}" srcOrd="0" destOrd="0" presId="urn:microsoft.com/office/officeart/2005/8/layout/orgChart1"/>
    <dgm:cxn modelId="{DDD23BB1-9934-4E01-A9FB-DDFD3495376F}" type="presParOf" srcId="{8023216D-4490-414F-9AA0-03CA9CA37A26}" destId="{0405B7B1-D2AB-47B6-B0E7-822DEDF75059}" srcOrd="0" destOrd="0" presId="urn:microsoft.com/office/officeart/2005/8/layout/orgChart1"/>
    <dgm:cxn modelId="{03A34DA1-0C48-4CF9-9C85-D0BFB9BAEEFB}" type="presParOf" srcId="{8023216D-4490-414F-9AA0-03CA9CA37A26}" destId="{F5F5FE3C-0683-4C30-B195-820651A0CA65}" srcOrd="1" destOrd="0" presId="urn:microsoft.com/office/officeart/2005/8/layout/orgChart1"/>
    <dgm:cxn modelId="{35C13527-ADC3-4237-A955-A17025F64068}" type="presParOf" srcId="{502751E4-9B43-426C-95E3-CA82FB957DED}" destId="{E5EFB385-5619-49E3-94C6-C4489D8C8E77}" srcOrd="1" destOrd="0" presId="urn:microsoft.com/office/officeart/2005/8/layout/orgChart1"/>
    <dgm:cxn modelId="{129320AC-A168-43EA-849D-F17017368B3D}" type="presParOf" srcId="{502751E4-9B43-426C-95E3-CA82FB957DED}" destId="{24788AB0-F781-469F-A297-E3DFA814A78E}" srcOrd="2" destOrd="0" presId="urn:microsoft.com/office/officeart/2005/8/layout/orgChart1"/>
    <dgm:cxn modelId="{6C475193-2B71-4C69-B54B-0581772CA290}" type="presParOf" srcId="{77CBE6DA-270B-4ED8-A661-87E569A7C1D8}" destId="{67FABD41-AAAA-4027-B3F5-D9428FE9184F}" srcOrd="2" destOrd="0" presId="urn:microsoft.com/office/officeart/2005/8/layout/orgChart1"/>
    <dgm:cxn modelId="{9BF2B7BE-DC71-4A25-A848-8F5D8356265F}" type="presParOf" srcId="{77CBE6DA-270B-4ED8-A661-87E569A7C1D8}" destId="{69880867-81F2-4B4E-8698-ACF56600226E}" srcOrd="3" destOrd="0" presId="urn:microsoft.com/office/officeart/2005/8/layout/orgChart1"/>
    <dgm:cxn modelId="{3A43F099-5C6D-4395-A0AF-789E4EA4BCC8}" type="presParOf" srcId="{69880867-81F2-4B4E-8698-ACF56600226E}" destId="{F0658CDB-C400-4AC9-974B-13DB379F2C83}" srcOrd="0" destOrd="0" presId="urn:microsoft.com/office/officeart/2005/8/layout/orgChart1"/>
    <dgm:cxn modelId="{C2C81EC4-430F-47D4-B700-2D105679C927}" type="presParOf" srcId="{F0658CDB-C400-4AC9-974B-13DB379F2C83}" destId="{A60489DE-CA27-4B25-B3A6-939E0E8C96CE}" srcOrd="0" destOrd="0" presId="urn:microsoft.com/office/officeart/2005/8/layout/orgChart1"/>
    <dgm:cxn modelId="{489F0936-4179-4A82-B5E2-9098026DE03E}" type="presParOf" srcId="{F0658CDB-C400-4AC9-974B-13DB379F2C83}" destId="{C7E5316B-328E-40A5-9CE0-4C32168DB246}" srcOrd="1" destOrd="0" presId="urn:microsoft.com/office/officeart/2005/8/layout/orgChart1"/>
    <dgm:cxn modelId="{83C09E08-AF65-4866-AA6C-74F1E72D0294}" type="presParOf" srcId="{69880867-81F2-4B4E-8698-ACF56600226E}" destId="{B71C23EE-1B9A-466B-8B9F-BC7999945A3A}" srcOrd="1" destOrd="0" presId="urn:microsoft.com/office/officeart/2005/8/layout/orgChart1"/>
    <dgm:cxn modelId="{0A753A1C-8D77-4B9D-98A9-D525EE82B9AF}" type="presParOf" srcId="{B71C23EE-1B9A-466B-8B9F-BC7999945A3A}" destId="{0E989B30-77FF-4D3D-B43B-BEFD683B2797}" srcOrd="0" destOrd="0" presId="urn:microsoft.com/office/officeart/2005/8/layout/orgChart1"/>
    <dgm:cxn modelId="{FF089A47-7767-4BB9-89CE-C673F571BDD4}" type="presParOf" srcId="{B71C23EE-1B9A-466B-8B9F-BC7999945A3A}" destId="{B357D2E2-C848-47AA-A927-A6592CC599C2}" srcOrd="1" destOrd="0" presId="urn:microsoft.com/office/officeart/2005/8/layout/orgChart1"/>
    <dgm:cxn modelId="{734C4798-0D41-48BF-B49C-9B4AD4D62AE9}" type="presParOf" srcId="{B357D2E2-C848-47AA-A927-A6592CC599C2}" destId="{519E00CF-D337-4519-85AC-51E74F704F6D}" srcOrd="0" destOrd="0" presId="urn:microsoft.com/office/officeart/2005/8/layout/orgChart1"/>
    <dgm:cxn modelId="{014F203D-4228-4192-8472-61EE50D7061B}" type="presParOf" srcId="{519E00CF-D337-4519-85AC-51E74F704F6D}" destId="{D424C9D4-83F1-4C43-A19B-E99BEB115515}" srcOrd="0" destOrd="0" presId="urn:microsoft.com/office/officeart/2005/8/layout/orgChart1"/>
    <dgm:cxn modelId="{EEA7051F-75AD-48AD-8498-5335AD6EDC1E}" type="presParOf" srcId="{519E00CF-D337-4519-85AC-51E74F704F6D}" destId="{EF013343-B8DD-4951-824F-902CDB891D98}" srcOrd="1" destOrd="0" presId="urn:microsoft.com/office/officeart/2005/8/layout/orgChart1"/>
    <dgm:cxn modelId="{CCA39691-36CA-460F-BE46-49A7FAC84DA6}" type="presParOf" srcId="{B357D2E2-C848-47AA-A927-A6592CC599C2}" destId="{6541D2A5-860A-4C62-99A3-685CF9A44A12}" srcOrd="1" destOrd="0" presId="urn:microsoft.com/office/officeart/2005/8/layout/orgChart1"/>
    <dgm:cxn modelId="{008E28EA-B7D6-4366-98EA-4052682AE455}" type="presParOf" srcId="{B357D2E2-C848-47AA-A927-A6592CC599C2}" destId="{F0228598-70F7-4BAB-AEF1-E54AB93ED5FA}" srcOrd="2" destOrd="0" presId="urn:microsoft.com/office/officeart/2005/8/layout/orgChart1"/>
    <dgm:cxn modelId="{6F53033C-85D6-441F-AD1E-496DA253CAA6}" type="presParOf" srcId="{B71C23EE-1B9A-466B-8B9F-BC7999945A3A}" destId="{3E857779-ABCA-4C4F-B51A-AA31B9822C0C}" srcOrd="2" destOrd="0" presId="urn:microsoft.com/office/officeart/2005/8/layout/orgChart1"/>
    <dgm:cxn modelId="{6123023E-2D1E-4F23-AE91-250E1079F1AE}" type="presParOf" srcId="{B71C23EE-1B9A-466B-8B9F-BC7999945A3A}" destId="{FE4C071B-E095-407D-A792-F9526B5F5488}" srcOrd="3" destOrd="0" presId="urn:microsoft.com/office/officeart/2005/8/layout/orgChart1"/>
    <dgm:cxn modelId="{C3EEA957-27D4-48CE-B694-DA58516D8454}" type="presParOf" srcId="{FE4C071B-E095-407D-A792-F9526B5F5488}" destId="{137844C4-F629-47C0-BD16-7554A88ECC9B}" srcOrd="0" destOrd="0" presId="urn:microsoft.com/office/officeart/2005/8/layout/orgChart1"/>
    <dgm:cxn modelId="{528B0D29-DB71-4257-83DE-5A558BA87951}" type="presParOf" srcId="{137844C4-F629-47C0-BD16-7554A88ECC9B}" destId="{EBAE5922-9C03-4F93-B132-73D7C92324F8}" srcOrd="0" destOrd="0" presId="urn:microsoft.com/office/officeart/2005/8/layout/orgChart1"/>
    <dgm:cxn modelId="{8D76691E-3929-485A-98D6-17CFA60107E6}" type="presParOf" srcId="{137844C4-F629-47C0-BD16-7554A88ECC9B}" destId="{D0684C46-6675-46D3-A0E5-26796108F37E}" srcOrd="1" destOrd="0" presId="urn:microsoft.com/office/officeart/2005/8/layout/orgChart1"/>
    <dgm:cxn modelId="{3D454F12-3C3B-4216-8A66-D2244C73B815}" type="presParOf" srcId="{FE4C071B-E095-407D-A792-F9526B5F5488}" destId="{FD69E41B-1684-4D22-9541-1FEA37EA3D37}" srcOrd="1" destOrd="0" presId="urn:microsoft.com/office/officeart/2005/8/layout/orgChart1"/>
    <dgm:cxn modelId="{859ED9A6-43A6-4131-ACD1-2723EB47C2E8}" type="presParOf" srcId="{FD69E41B-1684-4D22-9541-1FEA37EA3D37}" destId="{4780A779-6F8F-4CC8-A411-196C5684E379}" srcOrd="0" destOrd="0" presId="urn:microsoft.com/office/officeart/2005/8/layout/orgChart1"/>
    <dgm:cxn modelId="{C586A183-EAC1-4FE2-AAC6-51486979C01D}" type="presParOf" srcId="{FD69E41B-1684-4D22-9541-1FEA37EA3D37}" destId="{239F62CB-E705-4D78-B19E-EB0E7F2FDF6B}" srcOrd="1" destOrd="0" presId="urn:microsoft.com/office/officeart/2005/8/layout/orgChart1"/>
    <dgm:cxn modelId="{544669F9-5C89-48C2-9BB1-819188ECB7E9}" type="presParOf" srcId="{239F62CB-E705-4D78-B19E-EB0E7F2FDF6B}" destId="{C0291471-284F-4E25-BD0A-32B15B85A09F}" srcOrd="0" destOrd="0" presId="urn:microsoft.com/office/officeart/2005/8/layout/orgChart1"/>
    <dgm:cxn modelId="{0EBF8355-CDEC-4A96-8F16-E5CC33A92593}" type="presParOf" srcId="{C0291471-284F-4E25-BD0A-32B15B85A09F}" destId="{E45CA7C4-37D9-4B63-8344-404871F2BEB8}" srcOrd="0" destOrd="0" presId="urn:microsoft.com/office/officeart/2005/8/layout/orgChart1"/>
    <dgm:cxn modelId="{84C54C14-21D6-41C7-8A0A-66614D84492D}" type="presParOf" srcId="{C0291471-284F-4E25-BD0A-32B15B85A09F}" destId="{CF4B3834-E9D4-4CAB-AD0A-1239E826A9CD}" srcOrd="1" destOrd="0" presId="urn:microsoft.com/office/officeart/2005/8/layout/orgChart1"/>
    <dgm:cxn modelId="{E57937D4-88D1-401D-A719-45E62708DFC0}" type="presParOf" srcId="{239F62CB-E705-4D78-B19E-EB0E7F2FDF6B}" destId="{BD436D95-E084-446A-87CA-0A86C47540D6}" srcOrd="1" destOrd="0" presId="urn:microsoft.com/office/officeart/2005/8/layout/orgChart1"/>
    <dgm:cxn modelId="{3A94398B-6965-4746-9A2E-9416DED5BCE2}" type="presParOf" srcId="{239F62CB-E705-4D78-B19E-EB0E7F2FDF6B}" destId="{D2FFE858-C089-499E-AB86-E315D3850C38}" srcOrd="2" destOrd="0" presId="urn:microsoft.com/office/officeart/2005/8/layout/orgChart1"/>
    <dgm:cxn modelId="{F1CD3C6E-095A-40EB-820E-3AF0F9563DE9}" type="presParOf" srcId="{FD69E41B-1684-4D22-9541-1FEA37EA3D37}" destId="{4D20C190-424C-4022-BA6A-98181D19DAAE}" srcOrd="2" destOrd="0" presId="urn:microsoft.com/office/officeart/2005/8/layout/orgChart1"/>
    <dgm:cxn modelId="{DFE649D3-73A1-4CD2-A6D3-BDCA73A2B1E5}" type="presParOf" srcId="{FD69E41B-1684-4D22-9541-1FEA37EA3D37}" destId="{13376889-10DB-4434-897F-62C07E1EDD7F}" srcOrd="3" destOrd="0" presId="urn:microsoft.com/office/officeart/2005/8/layout/orgChart1"/>
    <dgm:cxn modelId="{F3B0E13D-A0DF-4253-8126-79C0A019219D}" type="presParOf" srcId="{13376889-10DB-4434-897F-62C07E1EDD7F}" destId="{836492C3-25A9-4C6B-B5C7-9B909288565D}" srcOrd="0" destOrd="0" presId="urn:microsoft.com/office/officeart/2005/8/layout/orgChart1"/>
    <dgm:cxn modelId="{01BE13F2-6046-4A95-AEC5-F24E2D130690}" type="presParOf" srcId="{836492C3-25A9-4C6B-B5C7-9B909288565D}" destId="{CD0B6518-FB26-4E08-9A5C-824EFE7F264F}" srcOrd="0" destOrd="0" presId="urn:microsoft.com/office/officeart/2005/8/layout/orgChart1"/>
    <dgm:cxn modelId="{1050F594-0BFA-4EC7-A089-08AE78FF8FAB}" type="presParOf" srcId="{836492C3-25A9-4C6B-B5C7-9B909288565D}" destId="{D0BF5C09-A9C8-46CD-B8E7-044ED8EE2DE9}" srcOrd="1" destOrd="0" presId="urn:microsoft.com/office/officeart/2005/8/layout/orgChart1"/>
    <dgm:cxn modelId="{3EDB0FA9-D3AF-4218-9F5B-0B1F46A0AD6A}" type="presParOf" srcId="{13376889-10DB-4434-897F-62C07E1EDD7F}" destId="{7BCA38EE-B47C-4EF6-8C88-2BC598BA8BB5}" srcOrd="1" destOrd="0" presId="urn:microsoft.com/office/officeart/2005/8/layout/orgChart1"/>
    <dgm:cxn modelId="{5FA134F5-397E-4D3E-86CC-BBA0ABBC76CC}" type="presParOf" srcId="{13376889-10DB-4434-897F-62C07E1EDD7F}" destId="{0E1267B8-F95C-429B-8B15-DF66971EA476}" srcOrd="2" destOrd="0" presId="urn:microsoft.com/office/officeart/2005/8/layout/orgChart1"/>
    <dgm:cxn modelId="{61C0A409-CC26-41AA-B98A-DD1108803204}" type="presParOf" srcId="{FE4C071B-E095-407D-A792-F9526B5F5488}" destId="{81D16155-CAAB-4A66-BCB9-F6EAA87190A2}" srcOrd="2" destOrd="0" presId="urn:microsoft.com/office/officeart/2005/8/layout/orgChart1"/>
    <dgm:cxn modelId="{8934D37C-E022-41D6-876C-A182B3A06897}" type="presParOf" srcId="{69880867-81F2-4B4E-8698-ACF56600226E}" destId="{140B6F84-433A-4920-9F9D-3459A0609825}" srcOrd="2" destOrd="0" presId="urn:microsoft.com/office/officeart/2005/8/layout/orgChart1"/>
    <dgm:cxn modelId="{6AE8D62C-0500-4BBC-91F1-31399512F768}" type="presParOf" srcId="{77CBE6DA-270B-4ED8-A661-87E569A7C1D8}" destId="{066B91F1-B49E-420D-991B-8EA10F362C5A}" srcOrd="4" destOrd="0" presId="urn:microsoft.com/office/officeart/2005/8/layout/orgChart1"/>
    <dgm:cxn modelId="{7FB1DE28-8C07-424E-AEBA-4373FF68991A}" type="presParOf" srcId="{77CBE6DA-270B-4ED8-A661-87E569A7C1D8}" destId="{916E2F95-F812-49B0-A13D-748D2F2845D8}" srcOrd="5" destOrd="0" presId="urn:microsoft.com/office/officeart/2005/8/layout/orgChart1"/>
    <dgm:cxn modelId="{C46E974C-1773-4576-8161-1F65350DB49C}" type="presParOf" srcId="{916E2F95-F812-49B0-A13D-748D2F2845D8}" destId="{DF3A47D6-3F37-421A-82BD-6AC348AB218D}" srcOrd="0" destOrd="0" presId="urn:microsoft.com/office/officeart/2005/8/layout/orgChart1"/>
    <dgm:cxn modelId="{56739F96-5EBF-46B9-A911-BE57F7C03890}" type="presParOf" srcId="{DF3A47D6-3F37-421A-82BD-6AC348AB218D}" destId="{7E685FC7-A542-4137-AA1B-9302A35C2321}" srcOrd="0" destOrd="0" presId="urn:microsoft.com/office/officeart/2005/8/layout/orgChart1"/>
    <dgm:cxn modelId="{63E9D39E-3F94-403E-8490-3EE61542622A}" type="presParOf" srcId="{DF3A47D6-3F37-421A-82BD-6AC348AB218D}" destId="{EC826658-BAD3-4781-91BD-FB503C5A9ADA}" srcOrd="1" destOrd="0" presId="urn:microsoft.com/office/officeart/2005/8/layout/orgChart1"/>
    <dgm:cxn modelId="{70FF819F-E0A1-4B6A-9D36-4AF49697A433}" type="presParOf" srcId="{916E2F95-F812-49B0-A13D-748D2F2845D8}" destId="{BD6F2BB4-DBF3-4C8D-9B5F-95860FD7A8D6}" srcOrd="1" destOrd="0" presId="urn:microsoft.com/office/officeart/2005/8/layout/orgChart1"/>
    <dgm:cxn modelId="{96004A5A-8744-4D8C-998A-FA9C905906FC}" type="presParOf" srcId="{916E2F95-F812-49B0-A13D-748D2F2845D8}" destId="{6590B379-C3E2-41F7-BEE7-038E81EA9A24}" srcOrd="2" destOrd="0" presId="urn:microsoft.com/office/officeart/2005/8/layout/orgChart1"/>
    <dgm:cxn modelId="{9DDAF2FB-8260-4C01-BC00-403A4F1F64D0}" type="presParOf" srcId="{77CBE6DA-270B-4ED8-A661-87E569A7C1D8}" destId="{805353B2-8FBE-4D75-8505-00E622868710}" srcOrd="6" destOrd="0" presId="urn:microsoft.com/office/officeart/2005/8/layout/orgChart1"/>
    <dgm:cxn modelId="{05848D2F-5267-471D-82AB-1E89BED2A10C}" type="presParOf" srcId="{77CBE6DA-270B-4ED8-A661-87E569A7C1D8}" destId="{0D3FEF4C-DED4-4842-8188-F8B932B1E52B}" srcOrd="7" destOrd="0" presId="urn:microsoft.com/office/officeart/2005/8/layout/orgChart1"/>
    <dgm:cxn modelId="{C9546F99-11D1-4A3A-A68B-9B4A409208F2}" type="presParOf" srcId="{0D3FEF4C-DED4-4842-8188-F8B932B1E52B}" destId="{F9CB6F1E-B776-4DC8-8E5D-3635438B57E8}" srcOrd="0" destOrd="0" presId="urn:microsoft.com/office/officeart/2005/8/layout/orgChart1"/>
    <dgm:cxn modelId="{6030B9C1-DB3E-4A13-BC03-22F6605A8A20}" type="presParOf" srcId="{F9CB6F1E-B776-4DC8-8E5D-3635438B57E8}" destId="{6E6E0B09-50B9-4136-8EB3-5878230AAFDB}" srcOrd="0" destOrd="0" presId="urn:microsoft.com/office/officeart/2005/8/layout/orgChart1"/>
    <dgm:cxn modelId="{99E9432F-EA7A-4AC9-B93A-8FE83A33162D}" type="presParOf" srcId="{F9CB6F1E-B776-4DC8-8E5D-3635438B57E8}" destId="{46FFF4DF-AAA7-4131-89E6-8A7F0D2939F3}" srcOrd="1" destOrd="0" presId="urn:microsoft.com/office/officeart/2005/8/layout/orgChart1"/>
    <dgm:cxn modelId="{99C3E3EF-229E-4401-9729-053689A4DAC7}" type="presParOf" srcId="{0D3FEF4C-DED4-4842-8188-F8B932B1E52B}" destId="{A81E957B-AA6B-485C-A36D-A78BF331C260}" srcOrd="1" destOrd="0" presId="urn:microsoft.com/office/officeart/2005/8/layout/orgChart1"/>
    <dgm:cxn modelId="{8407D0AC-4046-42AC-BB57-DAB055070B37}" type="presParOf" srcId="{A81E957B-AA6B-485C-A36D-A78BF331C260}" destId="{50F8FD82-41C4-49A4-989B-1D675C3723C8}" srcOrd="0" destOrd="0" presId="urn:microsoft.com/office/officeart/2005/8/layout/orgChart1"/>
    <dgm:cxn modelId="{3EB784E4-32BE-46A8-8C7A-B736A258ECC7}" type="presParOf" srcId="{A81E957B-AA6B-485C-A36D-A78BF331C260}" destId="{836C4478-A44A-453D-B597-19A19DC6D5B0}" srcOrd="1" destOrd="0" presId="urn:microsoft.com/office/officeart/2005/8/layout/orgChart1"/>
    <dgm:cxn modelId="{32AE9EFA-0569-44BE-920B-3AF37C978F09}" type="presParOf" srcId="{836C4478-A44A-453D-B597-19A19DC6D5B0}" destId="{E1FD1599-4BFE-48DA-84CF-91B02CB27F51}" srcOrd="0" destOrd="0" presId="urn:microsoft.com/office/officeart/2005/8/layout/orgChart1"/>
    <dgm:cxn modelId="{C8C91164-6506-4305-A4C8-A8C933A9F2CA}" type="presParOf" srcId="{E1FD1599-4BFE-48DA-84CF-91B02CB27F51}" destId="{3545741E-0186-445F-B7E8-348DBB874D3C}" srcOrd="0" destOrd="0" presId="urn:microsoft.com/office/officeart/2005/8/layout/orgChart1"/>
    <dgm:cxn modelId="{2BE53D11-FDE8-4FDE-8DF4-A8734DAC7A13}" type="presParOf" srcId="{E1FD1599-4BFE-48DA-84CF-91B02CB27F51}" destId="{84DC1AF7-A581-44E2-94AE-CA4C1D92C5AE}" srcOrd="1" destOrd="0" presId="urn:microsoft.com/office/officeart/2005/8/layout/orgChart1"/>
    <dgm:cxn modelId="{72DE0323-DB3E-4659-A0FE-D45C5B529A7C}" type="presParOf" srcId="{836C4478-A44A-453D-B597-19A19DC6D5B0}" destId="{0B52069A-E63A-4431-AF6A-91F8211DAC16}" srcOrd="1" destOrd="0" presId="urn:microsoft.com/office/officeart/2005/8/layout/orgChart1"/>
    <dgm:cxn modelId="{B1E7364B-43BA-4DB7-9726-29DEDC547933}" type="presParOf" srcId="{836C4478-A44A-453D-B597-19A19DC6D5B0}" destId="{F9F7D53F-D78A-4F35-AD5D-1AB2C3AA64BD}" srcOrd="2" destOrd="0" presId="urn:microsoft.com/office/officeart/2005/8/layout/orgChart1"/>
    <dgm:cxn modelId="{E3C467ED-70CE-4277-A948-18F5ACEBBD15}" type="presParOf" srcId="{0D3FEF4C-DED4-4842-8188-F8B932B1E52B}" destId="{BC13EC81-0488-4AAF-9275-C0E7CA73FEF5}" srcOrd="2" destOrd="0" presId="urn:microsoft.com/office/officeart/2005/8/layout/orgChart1"/>
    <dgm:cxn modelId="{F7794F08-0D85-4331-B673-FEE9611E1A28}" type="presParOf" srcId="{77CBE6DA-270B-4ED8-A661-87E569A7C1D8}" destId="{8410A76E-0BD8-49AB-AAEF-6CB9581BB63B}" srcOrd="8" destOrd="0" presId="urn:microsoft.com/office/officeart/2005/8/layout/orgChart1"/>
    <dgm:cxn modelId="{B50CFA4C-D68F-449D-84C8-4946380EA407}" type="presParOf" srcId="{77CBE6DA-270B-4ED8-A661-87E569A7C1D8}" destId="{32F4BD7D-166C-4224-8B52-92D7BE3035CF}" srcOrd="9" destOrd="0" presId="urn:microsoft.com/office/officeart/2005/8/layout/orgChart1"/>
    <dgm:cxn modelId="{A18A84FF-1AFD-4561-87D8-CB58225CDCA8}" type="presParOf" srcId="{32F4BD7D-166C-4224-8B52-92D7BE3035CF}" destId="{EC5457B3-43C9-4C6A-9A15-0761EDCEB6C2}" srcOrd="0" destOrd="0" presId="urn:microsoft.com/office/officeart/2005/8/layout/orgChart1"/>
    <dgm:cxn modelId="{0CCF6B6B-91E5-49AF-9CEE-81EAC35A84CF}" type="presParOf" srcId="{EC5457B3-43C9-4C6A-9A15-0761EDCEB6C2}" destId="{11DE0409-F7E6-475C-B84F-BEE0383334C5}" srcOrd="0" destOrd="0" presId="urn:microsoft.com/office/officeart/2005/8/layout/orgChart1"/>
    <dgm:cxn modelId="{3D076ABB-5E08-40E8-BD88-215A468312B9}" type="presParOf" srcId="{EC5457B3-43C9-4C6A-9A15-0761EDCEB6C2}" destId="{71A66360-ECEB-43FD-86C5-A10529C3EEF4}" srcOrd="1" destOrd="0" presId="urn:microsoft.com/office/officeart/2005/8/layout/orgChart1"/>
    <dgm:cxn modelId="{D952E280-389B-4D6E-B169-25DB7E724A7E}" type="presParOf" srcId="{32F4BD7D-166C-4224-8B52-92D7BE3035CF}" destId="{2ABBA5EC-A0F1-4471-B2C1-513EF9CE153D}" srcOrd="1" destOrd="0" presId="urn:microsoft.com/office/officeart/2005/8/layout/orgChart1"/>
    <dgm:cxn modelId="{031C594B-C5CA-4265-984C-BA5BBD3EC0B1}" type="presParOf" srcId="{2ABBA5EC-A0F1-4471-B2C1-513EF9CE153D}" destId="{8D127D1B-4DB8-4596-964A-ADD142F0F9A3}" srcOrd="0" destOrd="0" presId="urn:microsoft.com/office/officeart/2005/8/layout/orgChart1"/>
    <dgm:cxn modelId="{FC236DF7-92A4-449C-AAAA-730A581808C6}" type="presParOf" srcId="{2ABBA5EC-A0F1-4471-B2C1-513EF9CE153D}" destId="{93519674-5B97-4725-A66F-04F0E9C1F55A}" srcOrd="1" destOrd="0" presId="urn:microsoft.com/office/officeart/2005/8/layout/orgChart1"/>
    <dgm:cxn modelId="{6420FBE1-B3AA-4B42-B7E9-5416AA7E0830}" type="presParOf" srcId="{93519674-5B97-4725-A66F-04F0E9C1F55A}" destId="{74E57070-152B-4C3F-B645-4846C2DAB320}" srcOrd="0" destOrd="0" presId="urn:microsoft.com/office/officeart/2005/8/layout/orgChart1"/>
    <dgm:cxn modelId="{42912818-C756-4549-96FE-B24881F6951A}" type="presParOf" srcId="{74E57070-152B-4C3F-B645-4846C2DAB320}" destId="{ABE58C53-E77E-491E-94B3-19AB31605589}" srcOrd="0" destOrd="0" presId="urn:microsoft.com/office/officeart/2005/8/layout/orgChart1"/>
    <dgm:cxn modelId="{43EAEB0D-FBC9-4EB9-A5C6-1958829E192C}" type="presParOf" srcId="{74E57070-152B-4C3F-B645-4846C2DAB320}" destId="{4F73122D-D3B5-49B8-933E-82080B0D078C}" srcOrd="1" destOrd="0" presId="urn:microsoft.com/office/officeart/2005/8/layout/orgChart1"/>
    <dgm:cxn modelId="{8E4A5B6D-BAD5-4842-976A-78BB4725AEAB}" type="presParOf" srcId="{93519674-5B97-4725-A66F-04F0E9C1F55A}" destId="{82DA6C83-B7D8-441F-A482-481608B562CF}" srcOrd="1" destOrd="0" presId="urn:microsoft.com/office/officeart/2005/8/layout/orgChart1"/>
    <dgm:cxn modelId="{74D7FF2C-C970-447B-A649-1DAC0D5B8E0E}" type="presParOf" srcId="{93519674-5B97-4725-A66F-04F0E9C1F55A}" destId="{0A77C178-D08E-4FCB-B439-7165B09769A0}" srcOrd="2" destOrd="0" presId="urn:microsoft.com/office/officeart/2005/8/layout/orgChart1"/>
    <dgm:cxn modelId="{0823E781-F8F2-4034-87F4-8B7696D8436A}" type="presParOf" srcId="{32F4BD7D-166C-4224-8B52-92D7BE3035CF}" destId="{8306537C-A41F-47B2-9091-13700AB1FEC1}" srcOrd="2" destOrd="0" presId="urn:microsoft.com/office/officeart/2005/8/layout/orgChart1"/>
    <dgm:cxn modelId="{D5BF9600-832D-480C-BE5D-8B1195DCDFF6}" type="presParOf" srcId="{77CBE6DA-270B-4ED8-A661-87E569A7C1D8}" destId="{C3C43E3E-5C67-4CD0-A0B5-84C595A8C260}" srcOrd="10" destOrd="0" presId="urn:microsoft.com/office/officeart/2005/8/layout/orgChart1"/>
    <dgm:cxn modelId="{16BEEFBC-4D4E-4C49-A60C-3FCFAD404517}" type="presParOf" srcId="{77CBE6DA-270B-4ED8-A661-87E569A7C1D8}" destId="{C801D5F0-5BAE-4D9F-A73C-E12623E28C7E}" srcOrd="11" destOrd="0" presId="urn:microsoft.com/office/officeart/2005/8/layout/orgChart1"/>
    <dgm:cxn modelId="{107CF634-8C3D-4F9D-B6B0-B1E1A530B8B5}" type="presParOf" srcId="{C801D5F0-5BAE-4D9F-A73C-E12623E28C7E}" destId="{8BF0DA66-2208-40BE-97F5-07D05F20D157}" srcOrd="0" destOrd="0" presId="urn:microsoft.com/office/officeart/2005/8/layout/orgChart1"/>
    <dgm:cxn modelId="{07FDFD68-2818-481E-9000-1B9AEF156DA8}" type="presParOf" srcId="{8BF0DA66-2208-40BE-97F5-07D05F20D157}" destId="{4290318A-8933-49DB-8BBD-095144CEB1A9}" srcOrd="0" destOrd="0" presId="urn:microsoft.com/office/officeart/2005/8/layout/orgChart1"/>
    <dgm:cxn modelId="{B24FA047-0AC5-47B2-8ECE-F48FF3CD564D}" type="presParOf" srcId="{8BF0DA66-2208-40BE-97F5-07D05F20D157}" destId="{D37BD249-DE18-45D5-9568-18625EA2B12D}" srcOrd="1" destOrd="0" presId="urn:microsoft.com/office/officeart/2005/8/layout/orgChart1"/>
    <dgm:cxn modelId="{24E7EB51-33B0-4655-B8B0-7A6EE0D07AE1}" type="presParOf" srcId="{C801D5F0-5BAE-4D9F-A73C-E12623E28C7E}" destId="{16DF8BF7-3F62-4EA4-A06C-4E6A751A5410}" srcOrd="1" destOrd="0" presId="urn:microsoft.com/office/officeart/2005/8/layout/orgChart1"/>
    <dgm:cxn modelId="{3131F170-9EE3-4212-9DB7-446D26F16D95}" type="presParOf" srcId="{C801D5F0-5BAE-4D9F-A73C-E12623E28C7E}" destId="{EDA89720-76BC-4F82-AA2C-6953F8934870}" srcOrd="2" destOrd="0" presId="urn:microsoft.com/office/officeart/2005/8/layout/orgChart1"/>
    <dgm:cxn modelId="{8AEAB398-78AD-4DF1-83E2-436A9940B8FE}" type="presParOf" srcId="{B525E329-ADDC-4E33-91A8-3C469B99F3B2}" destId="{737F74DB-12D0-41BA-AD3F-DD1A73E32DEB}" srcOrd="2" destOrd="0" presId="urn:microsoft.com/office/officeart/2005/8/layout/orgChart1"/>
    <dgm:cxn modelId="{D9CA36B2-7031-452D-B96C-6226314CB65C}" type="presParOf" srcId="{737F74DB-12D0-41BA-AD3F-DD1A73E32DEB}" destId="{42288C80-5D7D-46F4-A939-C767C80FE215}" srcOrd="0" destOrd="0" presId="urn:microsoft.com/office/officeart/2005/8/layout/orgChart1"/>
    <dgm:cxn modelId="{88E64379-8951-4EBD-8B27-35E98CA35798}" type="presParOf" srcId="{737F74DB-12D0-41BA-AD3F-DD1A73E32DEB}" destId="{D721D13B-C410-40BC-AA47-622098766A11}" srcOrd="1" destOrd="0" presId="urn:microsoft.com/office/officeart/2005/8/layout/orgChart1"/>
    <dgm:cxn modelId="{D8E75547-38F1-42D6-AFD5-64480682F789}" type="presParOf" srcId="{D721D13B-C410-40BC-AA47-622098766A11}" destId="{6CCC6109-D042-4442-AAB2-211ADCA3F9BE}" srcOrd="0" destOrd="0" presId="urn:microsoft.com/office/officeart/2005/8/layout/orgChart1"/>
    <dgm:cxn modelId="{4F3D3175-B8D6-41E4-9A6D-4763C2D7A908}" type="presParOf" srcId="{6CCC6109-D042-4442-AAB2-211ADCA3F9BE}" destId="{7B411FD2-E1F0-4BA0-A71A-0B2451F93328}" srcOrd="0" destOrd="0" presId="urn:microsoft.com/office/officeart/2005/8/layout/orgChart1"/>
    <dgm:cxn modelId="{CE3D11F6-F16D-4999-9025-73D86E836599}" type="presParOf" srcId="{6CCC6109-D042-4442-AAB2-211ADCA3F9BE}" destId="{7E51A7AA-89F3-40CC-AB97-C90B233E0EB7}" srcOrd="1" destOrd="0" presId="urn:microsoft.com/office/officeart/2005/8/layout/orgChart1"/>
    <dgm:cxn modelId="{BA0220E3-B4FD-43EB-B4FE-2EFC3F938596}" type="presParOf" srcId="{D721D13B-C410-40BC-AA47-622098766A11}" destId="{D9BA4F98-0811-46D7-A77F-4D831F1983F4}" srcOrd="1" destOrd="0" presId="urn:microsoft.com/office/officeart/2005/8/layout/orgChart1"/>
    <dgm:cxn modelId="{294F2A9E-F9A3-4170-8401-37B563FD0DCC}" type="presParOf" srcId="{D721D13B-C410-40BC-AA47-622098766A11}" destId="{E85F1385-B3A4-45E5-991B-2273F007C8F2}" srcOrd="2" destOrd="0" presId="urn:microsoft.com/office/officeart/2005/8/layout/orgChart1"/>
    <dgm:cxn modelId="{1D33C5C4-AB0C-4FEB-842F-53EF97912362}" type="presParOf" srcId="{737F74DB-12D0-41BA-AD3F-DD1A73E32DEB}" destId="{EC21BD8B-6546-4824-8A54-79D56A77761C}" srcOrd="2" destOrd="0" presId="urn:microsoft.com/office/officeart/2005/8/layout/orgChart1"/>
    <dgm:cxn modelId="{12A71D9C-64AE-4F40-9785-1676E8BD5DD6}" type="presParOf" srcId="{737F74DB-12D0-41BA-AD3F-DD1A73E32DEB}" destId="{7DC04336-DD07-4833-A39B-2F47F3FE48AD}" srcOrd="3" destOrd="0" presId="urn:microsoft.com/office/officeart/2005/8/layout/orgChart1"/>
    <dgm:cxn modelId="{80871505-2F1B-443D-8A77-9CE186C7B724}" type="presParOf" srcId="{7DC04336-DD07-4833-A39B-2F47F3FE48AD}" destId="{748CB8ED-D1AF-4680-A4E2-7F64354A8033}" srcOrd="0" destOrd="0" presId="urn:microsoft.com/office/officeart/2005/8/layout/orgChart1"/>
    <dgm:cxn modelId="{806E05A7-80B7-4BE6-9585-2E350758F11A}" type="presParOf" srcId="{748CB8ED-D1AF-4680-A4E2-7F64354A8033}" destId="{CBA22C80-6A80-4AC2-8B07-1B68106B23D3}" srcOrd="0" destOrd="0" presId="urn:microsoft.com/office/officeart/2005/8/layout/orgChart1"/>
    <dgm:cxn modelId="{04DC4664-2C63-4518-A9B2-58640372C026}" type="presParOf" srcId="{748CB8ED-D1AF-4680-A4E2-7F64354A8033}" destId="{42D1C9AF-8A80-4722-A8B9-281C89C1317B}" srcOrd="1" destOrd="0" presId="urn:microsoft.com/office/officeart/2005/8/layout/orgChart1"/>
    <dgm:cxn modelId="{3494F65E-44C8-43D8-9BDE-6EEC5A813867}" type="presParOf" srcId="{7DC04336-DD07-4833-A39B-2F47F3FE48AD}" destId="{C9B9D534-FF47-49E0-BF04-F095974D5034}" srcOrd="1" destOrd="0" presId="urn:microsoft.com/office/officeart/2005/8/layout/orgChart1"/>
    <dgm:cxn modelId="{E207A40E-A5E0-48D6-9A31-55F16E0AECA6}" type="presParOf" srcId="{7DC04336-DD07-4833-A39B-2F47F3FE48AD}" destId="{4CAB45B9-19E1-4368-A719-1075C2FCC68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D435FF-8982-419D-B8CB-44FBEBED3F96}" type="doc">
      <dgm:prSet loTypeId="urn:microsoft.com/office/officeart/2005/8/layout/vList2" loCatId="list" qsTypeId="urn:microsoft.com/office/officeart/2005/8/quickstyle/simple2" qsCatId="simple" csTypeId="urn:microsoft.com/office/officeart/2005/8/colors/colorful5" csCatId="colorful"/>
      <dgm:spPr/>
      <dgm:t>
        <a:bodyPr/>
        <a:lstStyle/>
        <a:p>
          <a:endParaRPr lang="en-US"/>
        </a:p>
      </dgm:t>
    </dgm:pt>
    <dgm:pt modelId="{D8697ADE-8649-4883-A394-9B9343EDF65B}">
      <dgm:prSet/>
      <dgm:spPr/>
      <dgm:t>
        <a:bodyPr/>
        <a:lstStyle/>
        <a:p>
          <a:r>
            <a:rPr lang="en-US" dirty="0"/>
            <a:t>Constant monitoring &amp; detection of specific events</a:t>
          </a:r>
        </a:p>
      </dgm:t>
    </dgm:pt>
    <dgm:pt modelId="{5CCBA991-0F34-4CAD-AE6A-2D118FB15C56}" type="parTrans" cxnId="{7CC5E59D-AA87-4BB2-8029-4050D7CD4340}">
      <dgm:prSet/>
      <dgm:spPr/>
      <dgm:t>
        <a:bodyPr/>
        <a:lstStyle/>
        <a:p>
          <a:endParaRPr lang="en-US"/>
        </a:p>
      </dgm:t>
    </dgm:pt>
    <dgm:pt modelId="{CA8FA38F-273A-4930-93E3-C83BCEB66D02}" type="sibTrans" cxnId="{7CC5E59D-AA87-4BB2-8029-4050D7CD4340}">
      <dgm:prSet/>
      <dgm:spPr/>
      <dgm:t>
        <a:bodyPr/>
        <a:lstStyle/>
        <a:p>
          <a:endParaRPr lang="en-US"/>
        </a:p>
      </dgm:t>
    </dgm:pt>
    <dgm:pt modelId="{02A8194B-559C-450B-8782-78DA90525E84}">
      <dgm:prSet/>
      <dgm:spPr/>
      <dgm:t>
        <a:bodyPr/>
        <a:lstStyle/>
        <a:p>
          <a:r>
            <a:rPr lang="en-US" dirty="0"/>
            <a:t>Military, battlefield surveillance</a:t>
          </a:r>
        </a:p>
      </dgm:t>
    </dgm:pt>
    <dgm:pt modelId="{633937B3-F75F-4006-A529-CC4AC4105D61}" type="parTrans" cxnId="{C9BE4033-A9AA-4487-A794-83F747B1E97A}">
      <dgm:prSet/>
      <dgm:spPr/>
      <dgm:t>
        <a:bodyPr/>
        <a:lstStyle/>
        <a:p>
          <a:endParaRPr lang="en-US"/>
        </a:p>
      </dgm:t>
    </dgm:pt>
    <dgm:pt modelId="{C5BCD877-0ACF-4283-975E-E98229998266}" type="sibTrans" cxnId="{C9BE4033-A9AA-4487-A794-83F747B1E97A}">
      <dgm:prSet/>
      <dgm:spPr/>
      <dgm:t>
        <a:bodyPr/>
        <a:lstStyle/>
        <a:p>
          <a:endParaRPr lang="en-US"/>
        </a:p>
      </dgm:t>
    </dgm:pt>
    <dgm:pt modelId="{0CB0531D-582E-4F3B-BCFE-9C6612945345}">
      <dgm:prSet/>
      <dgm:spPr/>
      <dgm:t>
        <a:bodyPr/>
        <a:lstStyle/>
        <a:p>
          <a:r>
            <a:rPr lang="en-US" dirty="0"/>
            <a:t>Forest fire &amp; flood detection</a:t>
          </a:r>
        </a:p>
      </dgm:t>
    </dgm:pt>
    <dgm:pt modelId="{804D8326-BFDC-4FEC-817A-37CC17CDC5B1}" type="parTrans" cxnId="{260A4451-7026-4CB2-9F4B-3F0F5555BE29}">
      <dgm:prSet/>
      <dgm:spPr/>
      <dgm:t>
        <a:bodyPr/>
        <a:lstStyle/>
        <a:p>
          <a:endParaRPr lang="en-US"/>
        </a:p>
      </dgm:t>
    </dgm:pt>
    <dgm:pt modelId="{BD27CB18-D41C-4701-97C2-AF0E1C6D8F46}" type="sibTrans" cxnId="{260A4451-7026-4CB2-9F4B-3F0F5555BE29}">
      <dgm:prSet/>
      <dgm:spPr/>
      <dgm:t>
        <a:bodyPr/>
        <a:lstStyle/>
        <a:p>
          <a:endParaRPr lang="en-US"/>
        </a:p>
      </dgm:t>
    </dgm:pt>
    <dgm:pt modelId="{DA2403B9-4ACD-421B-B947-9EFFF56651C2}">
      <dgm:prSet/>
      <dgm:spPr/>
      <dgm:t>
        <a:bodyPr/>
        <a:lstStyle/>
        <a:p>
          <a:r>
            <a:rPr lang="en-US" dirty="0"/>
            <a:t>Habitat exploration of animals</a:t>
          </a:r>
        </a:p>
      </dgm:t>
    </dgm:pt>
    <dgm:pt modelId="{6B082FC4-2010-401E-819E-9CA17EC9F75A}" type="parTrans" cxnId="{40149C52-DC95-42F8-8D4D-D94778B55B8A}">
      <dgm:prSet/>
      <dgm:spPr/>
      <dgm:t>
        <a:bodyPr/>
        <a:lstStyle/>
        <a:p>
          <a:endParaRPr lang="en-US"/>
        </a:p>
      </dgm:t>
    </dgm:pt>
    <dgm:pt modelId="{9E426D33-15B4-42D3-B670-7C91B4E02BDD}" type="sibTrans" cxnId="{40149C52-DC95-42F8-8D4D-D94778B55B8A}">
      <dgm:prSet/>
      <dgm:spPr/>
      <dgm:t>
        <a:bodyPr/>
        <a:lstStyle/>
        <a:p>
          <a:endParaRPr lang="en-US"/>
        </a:p>
      </dgm:t>
    </dgm:pt>
    <dgm:pt modelId="{E901F6CA-0068-4FAF-9D5D-92D3F85AF9F7}">
      <dgm:prSet/>
      <dgm:spPr/>
      <dgm:t>
        <a:bodyPr/>
        <a:lstStyle/>
        <a:p>
          <a:r>
            <a:rPr lang="en-US"/>
            <a:t>Patient monitoring</a:t>
          </a:r>
        </a:p>
      </dgm:t>
    </dgm:pt>
    <dgm:pt modelId="{FC067FC2-393C-4D40-8396-867B01A2A1D4}" type="parTrans" cxnId="{0606D2BC-D98A-4496-A184-AD7DB29DC788}">
      <dgm:prSet/>
      <dgm:spPr/>
      <dgm:t>
        <a:bodyPr/>
        <a:lstStyle/>
        <a:p>
          <a:endParaRPr lang="en-US"/>
        </a:p>
      </dgm:t>
    </dgm:pt>
    <dgm:pt modelId="{FF2E7BE0-BB6F-4427-BD8D-F7DD91455CA5}" type="sibTrans" cxnId="{0606D2BC-D98A-4496-A184-AD7DB29DC788}">
      <dgm:prSet/>
      <dgm:spPr/>
      <dgm:t>
        <a:bodyPr/>
        <a:lstStyle/>
        <a:p>
          <a:endParaRPr lang="en-US"/>
        </a:p>
      </dgm:t>
    </dgm:pt>
    <dgm:pt modelId="{23B4D9ED-CAF2-4508-86AE-CB7287EEB24E}">
      <dgm:prSet/>
      <dgm:spPr/>
      <dgm:t>
        <a:bodyPr/>
        <a:lstStyle/>
        <a:p>
          <a:r>
            <a:rPr lang="en-US"/>
            <a:t>Home appliances</a:t>
          </a:r>
        </a:p>
      </dgm:t>
    </dgm:pt>
    <dgm:pt modelId="{35D4E071-B19E-46ED-A2C4-EE6B16273E9C}" type="parTrans" cxnId="{DFCF6DBF-5A23-4442-8730-07FFCF58C0DF}">
      <dgm:prSet/>
      <dgm:spPr/>
      <dgm:t>
        <a:bodyPr/>
        <a:lstStyle/>
        <a:p>
          <a:endParaRPr lang="en-US"/>
        </a:p>
      </dgm:t>
    </dgm:pt>
    <dgm:pt modelId="{B2188B17-7E52-45EC-8F1F-ECD471F7AFED}" type="sibTrans" cxnId="{DFCF6DBF-5A23-4442-8730-07FFCF58C0DF}">
      <dgm:prSet/>
      <dgm:spPr/>
      <dgm:t>
        <a:bodyPr/>
        <a:lstStyle/>
        <a:p>
          <a:endParaRPr lang="en-US"/>
        </a:p>
      </dgm:t>
    </dgm:pt>
    <dgm:pt modelId="{C62D48BB-F0AC-4072-8F81-8A854B6505E6}" type="pres">
      <dgm:prSet presAssocID="{DBD435FF-8982-419D-B8CB-44FBEBED3F96}" presName="linear" presStyleCnt="0">
        <dgm:presLayoutVars>
          <dgm:animLvl val="lvl"/>
          <dgm:resizeHandles val="exact"/>
        </dgm:presLayoutVars>
      </dgm:prSet>
      <dgm:spPr/>
    </dgm:pt>
    <dgm:pt modelId="{C0A855F1-1990-4EAE-8F31-059C5EBCF40A}" type="pres">
      <dgm:prSet presAssocID="{D8697ADE-8649-4883-A394-9B9343EDF65B}" presName="parentText" presStyleLbl="node1" presStyleIdx="0" presStyleCnt="6" custLinFactY="-57485" custLinFactNeighborX="-56280" custLinFactNeighborY="-100000">
        <dgm:presLayoutVars>
          <dgm:chMax val="0"/>
          <dgm:bulletEnabled val="1"/>
        </dgm:presLayoutVars>
      </dgm:prSet>
      <dgm:spPr/>
    </dgm:pt>
    <dgm:pt modelId="{D3078F68-B1E2-4B10-9030-6E2CD923351D}" type="pres">
      <dgm:prSet presAssocID="{CA8FA38F-273A-4930-93E3-C83BCEB66D02}" presName="spacer" presStyleCnt="0"/>
      <dgm:spPr/>
    </dgm:pt>
    <dgm:pt modelId="{0092E8EA-352D-4F7D-A719-D9FEA0EAF4BC}" type="pres">
      <dgm:prSet presAssocID="{02A8194B-559C-450B-8782-78DA90525E84}" presName="parentText" presStyleLbl="node1" presStyleIdx="1" presStyleCnt="6">
        <dgm:presLayoutVars>
          <dgm:chMax val="0"/>
          <dgm:bulletEnabled val="1"/>
        </dgm:presLayoutVars>
      </dgm:prSet>
      <dgm:spPr/>
    </dgm:pt>
    <dgm:pt modelId="{8E1540AC-46B3-47D6-A261-AA87D1BD4F0F}" type="pres">
      <dgm:prSet presAssocID="{C5BCD877-0ACF-4283-975E-E98229998266}" presName="spacer" presStyleCnt="0"/>
      <dgm:spPr/>
    </dgm:pt>
    <dgm:pt modelId="{30FE0500-8148-44EA-BB2D-BA5F8F9F6071}" type="pres">
      <dgm:prSet presAssocID="{0CB0531D-582E-4F3B-BCFE-9C6612945345}" presName="parentText" presStyleLbl="node1" presStyleIdx="2" presStyleCnt="6">
        <dgm:presLayoutVars>
          <dgm:chMax val="0"/>
          <dgm:bulletEnabled val="1"/>
        </dgm:presLayoutVars>
      </dgm:prSet>
      <dgm:spPr/>
    </dgm:pt>
    <dgm:pt modelId="{5A69D57D-EBCD-44AA-8589-38919D938DD5}" type="pres">
      <dgm:prSet presAssocID="{BD27CB18-D41C-4701-97C2-AF0E1C6D8F46}" presName="spacer" presStyleCnt="0"/>
      <dgm:spPr/>
    </dgm:pt>
    <dgm:pt modelId="{9DFA22ED-581B-424C-9BF3-9E5B8EAA336D}" type="pres">
      <dgm:prSet presAssocID="{DA2403B9-4ACD-421B-B947-9EFFF56651C2}" presName="parentText" presStyleLbl="node1" presStyleIdx="3" presStyleCnt="6">
        <dgm:presLayoutVars>
          <dgm:chMax val="0"/>
          <dgm:bulletEnabled val="1"/>
        </dgm:presLayoutVars>
      </dgm:prSet>
      <dgm:spPr/>
    </dgm:pt>
    <dgm:pt modelId="{4AFEF5D6-42FD-4992-9F2E-987EA10F1DE6}" type="pres">
      <dgm:prSet presAssocID="{9E426D33-15B4-42D3-B670-7C91B4E02BDD}" presName="spacer" presStyleCnt="0"/>
      <dgm:spPr/>
    </dgm:pt>
    <dgm:pt modelId="{364FA9CF-71F2-45E6-AC70-77828AD5380D}" type="pres">
      <dgm:prSet presAssocID="{E901F6CA-0068-4FAF-9D5D-92D3F85AF9F7}" presName="parentText" presStyleLbl="node1" presStyleIdx="4" presStyleCnt="6">
        <dgm:presLayoutVars>
          <dgm:chMax val="0"/>
          <dgm:bulletEnabled val="1"/>
        </dgm:presLayoutVars>
      </dgm:prSet>
      <dgm:spPr/>
    </dgm:pt>
    <dgm:pt modelId="{4DC92DD6-00A6-4383-9804-A9F8681B0AC2}" type="pres">
      <dgm:prSet presAssocID="{FF2E7BE0-BB6F-4427-BD8D-F7DD91455CA5}" presName="spacer" presStyleCnt="0"/>
      <dgm:spPr/>
    </dgm:pt>
    <dgm:pt modelId="{44F4E30C-6C01-4305-8392-0D0DD640A785}" type="pres">
      <dgm:prSet presAssocID="{23B4D9ED-CAF2-4508-86AE-CB7287EEB24E}" presName="parentText" presStyleLbl="node1" presStyleIdx="5" presStyleCnt="6" custLinFactNeighborX="-3614" custLinFactNeighborY="-37288">
        <dgm:presLayoutVars>
          <dgm:chMax val="0"/>
          <dgm:bulletEnabled val="1"/>
        </dgm:presLayoutVars>
      </dgm:prSet>
      <dgm:spPr/>
    </dgm:pt>
  </dgm:ptLst>
  <dgm:cxnLst>
    <dgm:cxn modelId="{10CE872B-CD28-4EAD-B3E9-431F17241C60}" type="presOf" srcId="{02A8194B-559C-450B-8782-78DA90525E84}" destId="{0092E8EA-352D-4F7D-A719-D9FEA0EAF4BC}" srcOrd="0" destOrd="0" presId="urn:microsoft.com/office/officeart/2005/8/layout/vList2"/>
    <dgm:cxn modelId="{C9BE4033-A9AA-4487-A794-83F747B1E97A}" srcId="{DBD435FF-8982-419D-B8CB-44FBEBED3F96}" destId="{02A8194B-559C-450B-8782-78DA90525E84}" srcOrd="1" destOrd="0" parTransId="{633937B3-F75F-4006-A529-CC4AC4105D61}" sibTransId="{C5BCD877-0ACF-4283-975E-E98229998266}"/>
    <dgm:cxn modelId="{C2497E5D-F7DF-481D-B514-AF6D57D30BA4}" type="presOf" srcId="{E901F6CA-0068-4FAF-9D5D-92D3F85AF9F7}" destId="{364FA9CF-71F2-45E6-AC70-77828AD5380D}" srcOrd="0" destOrd="0" presId="urn:microsoft.com/office/officeart/2005/8/layout/vList2"/>
    <dgm:cxn modelId="{260A4451-7026-4CB2-9F4B-3F0F5555BE29}" srcId="{DBD435FF-8982-419D-B8CB-44FBEBED3F96}" destId="{0CB0531D-582E-4F3B-BCFE-9C6612945345}" srcOrd="2" destOrd="0" parTransId="{804D8326-BFDC-4FEC-817A-37CC17CDC5B1}" sibTransId="{BD27CB18-D41C-4701-97C2-AF0E1C6D8F46}"/>
    <dgm:cxn modelId="{40149C52-DC95-42F8-8D4D-D94778B55B8A}" srcId="{DBD435FF-8982-419D-B8CB-44FBEBED3F96}" destId="{DA2403B9-4ACD-421B-B947-9EFFF56651C2}" srcOrd="3" destOrd="0" parTransId="{6B082FC4-2010-401E-819E-9CA17EC9F75A}" sibTransId="{9E426D33-15B4-42D3-B670-7C91B4E02BDD}"/>
    <dgm:cxn modelId="{2B73C77F-3534-48D3-A201-20D6F517783D}" type="presOf" srcId="{23B4D9ED-CAF2-4508-86AE-CB7287EEB24E}" destId="{44F4E30C-6C01-4305-8392-0D0DD640A785}" srcOrd="0" destOrd="0" presId="urn:microsoft.com/office/officeart/2005/8/layout/vList2"/>
    <dgm:cxn modelId="{7CC5E59D-AA87-4BB2-8029-4050D7CD4340}" srcId="{DBD435FF-8982-419D-B8CB-44FBEBED3F96}" destId="{D8697ADE-8649-4883-A394-9B9343EDF65B}" srcOrd="0" destOrd="0" parTransId="{5CCBA991-0F34-4CAD-AE6A-2D118FB15C56}" sibTransId="{CA8FA38F-273A-4930-93E3-C83BCEB66D02}"/>
    <dgm:cxn modelId="{01E05EB6-2AB9-4EDD-95EA-28159AE0E4F3}" type="presOf" srcId="{D8697ADE-8649-4883-A394-9B9343EDF65B}" destId="{C0A855F1-1990-4EAE-8F31-059C5EBCF40A}" srcOrd="0" destOrd="0" presId="urn:microsoft.com/office/officeart/2005/8/layout/vList2"/>
    <dgm:cxn modelId="{0606D2BC-D98A-4496-A184-AD7DB29DC788}" srcId="{DBD435FF-8982-419D-B8CB-44FBEBED3F96}" destId="{E901F6CA-0068-4FAF-9D5D-92D3F85AF9F7}" srcOrd="4" destOrd="0" parTransId="{FC067FC2-393C-4D40-8396-867B01A2A1D4}" sibTransId="{FF2E7BE0-BB6F-4427-BD8D-F7DD91455CA5}"/>
    <dgm:cxn modelId="{E5BD9ABE-8F91-4F51-9431-EA76FFAD70F0}" type="presOf" srcId="{DA2403B9-4ACD-421B-B947-9EFFF56651C2}" destId="{9DFA22ED-581B-424C-9BF3-9E5B8EAA336D}" srcOrd="0" destOrd="0" presId="urn:microsoft.com/office/officeart/2005/8/layout/vList2"/>
    <dgm:cxn modelId="{DFCF6DBF-5A23-4442-8730-07FFCF58C0DF}" srcId="{DBD435FF-8982-419D-B8CB-44FBEBED3F96}" destId="{23B4D9ED-CAF2-4508-86AE-CB7287EEB24E}" srcOrd="5" destOrd="0" parTransId="{35D4E071-B19E-46ED-A2C4-EE6B16273E9C}" sibTransId="{B2188B17-7E52-45EC-8F1F-ECD471F7AFED}"/>
    <dgm:cxn modelId="{F7A994C0-0F18-4C29-85BB-9A1BFA2FA61C}" type="presOf" srcId="{DBD435FF-8982-419D-B8CB-44FBEBED3F96}" destId="{C62D48BB-F0AC-4072-8F81-8A854B6505E6}" srcOrd="0" destOrd="0" presId="urn:microsoft.com/office/officeart/2005/8/layout/vList2"/>
    <dgm:cxn modelId="{E6957DF4-A28A-4FC8-8048-7AA06965F7EF}" type="presOf" srcId="{0CB0531D-582E-4F3B-BCFE-9C6612945345}" destId="{30FE0500-8148-44EA-BB2D-BA5F8F9F6071}" srcOrd="0" destOrd="0" presId="urn:microsoft.com/office/officeart/2005/8/layout/vList2"/>
    <dgm:cxn modelId="{B72FB83D-408F-460F-BE1D-C18D80974E71}" type="presParOf" srcId="{C62D48BB-F0AC-4072-8F81-8A854B6505E6}" destId="{C0A855F1-1990-4EAE-8F31-059C5EBCF40A}" srcOrd="0" destOrd="0" presId="urn:microsoft.com/office/officeart/2005/8/layout/vList2"/>
    <dgm:cxn modelId="{51B19E15-573D-4391-AB73-AB9DC5451411}" type="presParOf" srcId="{C62D48BB-F0AC-4072-8F81-8A854B6505E6}" destId="{D3078F68-B1E2-4B10-9030-6E2CD923351D}" srcOrd="1" destOrd="0" presId="urn:microsoft.com/office/officeart/2005/8/layout/vList2"/>
    <dgm:cxn modelId="{68AB5926-C6B7-45DF-8A9C-2D9953C86CF0}" type="presParOf" srcId="{C62D48BB-F0AC-4072-8F81-8A854B6505E6}" destId="{0092E8EA-352D-4F7D-A719-D9FEA0EAF4BC}" srcOrd="2" destOrd="0" presId="urn:microsoft.com/office/officeart/2005/8/layout/vList2"/>
    <dgm:cxn modelId="{776C13FA-B32E-4635-BA0A-218FADE0E0CF}" type="presParOf" srcId="{C62D48BB-F0AC-4072-8F81-8A854B6505E6}" destId="{8E1540AC-46B3-47D6-A261-AA87D1BD4F0F}" srcOrd="3" destOrd="0" presId="urn:microsoft.com/office/officeart/2005/8/layout/vList2"/>
    <dgm:cxn modelId="{4CA46ED1-62F9-4580-94D0-7700BA2ECF88}" type="presParOf" srcId="{C62D48BB-F0AC-4072-8F81-8A854B6505E6}" destId="{30FE0500-8148-44EA-BB2D-BA5F8F9F6071}" srcOrd="4" destOrd="0" presId="urn:microsoft.com/office/officeart/2005/8/layout/vList2"/>
    <dgm:cxn modelId="{5791C99F-CF08-429F-AE91-920367401552}" type="presParOf" srcId="{C62D48BB-F0AC-4072-8F81-8A854B6505E6}" destId="{5A69D57D-EBCD-44AA-8589-38919D938DD5}" srcOrd="5" destOrd="0" presId="urn:microsoft.com/office/officeart/2005/8/layout/vList2"/>
    <dgm:cxn modelId="{7711977F-7B54-43FB-B55B-F45A1B243F22}" type="presParOf" srcId="{C62D48BB-F0AC-4072-8F81-8A854B6505E6}" destId="{9DFA22ED-581B-424C-9BF3-9E5B8EAA336D}" srcOrd="6" destOrd="0" presId="urn:microsoft.com/office/officeart/2005/8/layout/vList2"/>
    <dgm:cxn modelId="{3C55CA85-8D99-4665-89C4-DE298B770BF3}" type="presParOf" srcId="{C62D48BB-F0AC-4072-8F81-8A854B6505E6}" destId="{4AFEF5D6-42FD-4992-9F2E-987EA10F1DE6}" srcOrd="7" destOrd="0" presId="urn:microsoft.com/office/officeart/2005/8/layout/vList2"/>
    <dgm:cxn modelId="{43E30636-284C-4A3A-BD11-A2DEBE18664F}" type="presParOf" srcId="{C62D48BB-F0AC-4072-8F81-8A854B6505E6}" destId="{364FA9CF-71F2-45E6-AC70-77828AD5380D}" srcOrd="8" destOrd="0" presId="urn:microsoft.com/office/officeart/2005/8/layout/vList2"/>
    <dgm:cxn modelId="{C1C86F88-153E-4432-9F74-3A167833DFAF}" type="presParOf" srcId="{C62D48BB-F0AC-4072-8F81-8A854B6505E6}" destId="{4DC92DD6-00A6-4383-9804-A9F8681B0AC2}" srcOrd="9" destOrd="0" presId="urn:microsoft.com/office/officeart/2005/8/layout/vList2"/>
    <dgm:cxn modelId="{A2EA0D9E-A07C-4969-8D61-3CEC42187415}" type="presParOf" srcId="{C62D48BB-F0AC-4072-8F81-8A854B6505E6}" destId="{44F4E30C-6C01-4305-8392-0D0DD640A785}"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DFE88F-E82D-41F4-B588-1DAB1F0D88D5}" type="doc">
      <dgm:prSet loTypeId="urn:microsoft.com/office/officeart/2005/8/layout/hierarchy4" loCatId="hierarchy" qsTypeId="urn:microsoft.com/office/officeart/2005/8/quickstyle/simple3" qsCatId="simple" csTypeId="urn:microsoft.com/office/officeart/2005/8/colors/accent1_3" csCatId="accent1" phldr="1"/>
      <dgm:spPr/>
      <dgm:t>
        <a:bodyPr/>
        <a:lstStyle/>
        <a:p>
          <a:endParaRPr lang="de-DE"/>
        </a:p>
      </dgm:t>
    </dgm:pt>
    <dgm:pt modelId="{BB3D1489-3624-4548-80D9-D9CF6289BB08}">
      <dgm:prSet phldrT="[Text]"/>
      <dgm:spPr/>
      <dgm:t>
        <a:bodyPr/>
        <a:lstStyle/>
        <a:p>
          <a:r>
            <a:rPr lang="en-US" noProof="0" dirty="0"/>
            <a:t>Vehicle-to-X</a:t>
          </a:r>
        </a:p>
      </dgm:t>
    </dgm:pt>
    <dgm:pt modelId="{F8F06D65-317D-4762-8877-67314E15D506}" type="parTrans" cxnId="{7CDFE98F-E21E-42F8-A9BF-84F346507A0B}">
      <dgm:prSet/>
      <dgm:spPr/>
      <dgm:t>
        <a:bodyPr/>
        <a:lstStyle/>
        <a:p>
          <a:endParaRPr lang="de-DE"/>
        </a:p>
      </dgm:t>
    </dgm:pt>
    <dgm:pt modelId="{60474C45-E0F5-4E92-8CA1-18266FB88F83}" type="sibTrans" cxnId="{7CDFE98F-E21E-42F8-A9BF-84F346507A0B}">
      <dgm:prSet/>
      <dgm:spPr/>
      <dgm:t>
        <a:bodyPr/>
        <a:lstStyle/>
        <a:p>
          <a:endParaRPr lang="de-DE"/>
        </a:p>
      </dgm:t>
    </dgm:pt>
    <dgm:pt modelId="{003A451F-6083-4568-B66E-BCCF424D55BF}">
      <dgm:prSet phldrT="[Text]"/>
      <dgm:spPr/>
      <dgm:t>
        <a:bodyPr/>
        <a:lstStyle/>
        <a:p>
          <a:r>
            <a:rPr lang="en-US" noProof="0" dirty="0"/>
            <a:t>Non-Safety</a:t>
          </a:r>
        </a:p>
      </dgm:t>
    </dgm:pt>
    <dgm:pt modelId="{C29DEFDC-574E-40C3-82EE-3F4E0A71FABB}" type="parTrans" cxnId="{7BBA50FB-5F58-47DB-B941-510C69553E46}">
      <dgm:prSet/>
      <dgm:spPr/>
      <dgm:t>
        <a:bodyPr/>
        <a:lstStyle/>
        <a:p>
          <a:endParaRPr lang="en-US" noProof="0"/>
        </a:p>
      </dgm:t>
    </dgm:pt>
    <dgm:pt modelId="{3F67A94C-DC28-4361-9423-040A775EFB76}" type="sibTrans" cxnId="{7BBA50FB-5F58-47DB-B941-510C69553E46}">
      <dgm:prSet/>
      <dgm:spPr/>
      <dgm:t>
        <a:bodyPr/>
        <a:lstStyle/>
        <a:p>
          <a:endParaRPr lang="de-DE"/>
        </a:p>
      </dgm:t>
    </dgm:pt>
    <dgm:pt modelId="{A4EEA6F5-1C9D-4B5D-AAF5-7C4E621FD5B6}">
      <dgm:prSet phldrT="[Text]"/>
      <dgm:spPr/>
      <dgm:t>
        <a:bodyPr/>
        <a:lstStyle/>
        <a:p>
          <a:r>
            <a:rPr lang="en-US" noProof="0" dirty="0"/>
            <a:t>Safety</a:t>
          </a:r>
        </a:p>
      </dgm:t>
    </dgm:pt>
    <dgm:pt modelId="{84EA0500-B0E2-49DC-A5BE-CDB65373C3A1}" type="parTrans" cxnId="{B3ABB3AA-BDDE-4ED8-B6DE-EF7E9DBE6409}">
      <dgm:prSet/>
      <dgm:spPr/>
      <dgm:t>
        <a:bodyPr/>
        <a:lstStyle/>
        <a:p>
          <a:endParaRPr lang="en-US" noProof="0"/>
        </a:p>
      </dgm:t>
    </dgm:pt>
    <dgm:pt modelId="{A49DA47F-59B9-45DB-9308-4032DE87362B}" type="sibTrans" cxnId="{B3ABB3AA-BDDE-4ED8-B6DE-EF7E9DBE6409}">
      <dgm:prSet/>
      <dgm:spPr/>
      <dgm:t>
        <a:bodyPr/>
        <a:lstStyle/>
        <a:p>
          <a:endParaRPr lang="de-DE"/>
        </a:p>
      </dgm:t>
    </dgm:pt>
    <dgm:pt modelId="{6B442AD0-FC08-49CD-ADCA-9DA049070315}">
      <dgm:prSet phldrT="[Text]"/>
      <dgm:spPr/>
      <dgm:t>
        <a:bodyPr/>
        <a:lstStyle/>
        <a:p>
          <a:r>
            <a:rPr lang="en-US" noProof="0" dirty="0"/>
            <a:t>Adaptive Cruise Control</a:t>
          </a:r>
        </a:p>
      </dgm:t>
    </dgm:pt>
    <dgm:pt modelId="{A62DCD2C-3D2A-408F-AC93-2CBE680062F7}" type="parTrans" cxnId="{28262722-14A8-4376-A01E-F2E2C376571B}">
      <dgm:prSet/>
      <dgm:spPr/>
      <dgm:t>
        <a:bodyPr/>
        <a:lstStyle/>
        <a:p>
          <a:endParaRPr lang="en-US" noProof="0"/>
        </a:p>
      </dgm:t>
    </dgm:pt>
    <dgm:pt modelId="{360DD819-CD16-4764-B6BE-D7ECB32B8407}" type="sibTrans" cxnId="{28262722-14A8-4376-A01E-F2E2C376571B}">
      <dgm:prSet/>
      <dgm:spPr/>
      <dgm:t>
        <a:bodyPr/>
        <a:lstStyle/>
        <a:p>
          <a:endParaRPr lang="de-DE"/>
        </a:p>
      </dgm:t>
    </dgm:pt>
    <dgm:pt modelId="{23596DC8-2B66-466D-B9CF-285B61D88A1F}">
      <dgm:prSet phldrT="[Text]"/>
      <dgm:spPr/>
      <dgm:t>
        <a:bodyPr/>
        <a:lstStyle/>
        <a:p>
          <a:r>
            <a:rPr lang="en-US" noProof="0" dirty="0"/>
            <a:t>Comfort</a:t>
          </a:r>
        </a:p>
      </dgm:t>
    </dgm:pt>
    <dgm:pt modelId="{0710F36E-B7CE-48EC-9788-E0D6A3D21B83}" type="parTrans" cxnId="{C68493C2-AD43-4790-8406-B67663D861E4}">
      <dgm:prSet/>
      <dgm:spPr/>
      <dgm:t>
        <a:bodyPr/>
        <a:lstStyle/>
        <a:p>
          <a:endParaRPr lang="en-US" noProof="0"/>
        </a:p>
      </dgm:t>
    </dgm:pt>
    <dgm:pt modelId="{AC746E51-10CC-4B84-9B1A-A7577DEEAAE6}" type="sibTrans" cxnId="{C68493C2-AD43-4790-8406-B67663D861E4}">
      <dgm:prSet/>
      <dgm:spPr/>
      <dgm:t>
        <a:bodyPr/>
        <a:lstStyle/>
        <a:p>
          <a:endParaRPr lang="de-DE"/>
        </a:p>
      </dgm:t>
    </dgm:pt>
    <dgm:pt modelId="{C912CD51-D6C5-4565-8B14-45EA4DA82501}">
      <dgm:prSet phldrT="[Text]"/>
      <dgm:spPr/>
      <dgm:t>
        <a:bodyPr/>
        <a:lstStyle/>
        <a:p>
          <a:r>
            <a:rPr lang="en-US" noProof="0" dirty="0"/>
            <a:t>Blind Spot Warning</a:t>
          </a:r>
        </a:p>
      </dgm:t>
    </dgm:pt>
    <dgm:pt modelId="{F49F1F83-826D-46E4-AC0A-C783EA28F4C8}" type="parTrans" cxnId="{1CAD2E6A-3183-4D13-BA11-77534D5D8D8A}">
      <dgm:prSet/>
      <dgm:spPr/>
      <dgm:t>
        <a:bodyPr/>
        <a:lstStyle/>
        <a:p>
          <a:endParaRPr lang="en-US" noProof="0"/>
        </a:p>
      </dgm:t>
    </dgm:pt>
    <dgm:pt modelId="{D16938A3-8F6F-4EB9-9865-D53FF0444872}" type="sibTrans" cxnId="{1CAD2E6A-3183-4D13-BA11-77534D5D8D8A}">
      <dgm:prSet/>
      <dgm:spPr/>
      <dgm:t>
        <a:bodyPr/>
        <a:lstStyle/>
        <a:p>
          <a:endParaRPr lang="de-DE"/>
        </a:p>
      </dgm:t>
    </dgm:pt>
    <dgm:pt modelId="{647D7E63-1F81-421F-BF20-850E49D8C4F9}">
      <dgm:prSet phldrT="[Text]"/>
      <dgm:spPr/>
      <dgm:t>
        <a:bodyPr/>
        <a:lstStyle/>
        <a:p>
          <a:r>
            <a:rPr lang="en-US" noProof="0" dirty="0"/>
            <a:t>Warning Messages</a:t>
          </a:r>
        </a:p>
      </dgm:t>
    </dgm:pt>
    <dgm:pt modelId="{9166802C-EFD3-4794-B371-CA15A75B73F1}" type="parTrans" cxnId="{51FA56D9-8973-416E-A2A6-9C7986F46A11}">
      <dgm:prSet/>
      <dgm:spPr/>
      <dgm:t>
        <a:bodyPr/>
        <a:lstStyle/>
        <a:p>
          <a:endParaRPr lang="en-US" noProof="0"/>
        </a:p>
      </dgm:t>
    </dgm:pt>
    <dgm:pt modelId="{CCBF0EC4-BDF1-4357-97A4-7E8012EB5521}" type="sibTrans" cxnId="{51FA56D9-8973-416E-A2A6-9C7986F46A11}">
      <dgm:prSet/>
      <dgm:spPr/>
      <dgm:t>
        <a:bodyPr/>
        <a:lstStyle/>
        <a:p>
          <a:endParaRPr lang="de-DE"/>
        </a:p>
      </dgm:t>
    </dgm:pt>
    <dgm:pt modelId="{2E1B5DF2-E713-4316-8898-AF34334802D0}">
      <dgm:prSet phldrT="[Text]"/>
      <dgm:spPr/>
      <dgm:t>
        <a:bodyPr/>
        <a:lstStyle/>
        <a:p>
          <a:r>
            <a:rPr lang="en-US" noProof="0" dirty="0"/>
            <a:t>Electronic Brake Light</a:t>
          </a:r>
        </a:p>
      </dgm:t>
    </dgm:pt>
    <dgm:pt modelId="{A408604E-D55F-4C1D-96C8-22C15FC8A071}" type="parTrans" cxnId="{D76A5415-EA4B-44DB-8617-92FAEC7F0635}">
      <dgm:prSet/>
      <dgm:spPr/>
      <dgm:t>
        <a:bodyPr/>
        <a:lstStyle/>
        <a:p>
          <a:endParaRPr lang="en-US" noProof="0"/>
        </a:p>
      </dgm:t>
    </dgm:pt>
    <dgm:pt modelId="{8ADEE5D0-255A-4B99-8EF1-B86309B7A6F0}" type="sibTrans" cxnId="{D76A5415-EA4B-44DB-8617-92FAEC7F0635}">
      <dgm:prSet/>
      <dgm:spPr/>
      <dgm:t>
        <a:bodyPr/>
        <a:lstStyle/>
        <a:p>
          <a:endParaRPr lang="de-DE"/>
        </a:p>
      </dgm:t>
    </dgm:pt>
    <dgm:pt modelId="{57FF5A14-B7EE-41A5-9618-E988938AF551}">
      <dgm:prSet phldrT="[Text]"/>
      <dgm:spPr/>
      <dgm:t>
        <a:bodyPr/>
        <a:lstStyle/>
        <a:p>
          <a:r>
            <a:rPr lang="en-US" noProof="0" dirty="0"/>
            <a:t>Traffic Information Systems</a:t>
          </a:r>
        </a:p>
      </dgm:t>
    </dgm:pt>
    <dgm:pt modelId="{981C161D-37D0-420F-83D9-0EA8CDA8AE77}" type="parTrans" cxnId="{21142659-03B9-4952-A08D-DC3676E4A11F}">
      <dgm:prSet/>
      <dgm:spPr/>
      <dgm:t>
        <a:bodyPr/>
        <a:lstStyle/>
        <a:p>
          <a:endParaRPr lang="en-US" noProof="0"/>
        </a:p>
      </dgm:t>
    </dgm:pt>
    <dgm:pt modelId="{0A96C033-C32F-49B8-8369-2650154A0CAB}" type="sibTrans" cxnId="{21142659-03B9-4952-A08D-DC3676E4A11F}">
      <dgm:prSet/>
      <dgm:spPr/>
      <dgm:t>
        <a:bodyPr/>
        <a:lstStyle/>
        <a:p>
          <a:endParaRPr lang="de-DE"/>
        </a:p>
      </dgm:t>
    </dgm:pt>
    <dgm:pt modelId="{32B964A4-09FF-4D4F-AD00-BB35DAD97735}">
      <dgm:prSet phldrT="[Text]"/>
      <dgm:spPr/>
      <dgm:t>
        <a:bodyPr/>
        <a:lstStyle/>
        <a:p>
          <a:r>
            <a:rPr lang="en-US" noProof="0" dirty="0"/>
            <a:t>Optimal Speed Advisory</a:t>
          </a:r>
        </a:p>
      </dgm:t>
    </dgm:pt>
    <dgm:pt modelId="{53A13346-C936-4449-B8B0-8412D8A29352}" type="parTrans" cxnId="{BD626C98-782E-45DC-9B5E-0DE179631837}">
      <dgm:prSet/>
      <dgm:spPr/>
      <dgm:t>
        <a:bodyPr/>
        <a:lstStyle/>
        <a:p>
          <a:endParaRPr lang="en-US" noProof="0"/>
        </a:p>
      </dgm:t>
    </dgm:pt>
    <dgm:pt modelId="{B4049EFF-D843-44E3-8A47-309EA561B3B5}" type="sibTrans" cxnId="{BD626C98-782E-45DC-9B5E-0DE179631837}">
      <dgm:prSet/>
      <dgm:spPr/>
      <dgm:t>
        <a:bodyPr/>
        <a:lstStyle/>
        <a:p>
          <a:endParaRPr lang="de-DE"/>
        </a:p>
      </dgm:t>
    </dgm:pt>
    <dgm:pt modelId="{330C02DF-FDB7-439A-9960-A4B7F6B5021B}">
      <dgm:prSet phldrT="[Text]"/>
      <dgm:spPr/>
      <dgm:t>
        <a:bodyPr/>
        <a:lstStyle/>
        <a:p>
          <a:r>
            <a:rPr lang="en-US" noProof="0" dirty="0"/>
            <a:t>Situation Awareness</a:t>
          </a:r>
        </a:p>
      </dgm:t>
    </dgm:pt>
    <dgm:pt modelId="{7EC10686-1B1D-42C9-99C8-110BF902C7CE}" type="parTrans" cxnId="{D3DA4F26-6C01-4FBC-B6FC-DEE1D94309F6}">
      <dgm:prSet/>
      <dgm:spPr/>
      <dgm:t>
        <a:bodyPr/>
        <a:lstStyle/>
        <a:p>
          <a:endParaRPr lang="de-DE"/>
        </a:p>
      </dgm:t>
    </dgm:pt>
    <dgm:pt modelId="{EE024488-5158-4D79-8562-6D3726D8BDDC}" type="sibTrans" cxnId="{D3DA4F26-6C01-4FBC-B6FC-DEE1D94309F6}">
      <dgm:prSet/>
      <dgm:spPr/>
      <dgm:t>
        <a:bodyPr/>
        <a:lstStyle/>
        <a:p>
          <a:endParaRPr lang="de-DE"/>
        </a:p>
      </dgm:t>
    </dgm:pt>
    <dgm:pt modelId="{92DFF852-66E3-C744-9C7D-29AA5D4F4EAB}">
      <dgm:prSet phldrT="[Text]"/>
      <dgm:spPr/>
      <dgm:t>
        <a:bodyPr/>
        <a:lstStyle/>
        <a:p>
          <a:r>
            <a:rPr lang="en-US" noProof="0" dirty="0"/>
            <a:t>Contextual Information</a:t>
          </a:r>
        </a:p>
      </dgm:t>
    </dgm:pt>
    <dgm:pt modelId="{2C475E82-FF34-164B-A5E1-441F11DF1227}" type="parTrans" cxnId="{5D762947-95D7-4A49-882F-7F022D94503B}">
      <dgm:prSet/>
      <dgm:spPr/>
      <dgm:t>
        <a:bodyPr/>
        <a:lstStyle/>
        <a:p>
          <a:endParaRPr lang="de-DE"/>
        </a:p>
      </dgm:t>
    </dgm:pt>
    <dgm:pt modelId="{96183F16-853C-4A4A-8CAF-EB56E876D4B2}" type="sibTrans" cxnId="{5D762947-95D7-4A49-882F-7F022D94503B}">
      <dgm:prSet/>
      <dgm:spPr/>
      <dgm:t>
        <a:bodyPr/>
        <a:lstStyle/>
        <a:p>
          <a:endParaRPr lang="de-DE"/>
        </a:p>
      </dgm:t>
    </dgm:pt>
    <dgm:pt modelId="{CAE53811-459D-0745-98C4-5B3081AD14AC}">
      <dgm:prSet phldrT="[Text]"/>
      <dgm:spPr/>
      <dgm:t>
        <a:bodyPr/>
        <a:lstStyle/>
        <a:p>
          <a:r>
            <a:rPr lang="en-US" noProof="0" dirty="0"/>
            <a:t>Traffic Light Violation</a:t>
          </a:r>
        </a:p>
      </dgm:t>
    </dgm:pt>
    <dgm:pt modelId="{0BA4A687-F950-E74C-95AD-CEEDE089D433}" type="parTrans" cxnId="{3412009B-18CA-2D4E-B695-ED9DF5EEDB8E}">
      <dgm:prSet/>
      <dgm:spPr/>
      <dgm:t>
        <a:bodyPr/>
        <a:lstStyle/>
        <a:p>
          <a:endParaRPr lang="de-DE"/>
        </a:p>
      </dgm:t>
    </dgm:pt>
    <dgm:pt modelId="{1B14E180-69A0-F345-A634-1B6936BD4C2A}" type="sibTrans" cxnId="{3412009B-18CA-2D4E-B695-ED9DF5EEDB8E}">
      <dgm:prSet/>
      <dgm:spPr/>
      <dgm:t>
        <a:bodyPr/>
        <a:lstStyle/>
        <a:p>
          <a:endParaRPr lang="de-DE"/>
        </a:p>
      </dgm:t>
    </dgm:pt>
    <dgm:pt modelId="{2474DE51-D9AD-A743-B132-F4A7E9DE07D8}">
      <dgm:prSet phldrT="[Text]"/>
      <dgm:spPr/>
      <dgm:t>
        <a:bodyPr/>
        <a:lstStyle/>
        <a:p>
          <a:r>
            <a:rPr lang="en-US" noProof="0" dirty="0"/>
            <a:t>Entertainment</a:t>
          </a:r>
        </a:p>
      </dgm:t>
    </dgm:pt>
    <dgm:pt modelId="{DFE18A9D-9683-874D-8D28-C1D6BFE16A38}" type="parTrans" cxnId="{52760582-D5BE-1848-B031-5F822CA287EF}">
      <dgm:prSet/>
      <dgm:spPr/>
      <dgm:t>
        <a:bodyPr/>
        <a:lstStyle/>
        <a:p>
          <a:endParaRPr lang="de-DE"/>
        </a:p>
      </dgm:t>
    </dgm:pt>
    <dgm:pt modelId="{45153959-C0CD-1045-8EF1-157389C3EBC5}" type="sibTrans" cxnId="{52760582-D5BE-1848-B031-5F822CA287EF}">
      <dgm:prSet/>
      <dgm:spPr/>
      <dgm:t>
        <a:bodyPr/>
        <a:lstStyle/>
        <a:p>
          <a:endParaRPr lang="de-DE"/>
        </a:p>
      </dgm:t>
    </dgm:pt>
    <dgm:pt modelId="{E1EE3DA9-B7AB-854D-9E9F-F5DFC23F6E60}">
      <dgm:prSet phldrT="[Text]"/>
      <dgm:spPr/>
      <dgm:t>
        <a:bodyPr/>
        <a:lstStyle/>
        <a:p>
          <a:r>
            <a:rPr lang="en-US" noProof="0" dirty="0"/>
            <a:t>Congestion, Accident Information</a:t>
          </a:r>
        </a:p>
      </dgm:t>
    </dgm:pt>
    <dgm:pt modelId="{3D4E3AF2-0165-EE46-A2EF-983AA039A633}" type="parTrans" cxnId="{1221B8FA-81B7-914B-9CDF-B48613A01B63}">
      <dgm:prSet/>
      <dgm:spPr/>
      <dgm:t>
        <a:bodyPr/>
        <a:lstStyle/>
        <a:p>
          <a:endParaRPr lang="de-DE"/>
        </a:p>
      </dgm:t>
    </dgm:pt>
    <dgm:pt modelId="{CBD03C54-DBBF-7C4D-8775-BE0D0EB3B8C0}" type="sibTrans" cxnId="{1221B8FA-81B7-914B-9CDF-B48613A01B63}">
      <dgm:prSet/>
      <dgm:spPr/>
      <dgm:t>
        <a:bodyPr/>
        <a:lstStyle/>
        <a:p>
          <a:endParaRPr lang="de-DE"/>
        </a:p>
      </dgm:t>
    </dgm:pt>
    <dgm:pt modelId="{3EC2D5D7-4938-0340-8EA2-58E9C474D2A6}" type="pres">
      <dgm:prSet presAssocID="{3BDFE88F-E82D-41F4-B588-1DAB1F0D88D5}" presName="Name0" presStyleCnt="0">
        <dgm:presLayoutVars>
          <dgm:chPref val="1"/>
          <dgm:dir/>
          <dgm:animOne val="branch"/>
          <dgm:animLvl val="lvl"/>
          <dgm:resizeHandles/>
        </dgm:presLayoutVars>
      </dgm:prSet>
      <dgm:spPr/>
    </dgm:pt>
    <dgm:pt modelId="{3329BAF3-9078-D643-B59E-AD895F43164F}" type="pres">
      <dgm:prSet presAssocID="{BB3D1489-3624-4548-80D9-D9CF6289BB08}" presName="vertOne" presStyleCnt="0"/>
      <dgm:spPr/>
    </dgm:pt>
    <dgm:pt modelId="{E0054302-A87D-7A48-98D2-5FA733B32592}" type="pres">
      <dgm:prSet presAssocID="{BB3D1489-3624-4548-80D9-D9CF6289BB08}" presName="txOne" presStyleLbl="node0" presStyleIdx="0" presStyleCnt="1">
        <dgm:presLayoutVars>
          <dgm:chPref val="3"/>
        </dgm:presLayoutVars>
      </dgm:prSet>
      <dgm:spPr/>
    </dgm:pt>
    <dgm:pt modelId="{FE1D11D2-F258-0B4A-9462-CEABB11C5A1B}" type="pres">
      <dgm:prSet presAssocID="{BB3D1489-3624-4548-80D9-D9CF6289BB08}" presName="parTransOne" presStyleCnt="0"/>
      <dgm:spPr/>
    </dgm:pt>
    <dgm:pt modelId="{10979B16-C786-3241-AC8F-37F7529DCC7B}" type="pres">
      <dgm:prSet presAssocID="{BB3D1489-3624-4548-80D9-D9CF6289BB08}" presName="horzOne" presStyleCnt="0"/>
      <dgm:spPr/>
    </dgm:pt>
    <dgm:pt modelId="{CB4C9AE6-751D-A64A-BA3E-0A7055A95D87}" type="pres">
      <dgm:prSet presAssocID="{003A451F-6083-4568-B66E-BCCF424D55BF}" presName="vertTwo" presStyleCnt="0"/>
      <dgm:spPr/>
    </dgm:pt>
    <dgm:pt modelId="{468E4027-285D-0B42-B57B-5D8E7E478E95}" type="pres">
      <dgm:prSet presAssocID="{003A451F-6083-4568-B66E-BCCF424D55BF}" presName="txTwo" presStyleLbl="node2" presStyleIdx="0" presStyleCnt="2">
        <dgm:presLayoutVars>
          <dgm:chPref val="3"/>
        </dgm:presLayoutVars>
      </dgm:prSet>
      <dgm:spPr/>
    </dgm:pt>
    <dgm:pt modelId="{0181DF03-C15B-E043-8248-4DA343B56AFF}" type="pres">
      <dgm:prSet presAssocID="{003A451F-6083-4568-B66E-BCCF424D55BF}" presName="parTransTwo" presStyleCnt="0"/>
      <dgm:spPr/>
    </dgm:pt>
    <dgm:pt modelId="{4618F857-C7B9-FB4B-9781-DAB8DD8EC16F}" type="pres">
      <dgm:prSet presAssocID="{003A451F-6083-4568-B66E-BCCF424D55BF}" presName="horzTwo" presStyleCnt="0"/>
      <dgm:spPr/>
    </dgm:pt>
    <dgm:pt modelId="{8FA01F6E-5734-5D45-AACB-38A7CEE497E0}" type="pres">
      <dgm:prSet presAssocID="{23596DC8-2B66-466D-B9CF-285B61D88A1F}" presName="vertThree" presStyleCnt="0"/>
      <dgm:spPr/>
    </dgm:pt>
    <dgm:pt modelId="{ABA769A8-9F72-6241-BCEC-E3CC66C0B3FD}" type="pres">
      <dgm:prSet presAssocID="{23596DC8-2B66-466D-B9CF-285B61D88A1F}" presName="txThree" presStyleLbl="node3" presStyleIdx="0" presStyleCnt="4">
        <dgm:presLayoutVars>
          <dgm:chPref val="3"/>
        </dgm:presLayoutVars>
      </dgm:prSet>
      <dgm:spPr/>
    </dgm:pt>
    <dgm:pt modelId="{D2449BCF-0EC6-2B48-92A8-F3725D0D7526}" type="pres">
      <dgm:prSet presAssocID="{23596DC8-2B66-466D-B9CF-285B61D88A1F}" presName="parTransThree" presStyleCnt="0"/>
      <dgm:spPr/>
    </dgm:pt>
    <dgm:pt modelId="{A8D7C59C-EAE4-C24C-94C5-04DAD3807419}" type="pres">
      <dgm:prSet presAssocID="{23596DC8-2B66-466D-B9CF-285B61D88A1F}" presName="horzThree" presStyleCnt="0"/>
      <dgm:spPr/>
    </dgm:pt>
    <dgm:pt modelId="{57BD5CFF-FC0C-414F-878A-3BA0C09030F3}" type="pres">
      <dgm:prSet presAssocID="{92DFF852-66E3-C744-9C7D-29AA5D4F4EAB}" presName="vertFour" presStyleCnt="0">
        <dgm:presLayoutVars>
          <dgm:chPref val="3"/>
        </dgm:presLayoutVars>
      </dgm:prSet>
      <dgm:spPr/>
    </dgm:pt>
    <dgm:pt modelId="{6483B6A3-6EE5-8A48-A184-1B36266D9B50}" type="pres">
      <dgm:prSet presAssocID="{92DFF852-66E3-C744-9C7D-29AA5D4F4EAB}" presName="txFour" presStyleLbl="node4" presStyleIdx="0" presStyleCnt="8">
        <dgm:presLayoutVars>
          <dgm:chPref val="3"/>
        </dgm:presLayoutVars>
      </dgm:prSet>
      <dgm:spPr/>
    </dgm:pt>
    <dgm:pt modelId="{60175AFA-1087-4D47-88F0-7C07E1D3FE8F}" type="pres">
      <dgm:prSet presAssocID="{92DFF852-66E3-C744-9C7D-29AA5D4F4EAB}" presName="horzFour" presStyleCnt="0"/>
      <dgm:spPr/>
    </dgm:pt>
    <dgm:pt modelId="{E187FE76-0623-F547-A71C-F3CFA8C043FD}" type="pres">
      <dgm:prSet presAssocID="{96183F16-853C-4A4A-8CAF-EB56E876D4B2}" presName="sibSpaceFour" presStyleCnt="0"/>
      <dgm:spPr/>
    </dgm:pt>
    <dgm:pt modelId="{7D401E12-305D-A84C-B5DD-C65FF0BD7EE8}" type="pres">
      <dgm:prSet presAssocID="{2474DE51-D9AD-A743-B132-F4A7E9DE07D8}" presName="vertFour" presStyleCnt="0">
        <dgm:presLayoutVars>
          <dgm:chPref val="3"/>
        </dgm:presLayoutVars>
      </dgm:prSet>
      <dgm:spPr/>
    </dgm:pt>
    <dgm:pt modelId="{F0219164-AD4F-394D-AB1A-62FDFF059E4B}" type="pres">
      <dgm:prSet presAssocID="{2474DE51-D9AD-A743-B132-F4A7E9DE07D8}" presName="txFour" presStyleLbl="node4" presStyleIdx="1" presStyleCnt="8">
        <dgm:presLayoutVars>
          <dgm:chPref val="3"/>
        </dgm:presLayoutVars>
      </dgm:prSet>
      <dgm:spPr/>
    </dgm:pt>
    <dgm:pt modelId="{F7FBF5A2-DCC1-5148-8032-7E94CA5F2319}" type="pres">
      <dgm:prSet presAssocID="{2474DE51-D9AD-A743-B132-F4A7E9DE07D8}" presName="horzFour" presStyleCnt="0"/>
      <dgm:spPr/>
    </dgm:pt>
    <dgm:pt modelId="{D9CC09B1-BCF8-C343-B099-4A2DA8585C66}" type="pres">
      <dgm:prSet presAssocID="{AC746E51-10CC-4B84-9B1A-A7577DEEAAE6}" presName="sibSpaceThree" presStyleCnt="0"/>
      <dgm:spPr/>
    </dgm:pt>
    <dgm:pt modelId="{D7E9B419-1E8A-574C-B28E-D82230345701}" type="pres">
      <dgm:prSet presAssocID="{57FF5A14-B7EE-41A5-9618-E988938AF551}" presName="vertThree" presStyleCnt="0"/>
      <dgm:spPr/>
    </dgm:pt>
    <dgm:pt modelId="{67E6D66D-F025-DA42-A88C-773E18CFCFBD}" type="pres">
      <dgm:prSet presAssocID="{57FF5A14-B7EE-41A5-9618-E988938AF551}" presName="txThree" presStyleLbl="node3" presStyleIdx="1" presStyleCnt="4">
        <dgm:presLayoutVars>
          <dgm:chPref val="3"/>
        </dgm:presLayoutVars>
      </dgm:prSet>
      <dgm:spPr/>
    </dgm:pt>
    <dgm:pt modelId="{FAE58183-BEBA-664A-BB29-DBA4810A1BFB}" type="pres">
      <dgm:prSet presAssocID="{57FF5A14-B7EE-41A5-9618-E988938AF551}" presName="parTransThree" presStyleCnt="0"/>
      <dgm:spPr/>
    </dgm:pt>
    <dgm:pt modelId="{B8A14624-BD83-1648-AD9F-82293A7DB130}" type="pres">
      <dgm:prSet presAssocID="{57FF5A14-B7EE-41A5-9618-E988938AF551}" presName="horzThree" presStyleCnt="0"/>
      <dgm:spPr/>
    </dgm:pt>
    <dgm:pt modelId="{045A919C-0C99-074A-B8C3-BD7211106A2E}" type="pres">
      <dgm:prSet presAssocID="{32B964A4-09FF-4D4F-AD00-BB35DAD97735}" presName="vertFour" presStyleCnt="0">
        <dgm:presLayoutVars>
          <dgm:chPref val="3"/>
        </dgm:presLayoutVars>
      </dgm:prSet>
      <dgm:spPr/>
    </dgm:pt>
    <dgm:pt modelId="{4D42E0F1-0A23-E24B-9DF1-354A4F12A5CD}" type="pres">
      <dgm:prSet presAssocID="{32B964A4-09FF-4D4F-AD00-BB35DAD97735}" presName="txFour" presStyleLbl="node4" presStyleIdx="2" presStyleCnt="8">
        <dgm:presLayoutVars>
          <dgm:chPref val="3"/>
        </dgm:presLayoutVars>
      </dgm:prSet>
      <dgm:spPr/>
    </dgm:pt>
    <dgm:pt modelId="{313CAFFD-4D26-644B-B62E-441B37D1996A}" type="pres">
      <dgm:prSet presAssocID="{32B964A4-09FF-4D4F-AD00-BB35DAD97735}" presName="horzFour" presStyleCnt="0"/>
      <dgm:spPr/>
    </dgm:pt>
    <dgm:pt modelId="{266D7A3C-7438-D342-8C4A-22A9275198C9}" type="pres">
      <dgm:prSet presAssocID="{B4049EFF-D843-44E3-8A47-309EA561B3B5}" presName="sibSpaceFour" presStyleCnt="0"/>
      <dgm:spPr/>
    </dgm:pt>
    <dgm:pt modelId="{9C51F868-9B40-1C45-91DA-F700B4BC60CD}" type="pres">
      <dgm:prSet presAssocID="{E1EE3DA9-B7AB-854D-9E9F-F5DFC23F6E60}" presName="vertFour" presStyleCnt="0">
        <dgm:presLayoutVars>
          <dgm:chPref val="3"/>
        </dgm:presLayoutVars>
      </dgm:prSet>
      <dgm:spPr/>
    </dgm:pt>
    <dgm:pt modelId="{7C430CE8-9E0F-BE41-A6AE-A333D2FF63BE}" type="pres">
      <dgm:prSet presAssocID="{E1EE3DA9-B7AB-854D-9E9F-F5DFC23F6E60}" presName="txFour" presStyleLbl="node4" presStyleIdx="3" presStyleCnt="8">
        <dgm:presLayoutVars>
          <dgm:chPref val="3"/>
        </dgm:presLayoutVars>
      </dgm:prSet>
      <dgm:spPr/>
    </dgm:pt>
    <dgm:pt modelId="{4D8A3A9F-7299-4345-8877-7CB33F354E46}" type="pres">
      <dgm:prSet presAssocID="{E1EE3DA9-B7AB-854D-9E9F-F5DFC23F6E60}" presName="horzFour" presStyleCnt="0"/>
      <dgm:spPr/>
    </dgm:pt>
    <dgm:pt modelId="{4544551D-B5DD-3E44-9922-5266D727132C}" type="pres">
      <dgm:prSet presAssocID="{3F67A94C-DC28-4361-9423-040A775EFB76}" presName="sibSpaceTwo" presStyleCnt="0"/>
      <dgm:spPr/>
    </dgm:pt>
    <dgm:pt modelId="{CC38D5F8-A5AF-6647-865E-97497B3AEBF2}" type="pres">
      <dgm:prSet presAssocID="{A4EEA6F5-1C9D-4B5D-AAF5-7C4E621FD5B6}" presName="vertTwo" presStyleCnt="0"/>
      <dgm:spPr/>
    </dgm:pt>
    <dgm:pt modelId="{79FA0E43-2570-4B47-A9DE-303032675AB9}" type="pres">
      <dgm:prSet presAssocID="{A4EEA6F5-1C9D-4B5D-AAF5-7C4E621FD5B6}" presName="txTwo" presStyleLbl="node2" presStyleIdx="1" presStyleCnt="2">
        <dgm:presLayoutVars>
          <dgm:chPref val="3"/>
        </dgm:presLayoutVars>
      </dgm:prSet>
      <dgm:spPr/>
    </dgm:pt>
    <dgm:pt modelId="{D58D29D1-5542-564D-A8EE-61529BEC6766}" type="pres">
      <dgm:prSet presAssocID="{A4EEA6F5-1C9D-4B5D-AAF5-7C4E621FD5B6}" presName="parTransTwo" presStyleCnt="0"/>
      <dgm:spPr/>
    </dgm:pt>
    <dgm:pt modelId="{59F4C939-FC95-D14B-9DBE-065BFFA51B31}" type="pres">
      <dgm:prSet presAssocID="{A4EEA6F5-1C9D-4B5D-AAF5-7C4E621FD5B6}" presName="horzTwo" presStyleCnt="0"/>
      <dgm:spPr/>
    </dgm:pt>
    <dgm:pt modelId="{09EBE11C-5242-8F49-8771-ED90EC2FFE8F}" type="pres">
      <dgm:prSet presAssocID="{330C02DF-FDB7-439A-9960-A4B7F6B5021B}" presName="vertThree" presStyleCnt="0"/>
      <dgm:spPr/>
    </dgm:pt>
    <dgm:pt modelId="{20D2169B-5F4C-434A-AEEB-7895E1EA3C5A}" type="pres">
      <dgm:prSet presAssocID="{330C02DF-FDB7-439A-9960-A4B7F6B5021B}" presName="txThree" presStyleLbl="node3" presStyleIdx="2" presStyleCnt="4">
        <dgm:presLayoutVars>
          <dgm:chPref val="3"/>
        </dgm:presLayoutVars>
      </dgm:prSet>
      <dgm:spPr/>
    </dgm:pt>
    <dgm:pt modelId="{583AA519-DD09-1C41-977E-35C8FC5E01DC}" type="pres">
      <dgm:prSet presAssocID="{330C02DF-FDB7-439A-9960-A4B7F6B5021B}" presName="parTransThree" presStyleCnt="0"/>
      <dgm:spPr/>
    </dgm:pt>
    <dgm:pt modelId="{4CBA02DF-80A6-DF4C-B079-D0B80C13622C}" type="pres">
      <dgm:prSet presAssocID="{330C02DF-FDB7-439A-9960-A4B7F6B5021B}" presName="horzThree" presStyleCnt="0"/>
      <dgm:spPr/>
    </dgm:pt>
    <dgm:pt modelId="{2780AD7B-0A6D-2941-80DC-2317344A8B98}" type="pres">
      <dgm:prSet presAssocID="{6B442AD0-FC08-49CD-ADCA-9DA049070315}" presName="vertFour" presStyleCnt="0">
        <dgm:presLayoutVars>
          <dgm:chPref val="3"/>
        </dgm:presLayoutVars>
      </dgm:prSet>
      <dgm:spPr/>
    </dgm:pt>
    <dgm:pt modelId="{2370C0BA-41DF-8E4E-A0F5-C7DD7412C71B}" type="pres">
      <dgm:prSet presAssocID="{6B442AD0-FC08-49CD-ADCA-9DA049070315}" presName="txFour" presStyleLbl="node4" presStyleIdx="4" presStyleCnt="8">
        <dgm:presLayoutVars>
          <dgm:chPref val="3"/>
        </dgm:presLayoutVars>
      </dgm:prSet>
      <dgm:spPr/>
    </dgm:pt>
    <dgm:pt modelId="{BF802667-06EC-BC4C-80AE-03F15077FCA1}" type="pres">
      <dgm:prSet presAssocID="{6B442AD0-FC08-49CD-ADCA-9DA049070315}" presName="horzFour" presStyleCnt="0"/>
      <dgm:spPr/>
    </dgm:pt>
    <dgm:pt modelId="{AC17B9A3-534C-054F-B8ED-8C176CA2DEF2}" type="pres">
      <dgm:prSet presAssocID="{360DD819-CD16-4764-B6BE-D7ECB32B8407}" presName="sibSpaceFour" presStyleCnt="0"/>
      <dgm:spPr/>
    </dgm:pt>
    <dgm:pt modelId="{A2855D87-2DDA-404F-A08D-9CDE9E78933C}" type="pres">
      <dgm:prSet presAssocID="{C912CD51-D6C5-4565-8B14-45EA4DA82501}" presName="vertFour" presStyleCnt="0">
        <dgm:presLayoutVars>
          <dgm:chPref val="3"/>
        </dgm:presLayoutVars>
      </dgm:prSet>
      <dgm:spPr/>
    </dgm:pt>
    <dgm:pt modelId="{1DAE6A80-999C-1E47-9BC6-F411B8C54555}" type="pres">
      <dgm:prSet presAssocID="{C912CD51-D6C5-4565-8B14-45EA4DA82501}" presName="txFour" presStyleLbl="node4" presStyleIdx="5" presStyleCnt="8">
        <dgm:presLayoutVars>
          <dgm:chPref val="3"/>
        </dgm:presLayoutVars>
      </dgm:prSet>
      <dgm:spPr/>
    </dgm:pt>
    <dgm:pt modelId="{2EA7B2E2-5761-5F47-A528-EC38DF52B437}" type="pres">
      <dgm:prSet presAssocID="{C912CD51-D6C5-4565-8B14-45EA4DA82501}" presName="horzFour" presStyleCnt="0"/>
      <dgm:spPr/>
    </dgm:pt>
    <dgm:pt modelId="{803F1E3E-E287-594E-9CFA-F639AE7F2F87}" type="pres">
      <dgm:prSet presAssocID="{EE024488-5158-4D79-8562-6D3726D8BDDC}" presName="sibSpaceThree" presStyleCnt="0"/>
      <dgm:spPr/>
    </dgm:pt>
    <dgm:pt modelId="{CF13C766-CF7E-5A45-99C0-DA893FE5C0AD}" type="pres">
      <dgm:prSet presAssocID="{647D7E63-1F81-421F-BF20-850E49D8C4F9}" presName="vertThree" presStyleCnt="0"/>
      <dgm:spPr/>
    </dgm:pt>
    <dgm:pt modelId="{B4B73E60-A300-9F4B-9EE2-892D0EDE1821}" type="pres">
      <dgm:prSet presAssocID="{647D7E63-1F81-421F-BF20-850E49D8C4F9}" presName="txThree" presStyleLbl="node3" presStyleIdx="3" presStyleCnt="4">
        <dgm:presLayoutVars>
          <dgm:chPref val="3"/>
        </dgm:presLayoutVars>
      </dgm:prSet>
      <dgm:spPr/>
    </dgm:pt>
    <dgm:pt modelId="{E559414C-2599-844A-BCBC-0F7E30A4021B}" type="pres">
      <dgm:prSet presAssocID="{647D7E63-1F81-421F-BF20-850E49D8C4F9}" presName="parTransThree" presStyleCnt="0"/>
      <dgm:spPr/>
    </dgm:pt>
    <dgm:pt modelId="{2ED063B4-1E78-F741-A53F-1076DD49A6A6}" type="pres">
      <dgm:prSet presAssocID="{647D7E63-1F81-421F-BF20-850E49D8C4F9}" presName="horzThree" presStyleCnt="0"/>
      <dgm:spPr/>
    </dgm:pt>
    <dgm:pt modelId="{BF553F7F-5505-D142-823B-1577BF749F0F}" type="pres">
      <dgm:prSet presAssocID="{CAE53811-459D-0745-98C4-5B3081AD14AC}" presName="vertFour" presStyleCnt="0">
        <dgm:presLayoutVars>
          <dgm:chPref val="3"/>
        </dgm:presLayoutVars>
      </dgm:prSet>
      <dgm:spPr/>
    </dgm:pt>
    <dgm:pt modelId="{BFD708D9-0A5C-5340-B66B-160BB616685D}" type="pres">
      <dgm:prSet presAssocID="{CAE53811-459D-0745-98C4-5B3081AD14AC}" presName="txFour" presStyleLbl="node4" presStyleIdx="6" presStyleCnt="8">
        <dgm:presLayoutVars>
          <dgm:chPref val="3"/>
        </dgm:presLayoutVars>
      </dgm:prSet>
      <dgm:spPr/>
    </dgm:pt>
    <dgm:pt modelId="{4BD4E344-8408-4440-9B9C-293E32D01B2B}" type="pres">
      <dgm:prSet presAssocID="{CAE53811-459D-0745-98C4-5B3081AD14AC}" presName="horzFour" presStyleCnt="0"/>
      <dgm:spPr/>
    </dgm:pt>
    <dgm:pt modelId="{2E81C71B-39DC-A745-BDC2-53E5B56EBAFE}" type="pres">
      <dgm:prSet presAssocID="{1B14E180-69A0-F345-A634-1B6936BD4C2A}" presName="sibSpaceFour" presStyleCnt="0"/>
      <dgm:spPr/>
    </dgm:pt>
    <dgm:pt modelId="{E7A3C2AE-7816-C444-8114-5596C5A13778}" type="pres">
      <dgm:prSet presAssocID="{2E1B5DF2-E713-4316-8898-AF34334802D0}" presName="vertFour" presStyleCnt="0">
        <dgm:presLayoutVars>
          <dgm:chPref val="3"/>
        </dgm:presLayoutVars>
      </dgm:prSet>
      <dgm:spPr/>
    </dgm:pt>
    <dgm:pt modelId="{27D97F64-6902-E344-994B-79B95AFA869D}" type="pres">
      <dgm:prSet presAssocID="{2E1B5DF2-E713-4316-8898-AF34334802D0}" presName="txFour" presStyleLbl="node4" presStyleIdx="7" presStyleCnt="8">
        <dgm:presLayoutVars>
          <dgm:chPref val="3"/>
        </dgm:presLayoutVars>
      </dgm:prSet>
      <dgm:spPr/>
    </dgm:pt>
    <dgm:pt modelId="{BF26C40B-33B4-A540-B1BA-6CCEB1F7631A}" type="pres">
      <dgm:prSet presAssocID="{2E1B5DF2-E713-4316-8898-AF34334802D0}" presName="horzFour" presStyleCnt="0"/>
      <dgm:spPr/>
    </dgm:pt>
  </dgm:ptLst>
  <dgm:cxnLst>
    <dgm:cxn modelId="{DB4A6003-C890-4D7C-A4FA-B4091AD96822}" type="presOf" srcId="{32B964A4-09FF-4D4F-AD00-BB35DAD97735}" destId="{4D42E0F1-0A23-E24B-9DF1-354A4F12A5CD}" srcOrd="0" destOrd="0" presId="urn:microsoft.com/office/officeart/2005/8/layout/hierarchy4"/>
    <dgm:cxn modelId="{A977150A-6FF4-474B-B622-352E22C96510}" type="presOf" srcId="{57FF5A14-B7EE-41A5-9618-E988938AF551}" destId="{67E6D66D-F025-DA42-A88C-773E18CFCFBD}" srcOrd="0" destOrd="0" presId="urn:microsoft.com/office/officeart/2005/8/layout/hierarchy4"/>
    <dgm:cxn modelId="{D76A5415-EA4B-44DB-8617-92FAEC7F0635}" srcId="{647D7E63-1F81-421F-BF20-850E49D8C4F9}" destId="{2E1B5DF2-E713-4316-8898-AF34334802D0}" srcOrd="1" destOrd="0" parTransId="{A408604E-D55F-4C1D-96C8-22C15FC8A071}" sibTransId="{8ADEE5D0-255A-4B99-8EF1-B86309B7A6F0}"/>
    <dgm:cxn modelId="{9E18AE20-BC2B-46EC-BC05-A444CD6D9D17}" type="presOf" srcId="{A4EEA6F5-1C9D-4B5D-AAF5-7C4E621FD5B6}" destId="{79FA0E43-2570-4B47-A9DE-303032675AB9}" srcOrd="0" destOrd="0" presId="urn:microsoft.com/office/officeart/2005/8/layout/hierarchy4"/>
    <dgm:cxn modelId="{28262722-14A8-4376-A01E-F2E2C376571B}" srcId="{330C02DF-FDB7-439A-9960-A4B7F6B5021B}" destId="{6B442AD0-FC08-49CD-ADCA-9DA049070315}" srcOrd="0" destOrd="0" parTransId="{A62DCD2C-3D2A-408F-AC93-2CBE680062F7}" sibTransId="{360DD819-CD16-4764-B6BE-D7ECB32B8407}"/>
    <dgm:cxn modelId="{CF95C922-6C01-401D-BE09-B0917D684E3C}" type="presOf" srcId="{647D7E63-1F81-421F-BF20-850E49D8C4F9}" destId="{B4B73E60-A300-9F4B-9EE2-892D0EDE1821}" srcOrd="0" destOrd="0" presId="urn:microsoft.com/office/officeart/2005/8/layout/hierarchy4"/>
    <dgm:cxn modelId="{D3DA4F26-6C01-4FBC-B6FC-DEE1D94309F6}" srcId="{A4EEA6F5-1C9D-4B5D-AAF5-7C4E621FD5B6}" destId="{330C02DF-FDB7-439A-9960-A4B7F6B5021B}" srcOrd="0" destOrd="0" parTransId="{7EC10686-1B1D-42C9-99C8-110BF902C7CE}" sibTransId="{EE024488-5158-4D79-8562-6D3726D8BDDC}"/>
    <dgm:cxn modelId="{4AD21D5E-D0AF-4C1E-A4D6-BBBCD3C757CC}" type="presOf" srcId="{E1EE3DA9-B7AB-854D-9E9F-F5DFC23F6E60}" destId="{7C430CE8-9E0F-BE41-A6AE-A333D2FF63BE}" srcOrd="0" destOrd="0" presId="urn:microsoft.com/office/officeart/2005/8/layout/hierarchy4"/>
    <dgm:cxn modelId="{2E380C61-D601-4249-8ADF-119876FC56B5}" type="presOf" srcId="{2E1B5DF2-E713-4316-8898-AF34334802D0}" destId="{27D97F64-6902-E344-994B-79B95AFA869D}" srcOrd="0" destOrd="0" presId="urn:microsoft.com/office/officeart/2005/8/layout/hierarchy4"/>
    <dgm:cxn modelId="{AABF9A46-4A68-4604-95A3-3B8A4BEDC4D4}" type="presOf" srcId="{92DFF852-66E3-C744-9C7D-29AA5D4F4EAB}" destId="{6483B6A3-6EE5-8A48-A184-1B36266D9B50}" srcOrd="0" destOrd="0" presId="urn:microsoft.com/office/officeart/2005/8/layout/hierarchy4"/>
    <dgm:cxn modelId="{5D762947-95D7-4A49-882F-7F022D94503B}" srcId="{23596DC8-2B66-466D-B9CF-285B61D88A1F}" destId="{92DFF852-66E3-C744-9C7D-29AA5D4F4EAB}" srcOrd="0" destOrd="0" parTransId="{2C475E82-FF34-164B-A5E1-441F11DF1227}" sibTransId="{96183F16-853C-4A4A-8CAF-EB56E876D4B2}"/>
    <dgm:cxn modelId="{1CAD2E6A-3183-4D13-BA11-77534D5D8D8A}" srcId="{330C02DF-FDB7-439A-9960-A4B7F6B5021B}" destId="{C912CD51-D6C5-4565-8B14-45EA4DA82501}" srcOrd="1" destOrd="0" parTransId="{F49F1F83-826D-46E4-AC0A-C783EA28F4C8}" sibTransId="{D16938A3-8F6F-4EB9-9865-D53FF0444872}"/>
    <dgm:cxn modelId="{E881784F-A493-4D5B-8BD6-E1E8617F6D0E}" type="presOf" srcId="{23596DC8-2B66-466D-B9CF-285B61D88A1F}" destId="{ABA769A8-9F72-6241-BCEC-E3CC66C0B3FD}" srcOrd="0" destOrd="0" presId="urn:microsoft.com/office/officeart/2005/8/layout/hierarchy4"/>
    <dgm:cxn modelId="{805F5670-6A7A-48FD-96DF-131A0DC0CD78}" type="presOf" srcId="{CAE53811-459D-0745-98C4-5B3081AD14AC}" destId="{BFD708D9-0A5C-5340-B66B-160BB616685D}" srcOrd="0" destOrd="0" presId="urn:microsoft.com/office/officeart/2005/8/layout/hierarchy4"/>
    <dgm:cxn modelId="{21142659-03B9-4952-A08D-DC3676E4A11F}" srcId="{003A451F-6083-4568-B66E-BCCF424D55BF}" destId="{57FF5A14-B7EE-41A5-9618-E988938AF551}" srcOrd="1" destOrd="0" parTransId="{981C161D-37D0-420F-83D9-0EA8CDA8AE77}" sibTransId="{0A96C033-C32F-49B8-8369-2650154A0CAB}"/>
    <dgm:cxn modelId="{52760582-D5BE-1848-B031-5F822CA287EF}" srcId="{23596DC8-2B66-466D-B9CF-285B61D88A1F}" destId="{2474DE51-D9AD-A743-B132-F4A7E9DE07D8}" srcOrd="1" destOrd="0" parTransId="{DFE18A9D-9683-874D-8D28-C1D6BFE16A38}" sibTransId="{45153959-C0CD-1045-8EF1-157389C3EBC5}"/>
    <dgm:cxn modelId="{1B516485-A12C-4722-ADC8-89CA3432B7B2}" type="presOf" srcId="{2474DE51-D9AD-A743-B132-F4A7E9DE07D8}" destId="{F0219164-AD4F-394D-AB1A-62FDFF059E4B}" srcOrd="0" destOrd="0" presId="urn:microsoft.com/office/officeart/2005/8/layout/hierarchy4"/>
    <dgm:cxn modelId="{5EE87385-D52B-44ED-864C-0961CFA5B98E}" type="presOf" srcId="{6B442AD0-FC08-49CD-ADCA-9DA049070315}" destId="{2370C0BA-41DF-8E4E-A0F5-C7DD7412C71B}" srcOrd="0" destOrd="0" presId="urn:microsoft.com/office/officeart/2005/8/layout/hierarchy4"/>
    <dgm:cxn modelId="{7CDFE98F-E21E-42F8-A9BF-84F346507A0B}" srcId="{3BDFE88F-E82D-41F4-B588-1DAB1F0D88D5}" destId="{BB3D1489-3624-4548-80D9-D9CF6289BB08}" srcOrd="0" destOrd="0" parTransId="{F8F06D65-317D-4762-8877-67314E15D506}" sibTransId="{60474C45-E0F5-4E92-8CA1-18266FB88F83}"/>
    <dgm:cxn modelId="{BD313D95-9E2C-4870-B4A7-EF78111E1617}" type="presOf" srcId="{BB3D1489-3624-4548-80D9-D9CF6289BB08}" destId="{E0054302-A87D-7A48-98D2-5FA733B32592}" srcOrd="0" destOrd="0" presId="urn:microsoft.com/office/officeart/2005/8/layout/hierarchy4"/>
    <dgm:cxn modelId="{BD626C98-782E-45DC-9B5E-0DE179631837}" srcId="{57FF5A14-B7EE-41A5-9618-E988938AF551}" destId="{32B964A4-09FF-4D4F-AD00-BB35DAD97735}" srcOrd="0" destOrd="0" parTransId="{53A13346-C936-4449-B8B0-8412D8A29352}" sibTransId="{B4049EFF-D843-44E3-8A47-309EA561B3B5}"/>
    <dgm:cxn modelId="{3412009B-18CA-2D4E-B695-ED9DF5EEDB8E}" srcId="{647D7E63-1F81-421F-BF20-850E49D8C4F9}" destId="{CAE53811-459D-0745-98C4-5B3081AD14AC}" srcOrd="0" destOrd="0" parTransId="{0BA4A687-F950-E74C-95AD-CEEDE089D433}" sibTransId="{1B14E180-69A0-F345-A634-1B6936BD4C2A}"/>
    <dgm:cxn modelId="{B3ABB3AA-BDDE-4ED8-B6DE-EF7E9DBE6409}" srcId="{BB3D1489-3624-4548-80D9-D9CF6289BB08}" destId="{A4EEA6F5-1C9D-4B5D-AAF5-7C4E621FD5B6}" srcOrd="1" destOrd="0" parTransId="{84EA0500-B0E2-49DC-A5BE-CDB65373C3A1}" sibTransId="{A49DA47F-59B9-45DB-9308-4032DE87362B}"/>
    <dgm:cxn modelId="{528051BC-B4F8-44BA-8412-BF4F2050BF99}" type="presOf" srcId="{3BDFE88F-E82D-41F4-B588-1DAB1F0D88D5}" destId="{3EC2D5D7-4938-0340-8EA2-58E9C474D2A6}" srcOrd="0" destOrd="0" presId="urn:microsoft.com/office/officeart/2005/8/layout/hierarchy4"/>
    <dgm:cxn modelId="{C68493C2-AD43-4790-8406-B67663D861E4}" srcId="{003A451F-6083-4568-B66E-BCCF424D55BF}" destId="{23596DC8-2B66-466D-B9CF-285B61D88A1F}" srcOrd="0" destOrd="0" parTransId="{0710F36E-B7CE-48EC-9788-E0D6A3D21B83}" sibTransId="{AC746E51-10CC-4B84-9B1A-A7577DEEAAE6}"/>
    <dgm:cxn modelId="{51FA56D9-8973-416E-A2A6-9C7986F46A11}" srcId="{A4EEA6F5-1C9D-4B5D-AAF5-7C4E621FD5B6}" destId="{647D7E63-1F81-421F-BF20-850E49D8C4F9}" srcOrd="1" destOrd="0" parTransId="{9166802C-EFD3-4794-B371-CA15A75B73F1}" sibTransId="{CCBF0EC4-BDF1-4357-97A4-7E8012EB5521}"/>
    <dgm:cxn modelId="{EB1831DA-D941-4020-B5BE-F4BBF8E434C8}" type="presOf" srcId="{003A451F-6083-4568-B66E-BCCF424D55BF}" destId="{468E4027-285D-0B42-B57B-5D8E7E478E95}" srcOrd="0" destOrd="0" presId="urn:microsoft.com/office/officeart/2005/8/layout/hierarchy4"/>
    <dgm:cxn modelId="{D28F55DC-3FB0-4A42-BA8A-28B533CB2083}" type="presOf" srcId="{330C02DF-FDB7-439A-9960-A4B7F6B5021B}" destId="{20D2169B-5F4C-434A-AEEB-7895E1EA3C5A}" srcOrd="0" destOrd="0" presId="urn:microsoft.com/office/officeart/2005/8/layout/hierarchy4"/>
    <dgm:cxn modelId="{F7F3C3DE-0C85-40B4-87B5-B97128CC8DFE}" type="presOf" srcId="{C912CD51-D6C5-4565-8B14-45EA4DA82501}" destId="{1DAE6A80-999C-1E47-9BC6-F411B8C54555}" srcOrd="0" destOrd="0" presId="urn:microsoft.com/office/officeart/2005/8/layout/hierarchy4"/>
    <dgm:cxn modelId="{1221B8FA-81B7-914B-9CDF-B48613A01B63}" srcId="{57FF5A14-B7EE-41A5-9618-E988938AF551}" destId="{E1EE3DA9-B7AB-854D-9E9F-F5DFC23F6E60}" srcOrd="1" destOrd="0" parTransId="{3D4E3AF2-0165-EE46-A2EF-983AA039A633}" sibTransId="{CBD03C54-DBBF-7C4D-8775-BE0D0EB3B8C0}"/>
    <dgm:cxn modelId="{7BBA50FB-5F58-47DB-B941-510C69553E46}" srcId="{BB3D1489-3624-4548-80D9-D9CF6289BB08}" destId="{003A451F-6083-4568-B66E-BCCF424D55BF}" srcOrd="0" destOrd="0" parTransId="{C29DEFDC-574E-40C3-82EE-3F4E0A71FABB}" sibTransId="{3F67A94C-DC28-4361-9423-040A775EFB76}"/>
    <dgm:cxn modelId="{5882C878-5721-45D2-98E9-CE3BC60725A7}" type="presParOf" srcId="{3EC2D5D7-4938-0340-8EA2-58E9C474D2A6}" destId="{3329BAF3-9078-D643-B59E-AD895F43164F}" srcOrd="0" destOrd="0" presId="urn:microsoft.com/office/officeart/2005/8/layout/hierarchy4"/>
    <dgm:cxn modelId="{00300D29-AB8A-4287-877A-AB5C92D47A3C}" type="presParOf" srcId="{3329BAF3-9078-D643-B59E-AD895F43164F}" destId="{E0054302-A87D-7A48-98D2-5FA733B32592}" srcOrd="0" destOrd="0" presId="urn:microsoft.com/office/officeart/2005/8/layout/hierarchy4"/>
    <dgm:cxn modelId="{77336459-E874-4EC1-B446-52B9B4406C5F}" type="presParOf" srcId="{3329BAF3-9078-D643-B59E-AD895F43164F}" destId="{FE1D11D2-F258-0B4A-9462-CEABB11C5A1B}" srcOrd="1" destOrd="0" presId="urn:microsoft.com/office/officeart/2005/8/layout/hierarchy4"/>
    <dgm:cxn modelId="{D8D2C8CE-1D61-4D5C-B42D-FFBF94634F30}" type="presParOf" srcId="{3329BAF3-9078-D643-B59E-AD895F43164F}" destId="{10979B16-C786-3241-AC8F-37F7529DCC7B}" srcOrd="2" destOrd="0" presId="urn:microsoft.com/office/officeart/2005/8/layout/hierarchy4"/>
    <dgm:cxn modelId="{658C5C9F-BB9C-4387-987D-22E31457A691}" type="presParOf" srcId="{10979B16-C786-3241-AC8F-37F7529DCC7B}" destId="{CB4C9AE6-751D-A64A-BA3E-0A7055A95D87}" srcOrd="0" destOrd="0" presId="urn:microsoft.com/office/officeart/2005/8/layout/hierarchy4"/>
    <dgm:cxn modelId="{FE9C068B-C9B9-4FCE-AC22-3786C2941E9D}" type="presParOf" srcId="{CB4C9AE6-751D-A64A-BA3E-0A7055A95D87}" destId="{468E4027-285D-0B42-B57B-5D8E7E478E95}" srcOrd="0" destOrd="0" presId="urn:microsoft.com/office/officeart/2005/8/layout/hierarchy4"/>
    <dgm:cxn modelId="{0DC78A66-77C9-448D-A8A9-1F852C5FC7A4}" type="presParOf" srcId="{CB4C9AE6-751D-A64A-BA3E-0A7055A95D87}" destId="{0181DF03-C15B-E043-8248-4DA343B56AFF}" srcOrd="1" destOrd="0" presId="urn:microsoft.com/office/officeart/2005/8/layout/hierarchy4"/>
    <dgm:cxn modelId="{494D7E45-2F86-44A8-9E37-609BEB58EAE4}" type="presParOf" srcId="{CB4C9AE6-751D-A64A-BA3E-0A7055A95D87}" destId="{4618F857-C7B9-FB4B-9781-DAB8DD8EC16F}" srcOrd="2" destOrd="0" presId="urn:microsoft.com/office/officeart/2005/8/layout/hierarchy4"/>
    <dgm:cxn modelId="{4A3FA84A-D4D5-481A-98F1-ACB5555EF782}" type="presParOf" srcId="{4618F857-C7B9-FB4B-9781-DAB8DD8EC16F}" destId="{8FA01F6E-5734-5D45-AACB-38A7CEE497E0}" srcOrd="0" destOrd="0" presId="urn:microsoft.com/office/officeart/2005/8/layout/hierarchy4"/>
    <dgm:cxn modelId="{FBA5071D-FD0F-4A44-A06D-3916B584A047}" type="presParOf" srcId="{8FA01F6E-5734-5D45-AACB-38A7CEE497E0}" destId="{ABA769A8-9F72-6241-BCEC-E3CC66C0B3FD}" srcOrd="0" destOrd="0" presId="urn:microsoft.com/office/officeart/2005/8/layout/hierarchy4"/>
    <dgm:cxn modelId="{81047610-FD21-4242-98C7-14F944F881F6}" type="presParOf" srcId="{8FA01F6E-5734-5D45-AACB-38A7CEE497E0}" destId="{D2449BCF-0EC6-2B48-92A8-F3725D0D7526}" srcOrd="1" destOrd="0" presId="urn:microsoft.com/office/officeart/2005/8/layout/hierarchy4"/>
    <dgm:cxn modelId="{20536969-44EB-43DC-AB99-98447A56BAD0}" type="presParOf" srcId="{8FA01F6E-5734-5D45-AACB-38A7CEE497E0}" destId="{A8D7C59C-EAE4-C24C-94C5-04DAD3807419}" srcOrd="2" destOrd="0" presId="urn:microsoft.com/office/officeart/2005/8/layout/hierarchy4"/>
    <dgm:cxn modelId="{164E131E-83B5-4E2F-89BA-B183EE30730F}" type="presParOf" srcId="{A8D7C59C-EAE4-C24C-94C5-04DAD3807419}" destId="{57BD5CFF-FC0C-414F-878A-3BA0C09030F3}" srcOrd="0" destOrd="0" presId="urn:microsoft.com/office/officeart/2005/8/layout/hierarchy4"/>
    <dgm:cxn modelId="{D238486D-6AEA-4615-BC22-9AAE4553581D}" type="presParOf" srcId="{57BD5CFF-FC0C-414F-878A-3BA0C09030F3}" destId="{6483B6A3-6EE5-8A48-A184-1B36266D9B50}" srcOrd="0" destOrd="0" presId="urn:microsoft.com/office/officeart/2005/8/layout/hierarchy4"/>
    <dgm:cxn modelId="{7513C54C-9B90-43A5-9348-05FDDB610A0E}" type="presParOf" srcId="{57BD5CFF-FC0C-414F-878A-3BA0C09030F3}" destId="{60175AFA-1087-4D47-88F0-7C07E1D3FE8F}" srcOrd="1" destOrd="0" presId="urn:microsoft.com/office/officeart/2005/8/layout/hierarchy4"/>
    <dgm:cxn modelId="{4167016C-FD70-41D1-BB81-40554FD1A958}" type="presParOf" srcId="{A8D7C59C-EAE4-C24C-94C5-04DAD3807419}" destId="{E187FE76-0623-F547-A71C-F3CFA8C043FD}" srcOrd="1" destOrd="0" presId="urn:microsoft.com/office/officeart/2005/8/layout/hierarchy4"/>
    <dgm:cxn modelId="{3C38B077-0928-4ADD-8C28-721A8C77944F}" type="presParOf" srcId="{A8D7C59C-EAE4-C24C-94C5-04DAD3807419}" destId="{7D401E12-305D-A84C-B5DD-C65FF0BD7EE8}" srcOrd="2" destOrd="0" presId="urn:microsoft.com/office/officeart/2005/8/layout/hierarchy4"/>
    <dgm:cxn modelId="{A0F4C33A-E64A-499E-9612-63DEAE9D580D}" type="presParOf" srcId="{7D401E12-305D-A84C-B5DD-C65FF0BD7EE8}" destId="{F0219164-AD4F-394D-AB1A-62FDFF059E4B}" srcOrd="0" destOrd="0" presId="urn:microsoft.com/office/officeart/2005/8/layout/hierarchy4"/>
    <dgm:cxn modelId="{836D1C35-DE2F-4441-8D71-E820A13CEAF3}" type="presParOf" srcId="{7D401E12-305D-A84C-B5DD-C65FF0BD7EE8}" destId="{F7FBF5A2-DCC1-5148-8032-7E94CA5F2319}" srcOrd="1" destOrd="0" presId="urn:microsoft.com/office/officeart/2005/8/layout/hierarchy4"/>
    <dgm:cxn modelId="{01943E2F-3A2A-463E-9514-974E6EECEDE8}" type="presParOf" srcId="{4618F857-C7B9-FB4B-9781-DAB8DD8EC16F}" destId="{D9CC09B1-BCF8-C343-B099-4A2DA8585C66}" srcOrd="1" destOrd="0" presId="urn:microsoft.com/office/officeart/2005/8/layout/hierarchy4"/>
    <dgm:cxn modelId="{BFDDE060-D626-4F88-B45D-0C63B54F79C9}" type="presParOf" srcId="{4618F857-C7B9-FB4B-9781-DAB8DD8EC16F}" destId="{D7E9B419-1E8A-574C-B28E-D82230345701}" srcOrd="2" destOrd="0" presId="urn:microsoft.com/office/officeart/2005/8/layout/hierarchy4"/>
    <dgm:cxn modelId="{E2CED781-FA91-457A-BE3C-706E4494CEA3}" type="presParOf" srcId="{D7E9B419-1E8A-574C-B28E-D82230345701}" destId="{67E6D66D-F025-DA42-A88C-773E18CFCFBD}" srcOrd="0" destOrd="0" presId="urn:microsoft.com/office/officeart/2005/8/layout/hierarchy4"/>
    <dgm:cxn modelId="{B2AFEF81-1F00-4C6F-87D2-C26B53677837}" type="presParOf" srcId="{D7E9B419-1E8A-574C-B28E-D82230345701}" destId="{FAE58183-BEBA-664A-BB29-DBA4810A1BFB}" srcOrd="1" destOrd="0" presId="urn:microsoft.com/office/officeart/2005/8/layout/hierarchy4"/>
    <dgm:cxn modelId="{621326C4-FEC0-4770-A299-5E7EB9500278}" type="presParOf" srcId="{D7E9B419-1E8A-574C-B28E-D82230345701}" destId="{B8A14624-BD83-1648-AD9F-82293A7DB130}" srcOrd="2" destOrd="0" presId="urn:microsoft.com/office/officeart/2005/8/layout/hierarchy4"/>
    <dgm:cxn modelId="{16A9501F-1608-494B-BD8E-3A0FBE96BB47}" type="presParOf" srcId="{B8A14624-BD83-1648-AD9F-82293A7DB130}" destId="{045A919C-0C99-074A-B8C3-BD7211106A2E}" srcOrd="0" destOrd="0" presId="urn:microsoft.com/office/officeart/2005/8/layout/hierarchy4"/>
    <dgm:cxn modelId="{69338360-5E19-4324-B257-1C0965936607}" type="presParOf" srcId="{045A919C-0C99-074A-B8C3-BD7211106A2E}" destId="{4D42E0F1-0A23-E24B-9DF1-354A4F12A5CD}" srcOrd="0" destOrd="0" presId="urn:microsoft.com/office/officeart/2005/8/layout/hierarchy4"/>
    <dgm:cxn modelId="{62ECF68F-B664-46A2-B51E-22A9FFD4D888}" type="presParOf" srcId="{045A919C-0C99-074A-B8C3-BD7211106A2E}" destId="{313CAFFD-4D26-644B-B62E-441B37D1996A}" srcOrd="1" destOrd="0" presId="urn:microsoft.com/office/officeart/2005/8/layout/hierarchy4"/>
    <dgm:cxn modelId="{8E7C3EF3-2A7C-4DC2-AA00-3527E25FC617}" type="presParOf" srcId="{B8A14624-BD83-1648-AD9F-82293A7DB130}" destId="{266D7A3C-7438-D342-8C4A-22A9275198C9}" srcOrd="1" destOrd="0" presId="urn:microsoft.com/office/officeart/2005/8/layout/hierarchy4"/>
    <dgm:cxn modelId="{53E909F9-CB85-4973-907B-DF89BC11E429}" type="presParOf" srcId="{B8A14624-BD83-1648-AD9F-82293A7DB130}" destId="{9C51F868-9B40-1C45-91DA-F700B4BC60CD}" srcOrd="2" destOrd="0" presId="urn:microsoft.com/office/officeart/2005/8/layout/hierarchy4"/>
    <dgm:cxn modelId="{AC6EF90E-7945-4471-9320-6E3E02BCFFB1}" type="presParOf" srcId="{9C51F868-9B40-1C45-91DA-F700B4BC60CD}" destId="{7C430CE8-9E0F-BE41-A6AE-A333D2FF63BE}" srcOrd="0" destOrd="0" presId="urn:microsoft.com/office/officeart/2005/8/layout/hierarchy4"/>
    <dgm:cxn modelId="{BC14E728-13DD-42F9-870C-D358923AC5BD}" type="presParOf" srcId="{9C51F868-9B40-1C45-91DA-F700B4BC60CD}" destId="{4D8A3A9F-7299-4345-8877-7CB33F354E46}" srcOrd="1" destOrd="0" presId="urn:microsoft.com/office/officeart/2005/8/layout/hierarchy4"/>
    <dgm:cxn modelId="{0E9E0EDC-609A-41C1-BD61-8D26BEA10BDD}" type="presParOf" srcId="{10979B16-C786-3241-AC8F-37F7529DCC7B}" destId="{4544551D-B5DD-3E44-9922-5266D727132C}" srcOrd="1" destOrd="0" presId="urn:microsoft.com/office/officeart/2005/8/layout/hierarchy4"/>
    <dgm:cxn modelId="{BE57D20D-BDD9-4075-8B89-3FB71108E3B4}" type="presParOf" srcId="{10979B16-C786-3241-AC8F-37F7529DCC7B}" destId="{CC38D5F8-A5AF-6647-865E-97497B3AEBF2}" srcOrd="2" destOrd="0" presId="urn:microsoft.com/office/officeart/2005/8/layout/hierarchy4"/>
    <dgm:cxn modelId="{21977E9C-8B88-43A4-9F0E-540C4734CF38}" type="presParOf" srcId="{CC38D5F8-A5AF-6647-865E-97497B3AEBF2}" destId="{79FA0E43-2570-4B47-A9DE-303032675AB9}" srcOrd="0" destOrd="0" presId="urn:microsoft.com/office/officeart/2005/8/layout/hierarchy4"/>
    <dgm:cxn modelId="{E7D9CD93-F806-4E85-9065-458C7BB7D571}" type="presParOf" srcId="{CC38D5F8-A5AF-6647-865E-97497B3AEBF2}" destId="{D58D29D1-5542-564D-A8EE-61529BEC6766}" srcOrd="1" destOrd="0" presId="urn:microsoft.com/office/officeart/2005/8/layout/hierarchy4"/>
    <dgm:cxn modelId="{62C6F25B-39B2-4900-B916-D20916D3AF63}" type="presParOf" srcId="{CC38D5F8-A5AF-6647-865E-97497B3AEBF2}" destId="{59F4C939-FC95-D14B-9DBE-065BFFA51B31}" srcOrd="2" destOrd="0" presId="urn:microsoft.com/office/officeart/2005/8/layout/hierarchy4"/>
    <dgm:cxn modelId="{4CE066EA-3DB8-4A67-BB0C-C38CDFDA6B9F}" type="presParOf" srcId="{59F4C939-FC95-D14B-9DBE-065BFFA51B31}" destId="{09EBE11C-5242-8F49-8771-ED90EC2FFE8F}" srcOrd="0" destOrd="0" presId="urn:microsoft.com/office/officeart/2005/8/layout/hierarchy4"/>
    <dgm:cxn modelId="{B753D53E-2350-41C2-B151-A2D60E1F62DA}" type="presParOf" srcId="{09EBE11C-5242-8F49-8771-ED90EC2FFE8F}" destId="{20D2169B-5F4C-434A-AEEB-7895E1EA3C5A}" srcOrd="0" destOrd="0" presId="urn:microsoft.com/office/officeart/2005/8/layout/hierarchy4"/>
    <dgm:cxn modelId="{531D3D65-DD57-45E0-AB8C-24E9D236F1EC}" type="presParOf" srcId="{09EBE11C-5242-8F49-8771-ED90EC2FFE8F}" destId="{583AA519-DD09-1C41-977E-35C8FC5E01DC}" srcOrd="1" destOrd="0" presId="urn:microsoft.com/office/officeart/2005/8/layout/hierarchy4"/>
    <dgm:cxn modelId="{56321418-F99E-4DC6-BE9D-C2D91D8BBFEA}" type="presParOf" srcId="{09EBE11C-5242-8F49-8771-ED90EC2FFE8F}" destId="{4CBA02DF-80A6-DF4C-B079-D0B80C13622C}" srcOrd="2" destOrd="0" presId="urn:microsoft.com/office/officeart/2005/8/layout/hierarchy4"/>
    <dgm:cxn modelId="{C0863B12-A556-4EF8-BBDB-A5DEAB2377E4}" type="presParOf" srcId="{4CBA02DF-80A6-DF4C-B079-D0B80C13622C}" destId="{2780AD7B-0A6D-2941-80DC-2317344A8B98}" srcOrd="0" destOrd="0" presId="urn:microsoft.com/office/officeart/2005/8/layout/hierarchy4"/>
    <dgm:cxn modelId="{21752C33-FA66-4472-AE2A-A771CD2F7191}" type="presParOf" srcId="{2780AD7B-0A6D-2941-80DC-2317344A8B98}" destId="{2370C0BA-41DF-8E4E-A0F5-C7DD7412C71B}" srcOrd="0" destOrd="0" presId="urn:microsoft.com/office/officeart/2005/8/layout/hierarchy4"/>
    <dgm:cxn modelId="{C73830C6-451F-47AB-86C1-4E10B52192F4}" type="presParOf" srcId="{2780AD7B-0A6D-2941-80DC-2317344A8B98}" destId="{BF802667-06EC-BC4C-80AE-03F15077FCA1}" srcOrd="1" destOrd="0" presId="urn:microsoft.com/office/officeart/2005/8/layout/hierarchy4"/>
    <dgm:cxn modelId="{C4AA8C58-86F9-4009-AFBD-EC2E9C58972B}" type="presParOf" srcId="{4CBA02DF-80A6-DF4C-B079-D0B80C13622C}" destId="{AC17B9A3-534C-054F-B8ED-8C176CA2DEF2}" srcOrd="1" destOrd="0" presId="urn:microsoft.com/office/officeart/2005/8/layout/hierarchy4"/>
    <dgm:cxn modelId="{71E72D00-1D1C-4578-A26F-541A7CB7ADEC}" type="presParOf" srcId="{4CBA02DF-80A6-DF4C-B079-D0B80C13622C}" destId="{A2855D87-2DDA-404F-A08D-9CDE9E78933C}" srcOrd="2" destOrd="0" presId="urn:microsoft.com/office/officeart/2005/8/layout/hierarchy4"/>
    <dgm:cxn modelId="{3C6D0D2F-88A0-4CFC-A1B0-7F5EB89FEC32}" type="presParOf" srcId="{A2855D87-2DDA-404F-A08D-9CDE9E78933C}" destId="{1DAE6A80-999C-1E47-9BC6-F411B8C54555}" srcOrd="0" destOrd="0" presId="urn:microsoft.com/office/officeart/2005/8/layout/hierarchy4"/>
    <dgm:cxn modelId="{CEE3D35F-C265-44A1-811F-B611A1E954FC}" type="presParOf" srcId="{A2855D87-2DDA-404F-A08D-9CDE9E78933C}" destId="{2EA7B2E2-5761-5F47-A528-EC38DF52B437}" srcOrd="1" destOrd="0" presId="urn:microsoft.com/office/officeart/2005/8/layout/hierarchy4"/>
    <dgm:cxn modelId="{1B1CBD45-0C1B-4935-8796-FBFB780EAACC}" type="presParOf" srcId="{59F4C939-FC95-D14B-9DBE-065BFFA51B31}" destId="{803F1E3E-E287-594E-9CFA-F639AE7F2F87}" srcOrd="1" destOrd="0" presId="urn:microsoft.com/office/officeart/2005/8/layout/hierarchy4"/>
    <dgm:cxn modelId="{E8A712A7-5F0C-45E7-89D8-88737CD56EC1}" type="presParOf" srcId="{59F4C939-FC95-D14B-9DBE-065BFFA51B31}" destId="{CF13C766-CF7E-5A45-99C0-DA893FE5C0AD}" srcOrd="2" destOrd="0" presId="urn:microsoft.com/office/officeart/2005/8/layout/hierarchy4"/>
    <dgm:cxn modelId="{0BA09EC5-2875-4249-A9BC-485570701D4E}" type="presParOf" srcId="{CF13C766-CF7E-5A45-99C0-DA893FE5C0AD}" destId="{B4B73E60-A300-9F4B-9EE2-892D0EDE1821}" srcOrd="0" destOrd="0" presId="urn:microsoft.com/office/officeart/2005/8/layout/hierarchy4"/>
    <dgm:cxn modelId="{BF225C9D-4CEA-47D1-9A0E-EE36EC10CCDF}" type="presParOf" srcId="{CF13C766-CF7E-5A45-99C0-DA893FE5C0AD}" destId="{E559414C-2599-844A-BCBC-0F7E30A4021B}" srcOrd="1" destOrd="0" presId="urn:microsoft.com/office/officeart/2005/8/layout/hierarchy4"/>
    <dgm:cxn modelId="{944551C8-D753-4664-8EF8-66B356A88DF8}" type="presParOf" srcId="{CF13C766-CF7E-5A45-99C0-DA893FE5C0AD}" destId="{2ED063B4-1E78-F741-A53F-1076DD49A6A6}" srcOrd="2" destOrd="0" presId="urn:microsoft.com/office/officeart/2005/8/layout/hierarchy4"/>
    <dgm:cxn modelId="{49918DCC-06D1-45A0-A65E-80BC72DDB7CD}" type="presParOf" srcId="{2ED063B4-1E78-F741-A53F-1076DD49A6A6}" destId="{BF553F7F-5505-D142-823B-1577BF749F0F}" srcOrd="0" destOrd="0" presId="urn:microsoft.com/office/officeart/2005/8/layout/hierarchy4"/>
    <dgm:cxn modelId="{AE990A4A-86C7-44AF-AAE0-88CA4A172242}" type="presParOf" srcId="{BF553F7F-5505-D142-823B-1577BF749F0F}" destId="{BFD708D9-0A5C-5340-B66B-160BB616685D}" srcOrd="0" destOrd="0" presId="urn:microsoft.com/office/officeart/2005/8/layout/hierarchy4"/>
    <dgm:cxn modelId="{4BF329B0-F519-4817-A1D5-22F95BF9936F}" type="presParOf" srcId="{BF553F7F-5505-D142-823B-1577BF749F0F}" destId="{4BD4E344-8408-4440-9B9C-293E32D01B2B}" srcOrd="1" destOrd="0" presId="urn:microsoft.com/office/officeart/2005/8/layout/hierarchy4"/>
    <dgm:cxn modelId="{571FE8DE-F4E4-406C-AB4A-F9DB9ADDD632}" type="presParOf" srcId="{2ED063B4-1E78-F741-A53F-1076DD49A6A6}" destId="{2E81C71B-39DC-A745-BDC2-53E5B56EBAFE}" srcOrd="1" destOrd="0" presId="urn:microsoft.com/office/officeart/2005/8/layout/hierarchy4"/>
    <dgm:cxn modelId="{86C0508E-865D-4206-9074-C6D775D79D4E}" type="presParOf" srcId="{2ED063B4-1E78-F741-A53F-1076DD49A6A6}" destId="{E7A3C2AE-7816-C444-8114-5596C5A13778}" srcOrd="2" destOrd="0" presId="urn:microsoft.com/office/officeart/2005/8/layout/hierarchy4"/>
    <dgm:cxn modelId="{33FB5B2D-9A18-4135-9D3E-D4E510D6943C}" type="presParOf" srcId="{E7A3C2AE-7816-C444-8114-5596C5A13778}" destId="{27D97F64-6902-E344-994B-79B95AFA869D}" srcOrd="0" destOrd="0" presId="urn:microsoft.com/office/officeart/2005/8/layout/hierarchy4"/>
    <dgm:cxn modelId="{BD072BAC-6F61-4183-A9EA-9E5BF8B6B97E}" type="presParOf" srcId="{E7A3C2AE-7816-C444-8114-5596C5A13778}" destId="{BF26C40B-33B4-A540-B1BA-6CCEB1F7631A}"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DFE88F-E82D-41F4-B588-1DAB1F0D88D5}" type="doc">
      <dgm:prSet loTypeId="urn:microsoft.com/office/officeart/2005/8/layout/hierarchy4" loCatId="hierarchy" qsTypeId="urn:microsoft.com/office/officeart/2005/8/quickstyle/simple3" qsCatId="simple" csTypeId="urn:microsoft.com/office/officeart/2005/8/colors/accent1_3" csCatId="accent1" phldr="1"/>
      <dgm:spPr/>
      <dgm:t>
        <a:bodyPr/>
        <a:lstStyle/>
        <a:p>
          <a:endParaRPr lang="de-DE"/>
        </a:p>
      </dgm:t>
    </dgm:pt>
    <dgm:pt modelId="{003A451F-6083-4568-B66E-BCCF424D55BF}">
      <dgm:prSet phldrT="[Text]"/>
      <dgm:spPr/>
      <dgm:t>
        <a:bodyPr/>
        <a:lstStyle/>
        <a:p>
          <a:r>
            <a:rPr lang="en-US" noProof="0" dirty="0"/>
            <a:t>Non-Safety</a:t>
          </a:r>
        </a:p>
      </dgm:t>
    </dgm:pt>
    <dgm:pt modelId="{C29DEFDC-574E-40C3-82EE-3F4E0A71FABB}" type="parTrans" cxnId="{7BBA50FB-5F58-47DB-B941-510C69553E46}">
      <dgm:prSet/>
      <dgm:spPr/>
      <dgm:t>
        <a:bodyPr/>
        <a:lstStyle/>
        <a:p>
          <a:endParaRPr lang="en-US" noProof="0"/>
        </a:p>
      </dgm:t>
    </dgm:pt>
    <dgm:pt modelId="{3F67A94C-DC28-4361-9423-040A775EFB76}" type="sibTrans" cxnId="{7BBA50FB-5F58-47DB-B941-510C69553E46}">
      <dgm:prSet/>
      <dgm:spPr/>
      <dgm:t>
        <a:bodyPr/>
        <a:lstStyle/>
        <a:p>
          <a:endParaRPr lang="de-DE"/>
        </a:p>
      </dgm:t>
    </dgm:pt>
    <dgm:pt modelId="{A4EEA6F5-1C9D-4B5D-AAF5-7C4E621FD5B6}">
      <dgm:prSet phldrT="[Text]"/>
      <dgm:spPr/>
      <dgm:t>
        <a:bodyPr/>
        <a:lstStyle/>
        <a:p>
          <a:r>
            <a:rPr lang="en-US" noProof="0" dirty="0"/>
            <a:t>Safety</a:t>
          </a:r>
        </a:p>
      </dgm:t>
    </dgm:pt>
    <dgm:pt modelId="{84EA0500-B0E2-49DC-A5BE-CDB65373C3A1}" type="parTrans" cxnId="{B3ABB3AA-BDDE-4ED8-B6DE-EF7E9DBE6409}">
      <dgm:prSet/>
      <dgm:spPr/>
      <dgm:t>
        <a:bodyPr/>
        <a:lstStyle/>
        <a:p>
          <a:endParaRPr lang="en-US" noProof="0"/>
        </a:p>
      </dgm:t>
    </dgm:pt>
    <dgm:pt modelId="{A49DA47F-59B9-45DB-9308-4032DE87362B}" type="sibTrans" cxnId="{B3ABB3AA-BDDE-4ED8-B6DE-EF7E9DBE6409}">
      <dgm:prSet/>
      <dgm:spPr/>
      <dgm:t>
        <a:bodyPr/>
        <a:lstStyle/>
        <a:p>
          <a:endParaRPr lang="de-DE"/>
        </a:p>
      </dgm:t>
    </dgm:pt>
    <dgm:pt modelId="{BB3D1489-3624-4548-80D9-D9CF6289BB08}">
      <dgm:prSet phldrT="[Text]"/>
      <dgm:spPr/>
      <dgm:t>
        <a:bodyPr/>
        <a:lstStyle/>
        <a:p>
          <a:r>
            <a:rPr lang="en-US" noProof="0" dirty="0"/>
            <a:t>Vehicle-to-X</a:t>
          </a:r>
        </a:p>
      </dgm:t>
    </dgm:pt>
    <dgm:pt modelId="{60474C45-E0F5-4E92-8CA1-18266FB88F83}" type="sibTrans" cxnId="{7CDFE98F-E21E-42F8-A9BF-84F346507A0B}">
      <dgm:prSet/>
      <dgm:spPr/>
      <dgm:t>
        <a:bodyPr/>
        <a:lstStyle/>
        <a:p>
          <a:endParaRPr lang="de-DE"/>
        </a:p>
      </dgm:t>
    </dgm:pt>
    <dgm:pt modelId="{F8F06D65-317D-4762-8877-67314E15D506}" type="parTrans" cxnId="{7CDFE98F-E21E-42F8-A9BF-84F346507A0B}">
      <dgm:prSet/>
      <dgm:spPr/>
      <dgm:t>
        <a:bodyPr/>
        <a:lstStyle/>
        <a:p>
          <a:endParaRPr lang="de-DE"/>
        </a:p>
      </dgm:t>
    </dgm:pt>
    <dgm:pt modelId="{B1746EF7-BCE8-40C6-97FE-8E80B965390F}">
      <dgm:prSet phldrT="[Text]"/>
      <dgm:spPr>
        <a:noFill/>
        <a:ln>
          <a:noFill/>
        </a:ln>
      </dgm:spPr>
      <dgm:t>
        <a:bodyPr/>
        <a:lstStyle/>
        <a:p>
          <a:r>
            <a:rPr lang="en-US" noProof="0" dirty="0"/>
            <a:t>Many messages</a:t>
          </a:r>
        </a:p>
        <a:p>
          <a:r>
            <a:rPr lang="en-US" noProof="0" dirty="0"/>
            <a:t>High data rate</a:t>
          </a:r>
        </a:p>
      </dgm:t>
    </dgm:pt>
    <dgm:pt modelId="{F417FF0A-5320-4FBC-BEE7-E0806C8A75A0}" type="parTrans" cxnId="{DFF9B3A0-7E11-490C-A3E4-8A9443512D6A}">
      <dgm:prSet/>
      <dgm:spPr/>
      <dgm:t>
        <a:bodyPr/>
        <a:lstStyle/>
        <a:p>
          <a:endParaRPr lang="en-US"/>
        </a:p>
      </dgm:t>
    </dgm:pt>
    <dgm:pt modelId="{F06B3C84-262F-488F-BD87-2AC7B88637CA}" type="sibTrans" cxnId="{DFF9B3A0-7E11-490C-A3E4-8A9443512D6A}">
      <dgm:prSet/>
      <dgm:spPr/>
      <dgm:t>
        <a:bodyPr/>
        <a:lstStyle/>
        <a:p>
          <a:endParaRPr lang="en-US"/>
        </a:p>
      </dgm:t>
    </dgm:pt>
    <dgm:pt modelId="{A67BEEAD-4012-4E34-B950-432AB2C12F1D}">
      <dgm:prSet phldrT="[Text]"/>
      <dgm:spPr>
        <a:noFill/>
        <a:ln>
          <a:noFill/>
        </a:ln>
      </dgm:spPr>
      <dgm:t>
        <a:bodyPr/>
        <a:lstStyle/>
        <a:p>
          <a:r>
            <a:rPr lang="en-US" noProof="0" dirty="0"/>
            <a:t>Few messages</a:t>
          </a:r>
        </a:p>
        <a:p>
          <a:r>
            <a:rPr lang="en-US" noProof="0" dirty="0"/>
            <a:t>Small packet size</a:t>
          </a:r>
        </a:p>
      </dgm:t>
    </dgm:pt>
    <dgm:pt modelId="{AA55E90A-CC33-4D2A-BA32-A0E30F49684B}" type="parTrans" cxnId="{C90A8F73-C4C4-4A3E-89EF-9DC5932F6EA0}">
      <dgm:prSet/>
      <dgm:spPr/>
      <dgm:t>
        <a:bodyPr/>
        <a:lstStyle/>
        <a:p>
          <a:endParaRPr lang="en-US"/>
        </a:p>
      </dgm:t>
    </dgm:pt>
    <dgm:pt modelId="{D46070DC-760E-48DE-84B4-6502AAA77CBA}" type="sibTrans" cxnId="{C90A8F73-C4C4-4A3E-89EF-9DC5932F6EA0}">
      <dgm:prSet/>
      <dgm:spPr/>
      <dgm:t>
        <a:bodyPr/>
        <a:lstStyle/>
        <a:p>
          <a:endParaRPr lang="en-US"/>
        </a:p>
      </dgm:t>
    </dgm:pt>
    <dgm:pt modelId="{07414BDE-888F-425F-A394-F89DDBEC15EF}">
      <dgm:prSet phldrT="[Text]"/>
      <dgm:spPr>
        <a:noFill/>
        <a:ln>
          <a:noFill/>
        </a:ln>
      </dgm:spPr>
      <dgm:t>
        <a:bodyPr/>
        <a:lstStyle/>
        <a:p>
          <a:r>
            <a:rPr lang="en-US" noProof="0" dirty="0"/>
            <a:t>Low latency demands</a:t>
          </a:r>
        </a:p>
        <a:p>
          <a:r>
            <a:rPr lang="en-US" noProof="0" dirty="0"/>
            <a:t>Low reliability demands</a:t>
          </a:r>
        </a:p>
      </dgm:t>
    </dgm:pt>
    <dgm:pt modelId="{05EA5D1C-C52E-4FF7-953B-65F12CA35234}" type="parTrans" cxnId="{568EC24C-FED3-4FFB-BA78-8251A53EA958}">
      <dgm:prSet/>
      <dgm:spPr/>
      <dgm:t>
        <a:bodyPr/>
        <a:lstStyle/>
        <a:p>
          <a:endParaRPr lang="en-US"/>
        </a:p>
      </dgm:t>
    </dgm:pt>
    <dgm:pt modelId="{E31E2848-2C14-4D66-9E2F-08E3E5153805}" type="sibTrans" cxnId="{568EC24C-FED3-4FFB-BA78-8251A53EA958}">
      <dgm:prSet/>
      <dgm:spPr/>
      <dgm:t>
        <a:bodyPr/>
        <a:lstStyle/>
        <a:p>
          <a:endParaRPr lang="en-US"/>
        </a:p>
      </dgm:t>
    </dgm:pt>
    <dgm:pt modelId="{3999C40B-BCD0-4971-B08D-289903D71CC4}">
      <dgm:prSet phldrT="[Text]"/>
      <dgm:spPr>
        <a:noFill/>
        <a:ln>
          <a:noFill/>
        </a:ln>
      </dgm:spPr>
      <dgm:t>
        <a:bodyPr/>
        <a:lstStyle/>
        <a:p>
          <a:r>
            <a:rPr lang="en-US" noProof="0" dirty="0"/>
            <a:t>High latency demands</a:t>
          </a:r>
        </a:p>
        <a:p>
          <a:r>
            <a:rPr lang="en-US" noProof="0" dirty="0"/>
            <a:t>High reliability demands</a:t>
          </a:r>
        </a:p>
      </dgm:t>
    </dgm:pt>
    <dgm:pt modelId="{22E96251-4B03-407C-AEC4-E1DFF0FC0F06}" type="parTrans" cxnId="{E7D651A3-C4E4-4123-9DA4-3D1E3E826603}">
      <dgm:prSet/>
      <dgm:spPr/>
      <dgm:t>
        <a:bodyPr/>
        <a:lstStyle/>
        <a:p>
          <a:endParaRPr lang="en-US"/>
        </a:p>
      </dgm:t>
    </dgm:pt>
    <dgm:pt modelId="{61279B91-4C63-454E-82FB-836DBE553E53}" type="sibTrans" cxnId="{E7D651A3-C4E4-4123-9DA4-3D1E3E826603}">
      <dgm:prSet/>
      <dgm:spPr/>
      <dgm:t>
        <a:bodyPr/>
        <a:lstStyle/>
        <a:p>
          <a:endParaRPr lang="en-US"/>
        </a:p>
      </dgm:t>
    </dgm:pt>
    <dgm:pt modelId="{3EC2D5D7-4938-0340-8EA2-58E9C474D2A6}" type="pres">
      <dgm:prSet presAssocID="{3BDFE88F-E82D-41F4-B588-1DAB1F0D88D5}" presName="Name0" presStyleCnt="0">
        <dgm:presLayoutVars>
          <dgm:chPref val="1"/>
          <dgm:dir/>
          <dgm:animOne val="branch"/>
          <dgm:animLvl val="lvl"/>
          <dgm:resizeHandles/>
        </dgm:presLayoutVars>
      </dgm:prSet>
      <dgm:spPr/>
    </dgm:pt>
    <dgm:pt modelId="{3329BAF3-9078-D643-B59E-AD895F43164F}" type="pres">
      <dgm:prSet presAssocID="{BB3D1489-3624-4548-80D9-D9CF6289BB08}" presName="vertOne" presStyleCnt="0"/>
      <dgm:spPr/>
    </dgm:pt>
    <dgm:pt modelId="{E0054302-A87D-7A48-98D2-5FA733B32592}" type="pres">
      <dgm:prSet presAssocID="{BB3D1489-3624-4548-80D9-D9CF6289BB08}" presName="txOne" presStyleLbl="node0" presStyleIdx="0" presStyleCnt="1">
        <dgm:presLayoutVars>
          <dgm:chPref val="3"/>
        </dgm:presLayoutVars>
      </dgm:prSet>
      <dgm:spPr/>
    </dgm:pt>
    <dgm:pt modelId="{FE1D11D2-F258-0B4A-9462-CEABB11C5A1B}" type="pres">
      <dgm:prSet presAssocID="{BB3D1489-3624-4548-80D9-D9CF6289BB08}" presName="parTransOne" presStyleCnt="0"/>
      <dgm:spPr/>
    </dgm:pt>
    <dgm:pt modelId="{10979B16-C786-3241-AC8F-37F7529DCC7B}" type="pres">
      <dgm:prSet presAssocID="{BB3D1489-3624-4548-80D9-D9CF6289BB08}" presName="horzOne" presStyleCnt="0"/>
      <dgm:spPr/>
    </dgm:pt>
    <dgm:pt modelId="{CB4C9AE6-751D-A64A-BA3E-0A7055A95D87}" type="pres">
      <dgm:prSet presAssocID="{003A451F-6083-4568-B66E-BCCF424D55BF}" presName="vertTwo" presStyleCnt="0"/>
      <dgm:spPr/>
    </dgm:pt>
    <dgm:pt modelId="{468E4027-285D-0B42-B57B-5D8E7E478E95}" type="pres">
      <dgm:prSet presAssocID="{003A451F-6083-4568-B66E-BCCF424D55BF}" presName="txTwo" presStyleLbl="node2" presStyleIdx="0" presStyleCnt="2">
        <dgm:presLayoutVars>
          <dgm:chPref val="3"/>
        </dgm:presLayoutVars>
      </dgm:prSet>
      <dgm:spPr/>
    </dgm:pt>
    <dgm:pt modelId="{0181DF03-C15B-E043-8248-4DA343B56AFF}" type="pres">
      <dgm:prSet presAssocID="{003A451F-6083-4568-B66E-BCCF424D55BF}" presName="parTransTwo" presStyleCnt="0"/>
      <dgm:spPr/>
    </dgm:pt>
    <dgm:pt modelId="{4618F857-C7B9-FB4B-9781-DAB8DD8EC16F}" type="pres">
      <dgm:prSet presAssocID="{003A451F-6083-4568-B66E-BCCF424D55BF}" presName="horzTwo" presStyleCnt="0"/>
      <dgm:spPr/>
    </dgm:pt>
    <dgm:pt modelId="{6D5C0C9A-D763-4B87-BB78-D295285DB2C3}" type="pres">
      <dgm:prSet presAssocID="{B1746EF7-BCE8-40C6-97FE-8E80B965390F}" presName="vertThree" presStyleCnt="0"/>
      <dgm:spPr/>
    </dgm:pt>
    <dgm:pt modelId="{A5BE839D-6ECE-4B87-B935-C254EA4BDA97}" type="pres">
      <dgm:prSet presAssocID="{B1746EF7-BCE8-40C6-97FE-8E80B965390F}" presName="txThree" presStyleLbl="node3" presStyleIdx="0" presStyleCnt="2">
        <dgm:presLayoutVars>
          <dgm:chPref val="3"/>
        </dgm:presLayoutVars>
      </dgm:prSet>
      <dgm:spPr/>
    </dgm:pt>
    <dgm:pt modelId="{B4B06010-D752-435E-AFEA-B7E8713D2D2E}" type="pres">
      <dgm:prSet presAssocID="{B1746EF7-BCE8-40C6-97FE-8E80B965390F}" presName="parTransThree" presStyleCnt="0"/>
      <dgm:spPr/>
    </dgm:pt>
    <dgm:pt modelId="{7EC241CC-0537-4DB1-8C1D-040FF0DE3CB7}" type="pres">
      <dgm:prSet presAssocID="{B1746EF7-BCE8-40C6-97FE-8E80B965390F}" presName="horzThree" presStyleCnt="0"/>
      <dgm:spPr/>
    </dgm:pt>
    <dgm:pt modelId="{3DFE46C8-4D8C-42AE-B53C-29FD1C99EE35}" type="pres">
      <dgm:prSet presAssocID="{07414BDE-888F-425F-A394-F89DDBEC15EF}" presName="vertFour" presStyleCnt="0">
        <dgm:presLayoutVars>
          <dgm:chPref val="3"/>
        </dgm:presLayoutVars>
      </dgm:prSet>
      <dgm:spPr/>
    </dgm:pt>
    <dgm:pt modelId="{C28C6726-8B90-44A0-AF89-6507A90DC786}" type="pres">
      <dgm:prSet presAssocID="{07414BDE-888F-425F-A394-F89DDBEC15EF}" presName="txFour" presStyleLbl="node4" presStyleIdx="0" presStyleCnt="2">
        <dgm:presLayoutVars>
          <dgm:chPref val="3"/>
        </dgm:presLayoutVars>
      </dgm:prSet>
      <dgm:spPr/>
    </dgm:pt>
    <dgm:pt modelId="{FADA7C14-79B4-4B7D-BFDF-4B3A1550DA4D}" type="pres">
      <dgm:prSet presAssocID="{07414BDE-888F-425F-A394-F89DDBEC15EF}" presName="horzFour" presStyleCnt="0"/>
      <dgm:spPr/>
    </dgm:pt>
    <dgm:pt modelId="{4544551D-B5DD-3E44-9922-5266D727132C}" type="pres">
      <dgm:prSet presAssocID="{3F67A94C-DC28-4361-9423-040A775EFB76}" presName="sibSpaceTwo" presStyleCnt="0"/>
      <dgm:spPr/>
    </dgm:pt>
    <dgm:pt modelId="{CC38D5F8-A5AF-6647-865E-97497B3AEBF2}" type="pres">
      <dgm:prSet presAssocID="{A4EEA6F5-1C9D-4B5D-AAF5-7C4E621FD5B6}" presName="vertTwo" presStyleCnt="0"/>
      <dgm:spPr/>
    </dgm:pt>
    <dgm:pt modelId="{79FA0E43-2570-4B47-A9DE-303032675AB9}" type="pres">
      <dgm:prSet presAssocID="{A4EEA6F5-1C9D-4B5D-AAF5-7C4E621FD5B6}" presName="txTwo" presStyleLbl="node2" presStyleIdx="1" presStyleCnt="2">
        <dgm:presLayoutVars>
          <dgm:chPref val="3"/>
        </dgm:presLayoutVars>
      </dgm:prSet>
      <dgm:spPr/>
    </dgm:pt>
    <dgm:pt modelId="{D58D29D1-5542-564D-A8EE-61529BEC6766}" type="pres">
      <dgm:prSet presAssocID="{A4EEA6F5-1C9D-4B5D-AAF5-7C4E621FD5B6}" presName="parTransTwo" presStyleCnt="0"/>
      <dgm:spPr/>
    </dgm:pt>
    <dgm:pt modelId="{59F4C939-FC95-D14B-9DBE-065BFFA51B31}" type="pres">
      <dgm:prSet presAssocID="{A4EEA6F5-1C9D-4B5D-AAF5-7C4E621FD5B6}" presName="horzTwo" presStyleCnt="0"/>
      <dgm:spPr/>
    </dgm:pt>
    <dgm:pt modelId="{7C93D185-4900-47F1-93B7-40E7F2657062}" type="pres">
      <dgm:prSet presAssocID="{A67BEEAD-4012-4E34-B950-432AB2C12F1D}" presName="vertThree" presStyleCnt="0"/>
      <dgm:spPr/>
    </dgm:pt>
    <dgm:pt modelId="{765DE50D-9A1B-453A-96E3-F2542EDF1420}" type="pres">
      <dgm:prSet presAssocID="{A67BEEAD-4012-4E34-B950-432AB2C12F1D}" presName="txThree" presStyleLbl="node3" presStyleIdx="1" presStyleCnt="2">
        <dgm:presLayoutVars>
          <dgm:chPref val="3"/>
        </dgm:presLayoutVars>
      </dgm:prSet>
      <dgm:spPr/>
    </dgm:pt>
    <dgm:pt modelId="{8FFE1165-F6B4-4C1C-9302-4463C29A8E11}" type="pres">
      <dgm:prSet presAssocID="{A67BEEAD-4012-4E34-B950-432AB2C12F1D}" presName="parTransThree" presStyleCnt="0"/>
      <dgm:spPr/>
    </dgm:pt>
    <dgm:pt modelId="{3A8360BB-DDC4-4E90-BDFC-5F84248299A3}" type="pres">
      <dgm:prSet presAssocID="{A67BEEAD-4012-4E34-B950-432AB2C12F1D}" presName="horzThree" presStyleCnt="0"/>
      <dgm:spPr/>
    </dgm:pt>
    <dgm:pt modelId="{A88743CE-A288-426A-B99F-2BBB2EC6E138}" type="pres">
      <dgm:prSet presAssocID="{3999C40B-BCD0-4971-B08D-289903D71CC4}" presName="vertFour" presStyleCnt="0">
        <dgm:presLayoutVars>
          <dgm:chPref val="3"/>
        </dgm:presLayoutVars>
      </dgm:prSet>
      <dgm:spPr/>
    </dgm:pt>
    <dgm:pt modelId="{DF8D927D-1C70-4C9D-BD8B-F34ED777DF28}" type="pres">
      <dgm:prSet presAssocID="{3999C40B-BCD0-4971-B08D-289903D71CC4}" presName="txFour" presStyleLbl="node4" presStyleIdx="1" presStyleCnt="2">
        <dgm:presLayoutVars>
          <dgm:chPref val="3"/>
        </dgm:presLayoutVars>
      </dgm:prSet>
      <dgm:spPr/>
    </dgm:pt>
    <dgm:pt modelId="{77BA312E-20BC-4D77-884E-080DA4C1F7BF}" type="pres">
      <dgm:prSet presAssocID="{3999C40B-BCD0-4971-B08D-289903D71CC4}" presName="horzFour" presStyleCnt="0"/>
      <dgm:spPr/>
    </dgm:pt>
  </dgm:ptLst>
  <dgm:cxnLst>
    <dgm:cxn modelId="{900AAC0A-13BB-4434-A919-2DDF72DB6AF1}" type="presOf" srcId="{07414BDE-888F-425F-A394-F89DDBEC15EF}" destId="{C28C6726-8B90-44A0-AF89-6507A90DC786}" srcOrd="0" destOrd="0" presId="urn:microsoft.com/office/officeart/2005/8/layout/hierarchy4"/>
    <dgm:cxn modelId="{135B2C36-1947-464E-AEF8-1F052362CE87}" type="presOf" srcId="{003A451F-6083-4568-B66E-BCCF424D55BF}" destId="{468E4027-285D-0B42-B57B-5D8E7E478E95}" srcOrd="0" destOrd="0" presId="urn:microsoft.com/office/officeart/2005/8/layout/hierarchy4"/>
    <dgm:cxn modelId="{0999B740-5230-43D9-B0A2-9B6762C38C1A}" type="presOf" srcId="{A4EEA6F5-1C9D-4B5D-AAF5-7C4E621FD5B6}" destId="{79FA0E43-2570-4B47-A9DE-303032675AB9}" srcOrd="0" destOrd="0" presId="urn:microsoft.com/office/officeart/2005/8/layout/hierarchy4"/>
    <dgm:cxn modelId="{75B6BA6A-3DBE-4CED-930A-C39C55FD0DF3}" type="presOf" srcId="{BB3D1489-3624-4548-80D9-D9CF6289BB08}" destId="{E0054302-A87D-7A48-98D2-5FA733B32592}" srcOrd="0" destOrd="0" presId="urn:microsoft.com/office/officeart/2005/8/layout/hierarchy4"/>
    <dgm:cxn modelId="{568EC24C-FED3-4FFB-BA78-8251A53EA958}" srcId="{B1746EF7-BCE8-40C6-97FE-8E80B965390F}" destId="{07414BDE-888F-425F-A394-F89DDBEC15EF}" srcOrd="0" destOrd="0" parTransId="{05EA5D1C-C52E-4FF7-953B-65F12CA35234}" sibTransId="{E31E2848-2C14-4D66-9E2F-08E3E5153805}"/>
    <dgm:cxn modelId="{C90A8F73-C4C4-4A3E-89EF-9DC5932F6EA0}" srcId="{A4EEA6F5-1C9D-4B5D-AAF5-7C4E621FD5B6}" destId="{A67BEEAD-4012-4E34-B950-432AB2C12F1D}" srcOrd="0" destOrd="0" parTransId="{AA55E90A-CC33-4D2A-BA32-A0E30F49684B}" sibTransId="{D46070DC-760E-48DE-84B4-6502AAA77CBA}"/>
    <dgm:cxn modelId="{7CDFE98F-E21E-42F8-A9BF-84F346507A0B}" srcId="{3BDFE88F-E82D-41F4-B588-1DAB1F0D88D5}" destId="{BB3D1489-3624-4548-80D9-D9CF6289BB08}" srcOrd="0" destOrd="0" parTransId="{F8F06D65-317D-4762-8877-67314E15D506}" sibTransId="{60474C45-E0F5-4E92-8CA1-18266FB88F83}"/>
    <dgm:cxn modelId="{C5ADF99E-FC62-45A5-9AA1-7DAC7731A223}" type="presOf" srcId="{A67BEEAD-4012-4E34-B950-432AB2C12F1D}" destId="{765DE50D-9A1B-453A-96E3-F2542EDF1420}" srcOrd="0" destOrd="0" presId="urn:microsoft.com/office/officeart/2005/8/layout/hierarchy4"/>
    <dgm:cxn modelId="{DFF9B3A0-7E11-490C-A3E4-8A9443512D6A}" srcId="{003A451F-6083-4568-B66E-BCCF424D55BF}" destId="{B1746EF7-BCE8-40C6-97FE-8E80B965390F}" srcOrd="0" destOrd="0" parTransId="{F417FF0A-5320-4FBC-BEE7-E0806C8A75A0}" sibTransId="{F06B3C84-262F-488F-BD87-2AC7B88637CA}"/>
    <dgm:cxn modelId="{2A9F13A3-C8F2-40C6-BA56-489840EEB0AD}" type="presOf" srcId="{B1746EF7-BCE8-40C6-97FE-8E80B965390F}" destId="{A5BE839D-6ECE-4B87-B935-C254EA4BDA97}" srcOrd="0" destOrd="0" presId="urn:microsoft.com/office/officeart/2005/8/layout/hierarchy4"/>
    <dgm:cxn modelId="{E7D651A3-C4E4-4123-9DA4-3D1E3E826603}" srcId="{A67BEEAD-4012-4E34-B950-432AB2C12F1D}" destId="{3999C40B-BCD0-4971-B08D-289903D71CC4}" srcOrd="0" destOrd="0" parTransId="{22E96251-4B03-407C-AEC4-E1DFF0FC0F06}" sibTransId="{61279B91-4C63-454E-82FB-836DBE553E53}"/>
    <dgm:cxn modelId="{B3ABB3AA-BDDE-4ED8-B6DE-EF7E9DBE6409}" srcId="{BB3D1489-3624-4548-80D9-D9CF6289BB08}" destId="{A4EEA6F5-1C9D-4B5D-AAF5-7C4E621FD5B6}" srcOrd="1" destOrd="0" parTransId="{84EA0500-B0E2-49DC-A5BE-CDB65373C3A1}" sibTransId="{A49DA47F-59B9-45DB-9308-4032DE87362B}"/>
    <dgm:cxn modelId="{99EDE3DE-8780-428F-9C39-2AEF441C1B31}" type="presOf" srcId="{3999C40B-BCD0-4971-B08D-289903D71CC4}" destId="{DF8D927D-1C70-4C9D-BD8B-F34ED777DF28}" srcOrd="0" destOrd="0" presId="urn:microsoft.com/office/officeart/2005/8/layout/hierarchy4"/>
    <dgm:cxn modelId="{E057A0E3-7981-4931-921F-C39D753E7BD1}" type="presOf" srcId="{3BDFE88F-E82D-41F4-B588-1DAB1F0D88D5}" destId="{3EC2D5D7-4938-0340-8EA2-58E9C474D2A6}" srcOrd="0" destOrd="0" presId="urn:microsoft.com/office/officeart/2005/8/layout/hierarchy4"/>
    <dgm:cxn modelId="{7BBA50FB-5F58-47DB-B941-510C69553E46}" srcId="{BB3D1489-3624-4548-80D9-D9CF6289BB08}" destId="{003A451F-6083-4568-B66E-BCCF424D55BF}" srcOrd="0" destOrd="0" parTransId="{C29DEFDC-574E-40C3-82EE-3F4E0A71FABB}" sibTransId="{3F67A94C-DC28-4361-9423-040A775EFB76}"/>
    <dgm:cxn modelId="{9BF43D3A-0604-4C53-ACE7-BA624D8BD1F7}" type="presParOf" srcId="{3EC2D5D7-4938-0340-8EA2-58E9C474D2A6}" destId="{3329BAF3-9078-D643-B59E-AD895F43164F}" srcOrd="0" destOrd="0" presId="urn:microsoft.com/office/officeart/2005/8/layout/hierarchy4"/>
    <dgm:cxn modelId="{CEBA536A-9CDE-4282-96AA-C48A627573A1}" type="presParOf" srcId="{3329BAF3-9078-D643-B59E-AD895F43164F}" destId="{E0054302-A87D-7A48-98D2-5FA733B32592}" srcOrd="0" destOrd="0" presId="urn:microsoft.com/office/officeart/2005/8/layout/hierarchy4"/>
    <dgm:cxn modelId="{1B57B7CC-7F43-41B4-8481-E5737414CBDA}" type="presParOf" srcId="{3329BAF3-9078-D643-B59E-AD895F43164F}" destId="{FE1D11D2-F258-0B4A-9462-CEABB11C5A1B}" srcOrd="1" destOrd="0" presId="urn:microsoft.com/office/officeart/2005/8/layout/hierarchy4"/>
    <dgm:cxn modelId="{7D12B660-9CD8-4311-BDC7-B18EF04F9055}" type="presParOf" srcId="{3329BAF3-9078-D643-B59E-AD895F43164F}" destId="{10979B16-C786-3241-AC8F-37F7529DCC7B}" srcOrd="2" destOrd="0" presId="urn:microsoft.com/office/officeart/2005/8/layout/hierarchy4"/>
    <dgm:cxn modelId="{7B89A188-758B-4883-A3C9-D4E6C2053AEF}" type="presParOf" srcId="{10979B16-C786-3241-AC8F-37F7529DCC7B}" destId="{CB4C9AE6-751D-A64A-BA3E-0A7055A95D87}" srcOrd="0" destOrd="0" presId="urn:microsoft.com/office/officeart/2005/8/layout/hierarchy4"/>
    <dgm:cxn modelId="{640C80DE-6C7A-4554-AFEA-D57E326988A6}" type="presParOf" srcId="{CB4C9AE6-751D-A64A-BA3E-0A7055A95D87}" destId="{468E4027-285D-0B42-B57B-5D8E7E478E95}" srcOrd="0" destOrd="0" presId="urn:microsoft.com/office/officeart/2005/8/layout/hierarchy4"/>
    <dgm:cxn modelId="{8F6F0C5E-7BA4-44BB-967B-1FA3A0190141}" type="presParOf" srcId="{CB4C9AE6-751D-A64A-BA3E-0A7055A95D87}" destId="{0181DF03-C15B-E043-8248-4DA343B56AFF}" srcOrd="1" destOrd="0" presId="urn:microsoft.com/office/officeart/2005/8/layout/hierarchy4"/>
    <dgm:cxn modelId="{A0DDA154-78E7-4C47-A3DC-1B7277550A4A}" type="presParOf" srcId="{CB4C9AE6-751D-A64A-BA3E-0A7055A95D87}" destId="{4618F857-C7B9-FB4B-9781-DAB8DD8EC16F}" srcOrd="2" destOrd="0" presId="urn:microsoft.com/office/officeart/2005/8/layout/hierarchy4"/>
    <dgm:cxn modelId="{5388CAB2-CE1A-40E0-BA5F-A7429983644A}" type="presParOf" srcId="{4618F857-C7B9-FB4B-9781-DAB8DD8EC16F}" destId="{6D5C0C9A-D763-4B87-BB78-D295285DB2C3}" srcOrd="0" destOrd="0" presId="urn:microsoft.com/office/officeart/2005/8/layout/hierarchy4"/>
    <dgm:cxn modelId="{4C52A156-0EF4-473D-B1F1-556DA1D4164D}" type="presParOf" srcId="{6D5C0C9A-D763-4B87-BB78-D295285DB2C3}" destId="{A5BE839D-6ECE-4B87-B935-C254EA4BDA97}" srcOrd="0" destOrd="0" presId="urn:microsoft.com/office/officeart/2005/8/layout/hierarchy4"/>
    <dgm:cxn modelId="{54CC46D1-B76B-4F8D-AF53-07D61DD9EBA3}" type="presParOf" srcId="{6D5C0C9A-D763-4B87-BB78-D295285DB2C3}" destId="{B4B06010-D752-435E-AFEA-B7E8713D2D2E}" srcOrd="1" destOrd="0" presId="urn:microsoft.com/office/officeart/2005/8/layout/hierarchy4"/>
    <dgm:cxn modelId="{1B6B34C5-A185-4C47-B670-740E81DED1ED}" type="presParOf" srcId="{6D5C0C9A-D763-4B87-BB78-D295285DB2C3}" destId="{7EC241CC-0537-4DB1-8C1D-040FF0DE3CB7}" srcOrd="2" destOrd="0" presId="urn:microsoft.com/office/officeart/2005/8/layout/hierarchy4"/>
    <dgm:cxn modelId="{6B12DDB1-F920-425F-A6F2-B10AE00B39E1}" type="presParOf" srcId="{7EC241CC-0537-4DB1-8C1D-040FF0DE3CB7}" destId="{3DFE46C8-4D8C-42AE-B53C-29FD1C99EE35}" srcOrd="0" destOrd="0" presId="urn:microsoft.com/office/officeart/2005/8/layout/hierarchy4"/>
    <dgm:cxn modelId="{CC2AE946-BBC5-402B-BF2F-2A16B0404142}" type="presParOf" srcId="{3DFE46C8-4D8C-42AE-B53C-29FD1C99EE35}" destId="{C28C6726-8B90-44A0-AF89-6507A90DC786}" srcOrd="0" destOrd="0" presId="urn:microsoft.com/office/officeart/2005/8/layout/hierarchy4"/>
    <dgm:cxn modelId="{B7B7F8DD-4E34-4BD1-82BF-245CC60B9B5F}" type="presParOf" srcId="{3DFE46C8-4D8C-42AE-B53C-29FD1C99EE35}" destId="{FADA7C14-79B4-4B7D-BFDF-4B3A1550DA4D}" srcOrd="1" destOrd="0" presId="urn:microsoft.com/office/officeart/2005/8/layout/hierarchy4"/>
    <dgm:cxn modelId="{29ED4524-EFE1-4047-BF1F-21206269D53A}" type="presParOf" srcId="{10979B16-C786-3241-AC8F-37F7529DCC7B}" destId="{4544551D-B5DD-3E44-9922-5266D727132C}" srcOrd="1" destOrd="0" presId="urn:microsoft.com/office/officeart/2005/8/layout/hierarchy4"/>
    <dgm:cxn modelId="{5731814E-5B42-4ED9-B8E0-127E9C840840}" type="presParOf" srcId="{10979B16-C786-3241-AC8F-37F7529DCC7B}" destId="{CC38D5F8-A5AF-6647-865E-97497B3AEBF2}" srcOrd="2" destOrd="0" presId="urn:microsoft.com/office/officeart/2005/8/layout/hierarchy4"/>
    <dgm:cxn modelId="{A9F5AB6F-C0C0-498E-9DA0-DEDD8888B324}" type="presParOf" srcId="{CC38D5F8-A5AF-6647-865E-97497B3AEBF2}" destId="{79FA0E43-2570-4B47-A9DE-303032675AB9}" srcOrd="0" destOrd="0" presId="urn:microsoft.com/office/officeart/2005/8/layout/hierarchy4"/>
    <dgm:cxn modelId="{DF97E555-80C2-436D-9517-6F62EA8CBCDC}" type="presParOf" srcId="{CC38D5F8-A5AF-6647-865E-97497B3AEBF2}" destId="{D58D29D1-5542-564D-A8EE-61529BEC6766}" srcOrd="1" destOrd="0" presId="urn:microsoft.com/office/officeart/2005/8/layout/hierarchy4"/>
    <dgm:cxn modelId="{DC5355E3-A607-45C2-BDEF-4F9931979B11}" type="presParOf" srcId="{CC38D5F8-A5AF-6647-865E-97497B3AEBF2}" destId="{59F4C939-FC95-D14B-9DBE-065BFFA51B31}" srcOrd="2" destOrd="0" presId="urn:microsoft.com/office/officeart/2005/8/layout/hierarchy4"/>
    <dgm:cxn modelId="{DF22B4C1-5370-49DF-B6BD-85B55F0F136B}" type="presParOf" srcId="{59F4C939-FC95-D14B-9DBE-065BFFA51B31}" destId="{7C93D185-4900-47F1-93B7-40E7F2657062}" srcOrd="0" destOrd="0" presId="urn:microsoft.com/office/officeart/2005/8/layout/hierarchy4"/>
    <dgm:cxn modelId="{5111544C-4AB0-4BD8-A003-8225F7E3065F}" type="presParOf" srcId="{7C93D185-4900-47F1-93B7-40E7F2657062}" destId="{765DE50D-9A1B-453A-96E3-F2542EDF1420}" srcOrd="0" destOrd="0" presId="urn:microsoft.com/office/officeart/2005/8/layout/hierarchy4"/>
    <dgm:cxn modelId="{C59DFD42-6B70-4996-997F-A2945C445904}" type="presParOf" srcId="{7C93D185-4900-47F1-93B7-40E7F2657062}" destId="{8FFE1165-F6B4-4C1C-9302-4463C29A8E11}" srcOrd="1" destOrd="0" presId="urn:microsoft.com/office/officeart/2005/8/layout/hierarchy4"/>
    <dgm:cxn modelId="{34DBB201-DCAB-4809-A515-29316EF0BFE0}" type="presParOf" srcId="{7C93D185-4900-47F1-93B7-40E7F2657062}" destId="{3A8360BB-DDC4-4E90-BDFC-5F84248299A3}" srcOrd="2" destOrd="0" presId="urn:microsoft.com/office/officeart/2005/8/layout/hierarchy4"/>
    <dgm:cxn modelId="{8B81E65F-F3A5-4765-9905-80E5643820B4}" type="presParOf" srcId="{3A8360BB-DDC4-4E90-BDFC-5F84248299A3}" destId="{A88743CE-A288-426A-B99F-2BBB2EC6E138}" srcOrd="0" destOrd="0" presId="urn:microsoft.com/office/officeart/2005/8/layout/hierarchy4"/>
    <dgm:cxn modelId="{32F97DCB-A693-4A34-878A-01C0D2D76D17}" type="presParOf" srcId="{A88743CE-A288-426A-B99F-2BBB2EC6E138}" destId="{DF8D927D-1C70-4C9D-BD8B-F34ED777DF28}" srcOrd="0" destOrd="0" presId="urn:microsoft.com/office/officeart/2005/8/layout/hierarchy4"/>
    <dgm:cxn modelId="{FD237FCD-DB4D-470C-9645-F457DFF95413}" type="presParOf" srcId="{A88743CE-A288-426A-B99F-2BBB2EC6E138}" destId="{77BA312E-20BC-4D77-884E-080DA4C1F7B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9FCB0FD-3A43-418F-A087-3D0A978FFC12}" type="doc">
      <dgm:prSet loTypeId="urn:microsoft.com/office/officeart/2005/8/layout/vList5" loCatId="list" qsTypeId="urn:microsoft.com/office/officeart/2005/8/quickstyle/simple3" qsCatId="simple" csTypeId="urn:microsoft.com/office/officeart/2005/8/colors/accent1_2" csCatId="accent1" phldr="1"/>
      <dgm:spPr/>
      <dgm:t>
        <a:bodyPr/>
        <a:lstStyle/>
        <a:p>
          <a:endParaRPr lang="de-DE"/>
        </a:p>
      </dgm:t>
    </dgm:pt>
    <dgm:pt modelId="{FC493A89-3B02-4BE2-ADD0-7248C0E44CB4}">
      <dgm:prSet phldrT="[Text]"/>
      <dgm:spPr/>
      <dgm:t>
        <a:bodyPr/>
        <a:lstStyle/>
        <a:p>
          <a:r>
            <a:rPr lang="de-DE" noProof="0" dirty="0"/>
            <a:t>Communication</a:t>
          </a:r>
        </a:p>
      </dgm:t>
    </dgm:pt>
    <dgm:pt modelId="{9964F12A-70EB-40A5-9B08-B9D9739FAEC3}" type="parTrans" cxnId="{441E5B11-4B08-481C-9532-A78771C005E7}">
      <dgm:prSet/>
      <dgm:spPr/>
      <dgm:t>
        <a:bodyPr/>
        <a:lstStyle/>
        <a:p>
          <a:endParaRPr lang="en-US" noProof="0"/>
        </a:p>
      </dgm:t>
    </dgm:pt>
    <dgm:pt modelId="{EA1ADB77-3880-4FEF-A3E5-98C9406A4217}" type="sibTrans" cxnId="{441E5B11-4B08-481C-9532-A78771C005E7}">
      <dgm:prSet/>
      <dgm:spPr/>
      <dgm:t>
        <a:bodyPr/>
        <a:lstStyle/>
        <a:p>
          <a:endParaRPr lang="en-US" noProof="0"/>
        </a:p>
      </dgm:t>
    </dgm:pt>
    <dgm:pt modelId="{1B49A559-2C60-4353-ABA5-D0125A15581C}">
      <dgm:prSet phldrT="[Text]"/>
      <dgm:spPr/>
      <dgm:t>
        <a:bodyPr/>
        <a:lstStyle/>
        <a:p>
          <a:r>
            <a:rPr lang="de-DE" noProof="0" dirty="0"/>
            <a:t>Highly varying channel conditions</a:t>
          </a:r>
        </a:p>
      </dgm:t>
    </dgm:pt>
    <dgm:pt modelId="{B6CD0ABF-738F-4D7F-A97B-6D0C5F7443C4}" type="parTrans" cxnId="{1B4B9277-2727-40A2-BFB0-137015374C82}">
      <dgm:prSet/>
      <dgm:spPr/>
      <dgm:t>
        <a:bodyPr/>
        <a:lstStyle/>
        <a:p>
          <a:endParaRPr lang="en-US" noProof="0"/>
        </a:p>
      </dgm:t>
    </dgm:pt>
    <dgm:pt modelId="{C24651F0-2FA7-4344-92E5-692E71E230C5}" type="sibTrans" cxnId="{1B4B9277-2727-40A2-BFB0-137015374C82}">
      <dgm:prSet/>
      <dgm:spPr/>
      <dgm:t>
        <a:bodyPr/>
        <a:lstStyle/>
        <a:p>
          <a:endParaRPr lang="en-US" noProof="0"/>
        </a:p>
      </dgm:t>
    </dgm:pt>
    <dgm:pt modelId="{ACD415B4-F62A-467F-A233-1D184A21F60B}">
      <dgm:prSet phldrT="[Text]"/>
      <dgm:spPr/>
      <dgm:t>
        <a:bodyPr/>
        <a:lstStyle/>
        <a:p>
          <a:r>
            <a:rPr lang="de-DE" noProof="0" dirty="0"/>
            <a:t>Tightly limited channel capacity</a:t>
          </a:r>
        </a:p>
      </dgm:t>
    </dgm:pt>
    <dgm:pt modelId="{3FFFDCF4-34D7-419C-8EC3-DC83B8B9EDA4}" type="parTrans" cxnId="{EB0123C9-EC47-4EF1-908D-A916060F7B5C}">
      <dgm:prSet/>
      <dgm:spPr/>
      <dgm:t>
        <a:bodyPr/>
        <a:lstStyle/>
        <a:p>
          <a:endParaRPr lang="en-US" noProof="0"/>
        </a:p>
      </dgm:t>
    </dgm:pt>
    <dgm:pt modelId="{263098AE-FE6C-4A77-8BFA-6EAF3FF17636}" type="sibTrans" cxnId="{EB0123C9-EC47-4EF1-908D-A916060F7B5C}">
      <dgm:prSet/>
      <dgm:spPr/>
      <dgm:t>
        <a:bodyPr/>
        <a:lstStyle/>
        <a:p>
          <a:endParaRPr lang="en-US" noProof="0"/>
        </a:p>
      </dgm:t>
    </dgm:pt>
    <dgm:pt modelId="{A4C2FFFA-FFE0-41F8-B82A-CAE530B1E7EE}">
      <dgm:prSet phldrT="[Text]"/>
      <dgm:spPr/>
      <dgm:t>
        <a:bodyPr/>
        <a:lstStyle/>
        <a:p>
          <a:r>
            <a:rPr lang="de-DE" noProof="0" dirty="0"/>
            <a:t>Networking</a:t>
          </a:r>
        </a:p>
      </dgm:t>
    </dgm:pt>
    <dgm:pt modelId="{EA19354D-161D-450F-A9C6-9679C4F9337E}" type="parTrans" cxnId="{11B47E54-7C1D-4165-BA51-20E83A3D47CB}">
      <dgm:prSet/>
      <dgm:spPr/>
      <dgm:t>
        <a:bodyPr/>
        <a:lstStyle/>
        <a:p>
          <a:endParaRPr lang="en-US" noProof="0"/>
        </a:p>
      </dgm:t>
    </dgm:pt>
    <dgm:pt modelId="{FACCB3E5-9D1D-46B2-85FF-5366B78256DA}" type="sibTrans" cxnId="{11B47E54-7C1D-4165-BA51-20E83A3D47CB}">
      <dgm:prSet/>
      <dgm:spPr/>
      <dgm:t>
        <a:bodyPr/>
        <a:lstStyle/>
        <a:p>
          <a:endParaRPr lang="en-US" noProof="0"/>
        </a:p>
      </dgm:t>
    </dgm:pt>
    <dgm:pt modelId="{0ECF0D2F-0CD7-43C8-8421-265392E987D4}">
      <dgm:prSet phldrT="[Text]"/>
      <dgm:spPr/>
      <dgm:t>
        <a:bodyPr/>
        <a:lstStyle/>
        <a:p>
          <a:r>
            <a:rPr lang="de-DE" noProof="0" dirty="0"/>
            <a:t>Unidirectional Links</a:t>
          </a:r>
        </a:p>
      </dgm:t>
    </dgm:pt>
    <dgm:pt modelId="{4D9F984B-DCC5-488D-81CA-00A9EC1B6DEB}" type="parTrans" cxnId="{7B6B4BFE-6667-4970-A231-8F0DF987C5C4}">
      <dgm:prSet/>
      <dgm:spPr/>
      <dgm:t>
        <a:bodyPr/>
        <a:lstStyle/>
        <a:p>
          <a:endParaRPr lang="en-US" noProof="0"/>
        </a:p>
      </dgm:t>
    </dgm:pt>
    <dgm:pt modelId="{0E83F362-7D01-4767-94F1-2EBDEB97D56A}" type="sibTrans" cxnId="{7B6B4BFE-6667-4970-A231-8F0DF987C5C4}">
      <dgm:prSet/>
      <dgm:spPr/>
      <dgm:t>
        <a:bodyPr/>
        <a:lstStyle/>
        <a:p>
          <a:endParaRPr lang="en-US" noProof="0"/>
        </a:p>
      </dgm:t>
    </dgm:pt>
    <dgm:pt modelId="{BA293ED4-1113-44D7-BF49-A355CB0ABAA0}">
      <dgm:prSet phldrT="[Text]"/>
      <dgm:spPr/>
      <dgm:t>
        <a:bodyPr/>
        <a:lstStyle/>
        <a:p>
          <a:r>
            <a:rPr lang="de-DE" noProof="0" dirty="0"/>
            <a:t>Mobility</a:t>
          </a:r>
        </a:p>
      </dgm:t>
    </dgm:pt>
    <dgm:pt modelId="{DDA18DC6-E3EC-4A65-BC4C-3A23F48600F1}" type="parTrans" cxnId="{92E9012B-D4A5-4FB0-934C-76057AC1E500}">
      <dgm:prSet/>
      <dgm:spPr/>
      <dgm:t>
        <a:bodyPr/>
        <a:lstStyle/>
        <a:p>
          <a:endParaRPr lang="en-US" noProof="0"/>
        </a:p>
      </dgm:t>
    </dgm:pt>
    <dgm:pt modelId="{8C69F3F7-D3C4-4208-841A-6CAF37E9FB6D}" type="sibTrans" cxnId="{92E9012B-D4A5-4FB0-934C-76057AC1E500}">
      <dgm:prSet/>
      <dgm:spPr/>
      <dgm:t>
        <a:bodyPr/>
        <a:lstStyle/>
        <a:p>
          <a:endParaRPr lang="en-US" noProof="0"/>
        </a:p>
      </dgm:t>
    </dgm:pt>
    <dgm:pt modelId="{A4821661-0A1D-497F-9DE6-9C42358BCC49}">
      <dgm:prSet phldrT="[Text]"/>
      <dgm:spPr/>
      <dgm:t>
        <a:bodyPr/>
        <a:lstStyle/>
        <a:p>
          <a:r>
            <a:rPr lang="de-DE" noProof="0" dirty="0"/>
            <a:t>Multi-Radio / Multi-Network</a:t>
          </a:r>
        </a:p>
      </dgm:t>
    </dgm:pt>
    <dgm:pt modelId="{11849D4F-DEA1-45F1-9F09-A94CCD4A6612}" type="parTrans" cxnId="{D1A2B013-4A81-42C9-BD84-511A59AED995}">
      <dgm:prSet/>
      <dgm:spPr/>
      <dgm:t>
        <a:bodyPr/>
        <a:lstStyle/>
        <a:p>
          <a:endParaRPr lang="en-US" noProof="0"/>
        </a:p>
      </dgm:t>
    </dgm:pt>
    <dgm:pt modelId="{19AB43EE-0F01-4B78-9126-67E8488BE0D8}" type="sibTrans" cxnId="{D1A2B013-4A81-42C9-BD84-511A59AED995}">
      <dgm:prSet/>
      <dgm:spPr/>
      <dgm:t>
        <a:bodyPr/>
        <a:lstStyle/>
        <a:p>
          <a:endParaRPr lang="en-US" noProof="0"/>
        </a:p>
      </dgm:t>
    </dgm:pt>
    <dgm:pt modelId="{32FFDA2B-A9D5-44B5-955D-9D65C9DBE0DF}">
      <dgm:prSet phldrT="[Text]"/>
      <dgm:spPr/>
      <dgm:t>
        <a:bodyPr/>
        <a:lstStyle/>
        <a:p>
          <a:r>
            <a:rPr lang="de-DE" noProof="0" dirty="0"/>
            <a:t>But: predictable mobility</a:t>
          </a:r>
        </a:p>
      </dgm:t>
    </dgm:pt>
    <dgm:pt modelId="{43E1133A-7433-409F-A8A0-0C01BF0210A7}" type="parTrans" cxnId="{FC15D3C6-D3DF-44D8-9928-A18674D6F3E7}">
      <dgm:prSet/>
      <dgm:spPr/>
      <dgm:t>
        <a:bodyPr/>
        <a:lstStyle/>
        <a:p>
          <a:endParaRPr lang="en-US" noProof="0"/>
        </a:p>
      </dgm:t>
    </dgm:pt>
    <dgm:pt modelId="{BDFE0419-1FF9-4F7A-9B9F-738B501D7435}" type="sibTrans" cxnId="{FC15D3C6-D3DF-44D8-9928-A18674D6F3E7}">
      <dgm:prSet/>
      <dgm:spPr/>
      <dgm:t>
        <a:bodyPr/>
        <a:lstStyle/>
        <a:p>
          <a:endParaRPr lang="en-US" noProof="0"/>
        </a:p>
      </dgm:t>
    </dgm:pt>
    <dgm:pt modelId="{5F3DCAC8-9979-493F-96C8-53240BDD4A99}">
      <dgm:prSet phldrT="[Text]"/>
      <dgm:spPr/>
      <dgm:t>
        <a:bodyPr/>
        <a:lstStyle/>
        <a:p>
          <a:r>
            <a:rPr lang="de-DE" noProof="0" dirty="0"/>
            <a:t>Security</a:t>
          </a:r>
        </a:p>
      </dgm:t>
    </dgm:pt>
    <dgm:pt modelId="{04ECE57D-E37B-4463-8832-0E219D8D6E09}" type="parTrans" cxnId="{6830547D-5C73-47FD-9A90-B562C5EA385A}">
      <dgm:prSet/>
      <dgm:spPr/>
      <dgm:t>
        <a:bodyPr/>
        <a:lstStyle/>
        <a:p>
          <a:endParaRPr lang="en-US" noProof="0"/>
        </a:p>
      </dgm:t>
    </dgm:pt>
    <dgm:pt modelId="{E8D08280-5914-4314-8788-6C1C388F6898}" type="sibTrans" cxnId="{6830547D-5C73-47FD-9A90-B562C5EA385A}">
      <dgm:prSet/>
      <dgm:spPr/>
      <dgm:t>
        <a:bodyPr/>
        <a:lstStyle/>
        <a:p>
          <a:endParaRPr lang="en-US" noProof="0"/>
        </a:p>
      </dgm:t>
    </dgm:pt>
    <dgm:pt modelId="{6909FB7B-121E-42B7-8943-D17DF3195BF9}">
      <dgm:prSet phldrT="[Text]"/>
      <dgm:spPr/>
      <dgm:t>
        <a:bodyPr/>
        <a:lstStyle/>
        <a:p>
          <a:r>
            <a:rPr lang="de-DE" noProof="0" dirty="0"/>
            <a:t>No (or no reliable) uplink to central infrastructure</a:t>
          </a:r>
        </a:p>
      </dgm:t>
    </dgm:pt>
    <dgm:pt modelId="{18E2B42A-6AB8-4EE9-8565-558EF4580BE0}" type="parTrans" cxnId="{212C82AD-5D2F-4F37-A618-6B3CDEE38527}">
      <dgm:prSet/>
      <dgm:spPr/>
      <dgm:t>
        <a:bodyPr/>
        <a:lstStyle/>
        <a:p>
          <a:endParaRPr lang="en-US" noProof="0"/>
        </a:p>
      </dgm:t>
    </dgm:pt>
    <dgm:pt modelId="{3EE297DE-3313-409C-998D-90E7520AF0BB}" type="sibTrans" cxnId="{212C82AD-5D2F-4F37-A618-6B3CDEE38527}">
      <dgm:prSet/>
      <dgm:spPr/>
      <dgm:t>
        <a:bodyPr/>
        <a:lstStyle/>
        <a:p>
          <a:endParaRPr lang="en-US" noProof="0"/>
        </a:p>
      </dgm:t>
    </dgm:pt>
    <dgm:pt modelId="{3D9508AE-3DC5-3F43-A225-F950C0BAB96E}">
      <dgm:prSet phldrT="[Text]"/>
      <dgm:spPr/>
      <dgm:t>
        <a:bodyPr/>
        <a:lstStyle/>
        <a:p>
          <a:r>
            <a:rPr lang="de-DE" noProof="0" dirty="0"/>
            <a:t>Highly dynamic topology</a:t>
          </a:r>
        </a:p>
      </dgm:t>
    </dgm:pt>
    <dgm:pt modelId="{21AC2484-085B-0245-AF22-95384C450372}" type="parTrans" cxnId="{FBAC2D43-9681-444F-B9D4-532EC31E2448}">
      <dgm:prSet/>
      <dgm:spPr/>
      <dgm:t>
        <a:bodyPr/>
        <a:lstStyle/>
        <a:p>
          <a:endParaRPr lang="de-DE"/>
        </a:p>
      </dgm:t>
    </dgm:pt>
    <dgm:pt modelId="{F2D3D8E9-D782-6644-9E05-FFEF63B675DB}" type="sibTrans" cxnId="{FBAC2D43-9681-444F-B9D4-532EC31E2448}">
      <dgm:prSet/>
      <dgm:spPr/>
      <dgm:t>
        <a:bodyPr/>
        <a:lstStyle/>
        <a:p>
          <a:endParaRPr lang="de-DE"/>
        </a:p>
      </dgm:t>
    </dgm:pt>
    <dgm:pt modelId="{0263247C-8A2B-A446-B40B-680F190D548E}">
      <dgm:prSet phldrT="[Text]"/>
      <dgm:spPr/>
      <dgm:t>
        <a:bodyPr/>
        <a:lstStyle/>
        <a:p>
          <a:r>
            <a:rPr lang="de-DE" noProof="0" dirty="0"/>
            <a:t>Heterogeneous equipment</a:t>
          </a:r>
        </a:p>
      </dgm:t>
    </dgm:pt>
    <dgm:pt modelId="{761F0729-B979-924B-B46D-A2D3B011E11E}" type="parTrans" cxnId="{DA4BB555-74CC-3F44-8179-7BF235CB562B}">
      <dgm:prSet/>
      <dgm:spPr/>
      <dgm:t>
        <a:bodyPr/>
        <a:lstStyle/>
        <a:p>
          <a:endParaRPr lang="de-DE"/>
        </a:p>
      </dgm:t>
    </dgm:pt>
    <dgm:pt modelId="{27879DBC-07C6-E547-AE5D-451B9D68BE5E}" type="sibTrans" cxnId="{DA4BB555-74CC-3F44-8179-7BF235CB562B}">
      <dgm:prSet/>
      <dgm:spPr/>
      <dgm:t>
        <a:bodyPr/>
        <a:lstStyle/>
        <a:p>
          <a:endParaRPr lang="de-DE"/>
        </a:p>
      </dgm:t>
    </dgm:pt>
    <dgm:pt modelId="{4A486E81-D795-F24A-9F88-38DD16ED2562}">
      <dgm:prSet phldrT="[Text]"/>
      <dgm:spPr/>
      <dgm:t>
        <a:bodyPr/>
        <a:lstStyle/>
        <a:p>
          <a:r>
            <a:rPr lang="de-DE" noProof="0" dirty="0"/>
            <a:t>Heterogeneous user base</a:t>
          </a:r>
        </a:p>
      </dgm:t>
    </dgm:pt>
    <dgm:pt modelId="{04020E8C-5860-1D41-86DD-01AEFD108970}" type="parTrans" cxnId="{12266A83-E6A2-2044-A024-BE491C31B071}">
      <dgm:prSet/>
      <dgm:spPr/>
      <dgm:t>
        <a:bodyPr/>
        <a:lstStyle/>
        <a:p>
          <a:endParaRPr lang="de-DE"/>
        </a:p>
      </dgm:t>
    </dgm:pt>
    <dgm:pt modelId="{70A6F989-FDF6-7047-89DA-3B6FEECBCB64}" type="sibTrans" cxnId="{12266A83-E6A2-2044-A024-BE491C31B071}">
      <dgm:prSet/>
      <dgm:spPr/>
      <dgm:t>
        <a:bodyPr/>
        <a:lstStyle/>
        <a:p>
          <a:endParaRPr lang="de-DE"/>
        </a:p>
      </dgm:t>
    </dgm:pt>
    <dgm:pt modelId="{A31616AC-EB44-AF45-BD18-8DC242948CAA}">
      <dgm:prSet phldrT="[Text]"/>
      <dgm:spPr/>
      <dgm:t>
        <a:bodyPr/>
        <a:lstStyle/>
        <a:p>
          <a:r>
            <a:rPr lang="de-DE" noProof="0" dirty="0"/>
            <a:t>Ensuring privacy</a:t>
          </a:r>
        </a:p>
      </dgm:t>
    </dgm:pt>
    <dgm:pt modelId="{2769755F-1342-4340-A925-8786DD88C99D}" type="parTrans" cxnId="{638B310B-0557-CB47-8F00-D35564FF8600}">
      <dgm:prSet/>
      <dgm:spPr/>
      <dgm:t>
        <a:bodyPr/>
        <a:lstStyle/>
        <a:p>
          <a:endParaRPr lang="de-DE"/>
        </a:p>
      </dgm:t>
    </dgm:pt>
    <dgm:pt modelId="{06D3AE4E-AF3E-2D48-8B4A-063132E43EC5}" type="sibTrans" cxnId="{638B310B-0557-CB47-8F00-D35564FF8600}">
      <dgm:prSet/>
      <dgm:spPr/>
      <dgm:t>
        <a:bodyPr/>
        <a:lstStyle/>
        <a:p>
          <a:endParaRPr lang="de-DE"/>
        </a:p>
      </dgm:t>
    </dgm:pt>
    <dgm:pt modelId="{D8B1DDAA-76D6-FA42-9D07-038F705D3169}">
      <dgm:prSet phldrT="[Text]"/>
      <dgm:spPr/>
      <dgm:t>
        <a:bodyPr/>
        <a:lstStyle/>
        <a:p>
          <a:r>
            <a:rPr lang="de-DE" noProof="0" dirty="0"/>
            <a:t>High congestion, contention, interference</a:t>
          </a:r>
        </a:p>
      </dgm:t>
    </dgm:pt>
    <dgm:pt modelId="{DCD4CF9C-4D56-1B44-B4D2-2152485E6724}" type="parTrans" cxnId="{AAF008AB-0459-D046-8D17-5F9254DA2216}">
      <dgm:prSet/>
      <dgm:spPr/>
      <dgm:t>
        <a:bodyPr/>
        <a:lstStyle/>
        <a:p>
          <a:endParaRPr lang="de-DE"/>
        </a:p>
      </dgm:t>
    </dgm:pt>
    <dgm:pt modelId="{F5F71D90-8CDB-9A4D-8F57-4FFDB4580908}" type="sibTrans" cxnId="{AAF008AB-0459-D046-8D17-5F9254DA2216}">
      <dgm:prSet/>
      <dgm:spPr/>
      <dgm:t>
        <a:bodyPr/>
        <a:lstStyle/>
        <a:p>
          <a:endParaRPr lang="de-DE"/>
        </a:p>
      </dgm:t>
    </dgm:pt>
    <dgm:pt modelId="{1470CC56-188B-493A-8F48-CD4A20811F42}">
      <dgm:prSet phldrT="[Text]"/>
      <dgm:spPr/>
      <dgm:t>
        <a:bodyPr/>
        <a:lstStyle/>
        <a:p>
          <a:r>
            <a:rPr lang="de-DE" noProof="0" dirty="0"/>
            <a:t>Heterogeneous environment</a:t>
          </a:r>
        </a:p>
      </dgm:t>
    </dgm:pt>
    <dgm:pt modelId="{4E76AAFA-C8F0-4215-A0AC-7298E0658526}" type="parTrans" cxnId="{BB3903FF-312C-4F91-AACD-AF61AE474BE7}">
      <dgm:prSet/>
      <dgm:spPr/>
      <dgm:t>
        <a:bodyPr/>
        <a:lstStyle/>
        <a:p>
          <a:endParaRPr lang="en-US"/>
        </a:p>
      </dgm:t>
    </dgm:pt>
    <dgm:pt modelId="{95F147D8-F1A1-400A-8165-A649E8BD1C4E}" type="sibTrans" cxnId="{BB3903FF-312C-4F91-AACD-AF61AE474BE7}">
      <dgm:prSet/>
      <dgm:spPr/>
      <dgm:t>
        <a:bodyPr/>
        <a:lstStyle/>
        <a:p>
          <a:endParaRPr lang="en-US"/>
        </a:p>
      </dgm:t>
    </dgm:pt>
    <dgm:pt modelId="{09D91CAA-E7F1-4875-8220-27C3D555CBDE}" type="pres">
      <dgm:prSet presAssocID="{49FCB0FD-3A43-418F-A087-3D0A978FFC12}" presName="Name0" presStyleCnt="0">
        <dgm:presLayoutVars>
          <dgm:dir/>
          <dgm:animLvl val="lvl"/>
          <dgm:resizeHandles val="exact"/>
        </dgm:presLayoutVars>
      </dgm:prSet>
      <dgm:spPr/>
    </dgm:pt>
    <dgm:pt modelId="{D8915737-3914-43DB-A45F-1091995E4D8C}" type="pres">
      <dgm:prSet presAssocID="{FC493A89-3B02-4BE2-ADD0-7248C0E44CB4}" presName="linNode" presStyleCnt="0"/>
      <dgm:spPr/>
    </dgm:pt>
    <dgm:pt modelId="{A8D54FFB-1F49-4ABC-8F4B-538866EFCE44}" type="pres">
      <dgm:prSet presAssocID="{FC493A89-3B02-4BE2-ADD0-7248C0E44CB4}" presName="parentText" presStyleLbl="node1" presStyleIdx="0" presStyleCnt="4">
        <dgm:presLayoutVars>
          <dgm:chMax val="1"/>
          <dgm:bulletEnabled val="1"/>
        </dgm:presLayoutVars>
      </dgm:prSet>
      <dgm:spPr/>
    </dgm:pt>
    <dgm:pt modelId="{BFE51121-753A-4749-9E6E-D3317DDF1A09}" type="pres">
      <dgm:prSet presAssocID="{FC493A89-3B02-4BE2-ADD0-7248C0E44CB4}" presName="descendantText" presStyleLbl="alignAccFollowNode1" presStyleIdx="0" presStyleCnt="4">
        <dgm:presLayoutVars>
          <dgm:bulletEnabled val="1"/>
        </dgm:presLayoutVars>
      </dgm:prSet>
      <dgm:spPr/>
    </dgm:pt>
    <dgm:pt modelId="{A02D2576-85EE-4BCD-98EE-29387B0CA25A}" type="pres">
      <dgm:prSet presAssocID="{EA1ADB77-3880-4FEF-A3E5-98C9406A4217}" presName="sp" presStyleCnt="0"/>
      <dgm:spPr/>
    </dgm:pt>
    <dgm:pt modelId="{4E792BCB-0767-4E57-9077-D54B7AD2D43A}" type="pres">
      <dgm:prSet presAssocID="{A4C2FFFA-FFE0-41F8-B82A-CAE530B1E7EE}" presName="linNode" presStyleCnt="0"/>
      <dgm:spPr/>
    </dgm:pt>
    <dgm:pt modelId="{027092D1-7DCF-4180-971D-96F5DFEFDFDF}" type="pres">
      <dgm:prSet presAssocID="{A4C2FFFA-FFE0-41F8-B82A-CAE530B1E7EE}" presName="parentText" presStyleLbl="node1" presStyleIdx="1" presStyleCnt="4">
        <dgm:presLayoutVars>
          <dgm:chMax val="1"/>
          <dgm:bulletEnabled val="1"/>
        </dgm:presLayoutVars>
      </dgm:prSet>
      <dgm:spPr/>
    </dgm:pt>
    <dgm:pt modelId="{02FD223A-5003-4377-AEE5-F4AD8F8E46F2}" type="pres">
      <dgm:prSet presAssocID="{A4C2FFFA-FFE0-41F8-B82A-CAE530B1E7EE}" presName="descendantText" presStyleLbl="alignAccFollowNode1" presStyleIdx="1" presStyleCnt="4">
        <dgm:presLayoutVars>
          <dgm:bulletEnabled val="1"/>
        </dgm:presLayoutVars>
      </dgm:prSet>
      <dgm:spPr/>
    </dgm:pt>
    <dgm:pt modelId="{2C3C05E3-A7B2-4FAC-9D1B-82D820830CBB}" type="pres">
      <dgm:prSet presAssocID="{FACCB3E5-9D1D-46B2-85FF-5366B78256DA}" presName="sp" presStyleCnt="0"/>
      <dgm:spPr/>
    </dgm:pt>
    <dgm:pt modelId="{73A2B7D9-7328-42C6-8961-EF7A82979859}" type="pres">
      <dgm:prSet presAssocID="{BA293ED4-1113-44D7-BF49-A355CB0ABAA0}" presName="linNode" presStyleCnt="0"/>
      <dgm:spPr/>
    </dgm:pt>
    <dgm:pt modelId="{339F3F69-34CB-46E6-A839-88C05BDDBB0B}" type="pres">
      <dgm:prSet presAssocID="{BA293ED4-1113-44D7-BF49-A355CB0ABAA0}" presName="parentText" presStyleLbl="node1" presStyleIdx="2" presStyleCnt="4">
        <dgm:presLayoutVars>
          <dgm:chMax val="1"/>
          <dgm:bulletEnabled val="1"/>
        </dgm:presLayoutVars>
      </dgm:prSet>
      <dgm:spPr/>
    </dgm:pt>
    <dgm:pt modelId="{0F1DC900-F9A3-4356-9FC4-F605DE7F2E56}" type="pres">
      <dgm:prSet presAssocID="{BA293ED4-1113-44D7-BF49-A355CB0ABAA0}" presName="descendantText" presStyleLbl="alignAccFollowNode1" presStyleIdx="2" presStyleCnt="4">
        <dgm:presLayoutVars>
          <dgm:bulletEnabled val="1"/>
        </dgm:presLayoutVars>
      </dgm:prSet>
      <dgm:spPr/>
    </dgm:pt>
    <dgm:pt modelId="{199E3E9B-7D9A-4968-94F0-D4E0DFB770C2}" type="pres">
      <dgm:prSet presAssocID="{8C69F3F7-D3C4-4208-841A-6CAF37E9FB6D}" presName="sp" presStyleCnt="0"/>
      <dgm:spPr/>
    </dgm:pt>
    <dgm:pt modelId="{53A85DF7-0663-4814-AEEA-D29FC89033AD}" type="pres">
      <dgm:prSet presAssocID="{5F3DCAC8-9979-493F-96C8-53240BDD4A99}" presName="linNode" presStyleCnt="0"/>
      <dgm:spPr/>
    </dgm:pt>
    <dgm:pt modelId="{68ADB5C1-572C-431E-8B4A-22FD4B378D65}" type="pres">
      <dgm:prSet presAssocID="{5F3DCAC8-9979-493F-96C8-53240BDD4A99}" presName="parentText" presStyleLbl="node1" presStyleIdx="3" presStyleCnt="4">
        <dgm:presLayoutVars>
          <dgm:chMax val="1"/>
          <dgm:bulletEnabled val="1"/>
        </dgm:presLayoutVars>
      </dgm:prSet>
      <dgm:spPr/>
    </dgm:pt>
    <dgm:pt modelId="{ABFF340C-6B18-46D7-8D2B-8409008ACF99}" type="pres">
      <dgm:prSet presAssocID="{5F3DCAC8-9979-493F-96C8-53240BDD4A99}" presName="descendantText" presStyleLbl="alignAccFollowNode1" presStyleIdx="3" presStyleCnt="4">
        <dgm:presLayoutVars>
          <dgm:bulletEnabled val="1"/>
        </dgm:presLayoutVars>
      </dgm:prSet>
      <dgm:spPr/>
    </dgm:pt>
  </dgm:ptLst>
  <dgm:cxnLst>
    <dgm:cxn modelId="{638B310B-0557-CB47-8F00-D35564FF8600}" srcId="{5F3DCAC8-9979-493F-96C8-53240BDD4A99}" destId="{A31616AC-EB44-AF45-BD18-8DC242948CAA}" srcOrd="1" destOrd="0" parTransId="{2769755F-1342-4340-A925-8786DD88C99D}" sibTransId="{06D3AE4E-AF3E-2D48-8B4A-063132E43EC5}"/>
    <dgm:cxn modelId="{E3B49E10-76D2-418F-A155-7725DDC26AEE}" type="presOf" srcId="{1B49A559-2C60-4353-ABA5-D0125A15581C}" destId="{BFE51121-753A-4749-9E6E-D3317DDF1A09}" srcOrd="0" destOrd="0" presId="urn:microsoft.com/office/officeart/2005/8/layout/vList5"/>
    <dgm:cxn modelId="{441E5B11-4B08-481C-9532-A78771C005E7}" srcId="{49FCB0FD-3A43-418F-A087-3D0A978FFC12}" destId="{FC493A89-3B02-4BE2-ADD0-7248C0E44CB4}" srcOrd="0" destOrd="0" parTransId="{9964F12A-70EB-40A5-9B08-B9D9739FAEC3}" sibTransId="{EA1ADB77-3880-4FEF-A3E5-98C9406A4217}"/>
    <dgm:cxn modelId="{D1A2B013-4A81-42C9-BD84-511A59AED995}" srcId="{A4C2FFFA-FFE0-41F8-B82A-CAE530B1E7EE}" destId="{A4821661-0A1D-497F-9DE6-9C42358BCC49}" srcOrd="1" destOrd="0" parTransId="{11849D4F-DEA1-45F1-9F09-A94CCD4A6612}" sibTransId="{19AB43EE-0F01-4B78-9126-67E8488BE0D8}"/>
    <dgm:cxn modelId="{D3AF861A-65B1-4BF6-A012-1304F49E0BD5}" type="presOf" srcId="{A4C2FFFA-FFE0-41F8-B82A-CAE530B1E7EE}" destId="{027092D1-7DCF-4180-971D-96F5DFEFDFDF}" srcOrd="0" destOrd="0" presId="urn:microsoft.com/office/officeart/2005/8/layout/vList5"/>
    <dgm:cxn modelId="{55284225-98DE-436D-B0F0-5FB426FADEE3}" type="presOf" srcId="{A31616AC-EB44-AF45-BD18-8DC242948CAA}" destId="{ABFF340C-6B18-46D7-8D2B-8409008ACF99}" srcOrd="0" destOrd="1" presId="urn:microsoft.com/office/officeart/2005/8/layout/vList5"/>
    <dgm:cxn modelId="{32CC9526-315D-48C6-9E90-F90D6E56A28B}" type="presOf" srcId="{1470CC56-188B-493A-8F48-CD4A20811F42}" destId="{0F1DC900-F9A3-4356-9FC4-F605DE7F2E56}" srcOrd="0" destOrd="2" presId="urn:microsoft.com/office/officeart/2005/8/layout/vList5"/>
    <dgm:cxn modelId="{92E9012B-D4A5-4FB0-934C-76057AC1E500}" srcId="{49FCB0FD-3A43-418F-A087-3D0A978FFC12}" destId="{BA293ED4-1113-44D7-BF49-A355CB0ABAA0}" srcOrd="2" destOrd="0" parTransId="{DDA18DC6-E3EC-4A65-BC4C-3A23F48600F1}" sibTransId="{8C69F3F7-D3C4-4208-841A-6CAF37E9FB6D}"/>
    <dgm:cxn modelId="{86283130-3A6E-47A7-8FE6-BAD33B27FD87}" type="presOf" srcId="{32FFDA2B-A9D5-44B5-955D-9D65C9DBE0DF}" destId="{0F1DC900-F9A3-4356-9FC4-F605DE7F2E56}" srcOrd="0" destOrd="1" presId="urn:microsoft.com/office/officeart/2005/8/layout/vList5"/>
    <dgm:cxn modelId="{FBAC2D43-9681-444F-B9D4-532EC31E2448}" srcId="{BA293ED4-1113-44D7-BF49-A355CB0ABAA0}" destId="{3D9508AE-3DC5-3F43-A225-F950C0BAB96E}" srcOrd="0" destOrd="0" parTransId="{21AC2484-085B-0245-AF22-95384C450372}" sibTransId="{F2D3D8E9-D782-6644-9E05-FFEF63B675DB}"/>
    <dgm:cxn modelId="{22D9A363-7503-46F6-B5C4-41069DC56837}" type="presOf" srcId="{ACD415B4-F62A-467F-A233-1D184A21F60B}" destId="{BFE51121-753A-4749-9E6E-D3317DDF1A09}" srcOrd="0" destOrd="2" presId="urn:microsoft.com/office/officeart/2005/8/layout/vList5"/>
    <dgm:cxn modelId="{1CADB667-CED0-42D3-8B5F-56F89975F631}" type="presOf" srcId="{0ECF0D2F-0CD7-43C8-8421-265392E987D4}" destId="{02FD223A-5003-4377-AEE5-F4AD8F8E46F2}" srcOrd="0" destOrd="0" presId="urn:microsoft.com/office/officeart/2005/8/layout/vList5"/>
    <dgm:cxn modelId="{D047E84B-4213-4412-8DDF-5D797DD27227}" type="presOf" srcId="{BA293ED4-1113-44D7-BF49-A355CB0ABAA0}" destId="{339F3F69-34CB-46E6-A839-88C05BDDBB0B}" srcOrd="0" destOrd="0" presId="urn:microsoft.com/office/officeart/2005/8/layout/vList5"/>
    <dgm:cxn modelId="{11B47E54-7C1D-4165-BA51-20E83A3D47CB}" srcId="{49FCB0FD-3A43-418F-A087-3D0A978FFC12}" destId="{A4C2FFFA-FFE0-41F8-B82A-CAE530B1E7EE}" srcOrd="1" destOrd="0" parTransId="{EA19354D-161D-450F-A9C6-9679C4F9337E}" sibTransId="{FACCB3E5-9D1D-46B2-85FF-5366B78256DA}"/>
    <dgm:cxn modelId="{DA4BB555-74CC-3F44-8179-7BF235CB562B}" srcId="{A4C2FFFA-FFE0-41F8-B82A-CAE530B1E7EE}" destId="{0263247C-8A2B-A446-B40B-680F190D548E}" srcOrd="2" destOrd="0" parTransId="{761F0729-B979-924B-B46D-A2D3B011E11E}" sibTransId="{27879DBC-07C6-E547-AE5D-451B9D68BE5E}"/>
    <dgm:cxn modelId="{1B4B9277-2727-40A2-BFB0-137015374C82}" srcId="{FC493A89-3B02-4BE2-ADD0-7248C0E44CB4}" destId="{1B49A559-2C60-4353-ABA5-D0125A15581C}" srcOrd="0" destOrd="0" parTransId="{B6CD0ABF-738F-4D7F-A97B-6D0C5F7443C4}" sibTransId="{C24651F0-2FA7-4344-92E5-692E71E230C5}"/>
    <dgm:cxn modelId="{E0575C58-6E2D-4D5C-AD5D-340FDF9B3856}" type="presOf" srcId="{3D9508AE-3DC5-3F43-A225-F950C0BAB96E}" destId="{0F1DC900-F9A3-4356-9FC4-F605DE7F2E56}" srcOrd="0" destOrd="0" presId="urn:microsoft.com/office/officeart/2005/8/layout/vList5"/>
    <dgm:cxn modelId="{6830547D-5C73-47FD-9A90-B562C5EA385A}" srcId="{49FCB0FD-3A43-418F-A087-3D0A978FFC12}" destId="{5F3DCAC8-9979-493F-96C8-53240BDD4A99}" srcOrd="3" destOrd="0" parTransId="{04ECE57D-E37B-4463-8832-0E219D8D6E09}" sibTransId="{E8D08280-5914-4314-8788-6C1C388F6898}"/>
    <dgm:cxn modelId="{BEFFC981-47B1-4E50-84AD-C50717858F54}" type="presOf" srcId="{D8B1DDAA-76D6-FA42-9D07-038F705D3169}" destId="{BFE51121-753A-4749-9E6E-D3317DDF1A09}" srcOrd="0" destOrd="1" presId="urn:microsoft.com/office/officeart/2005/8/layout/vList5"/>
    <dgm:cxn modelId="{12266A83-E6A2-2044-A024-BE491C31B071}" srcId="{5F3DCAC8-9979-493F-96C8-53240BDD4A99}" destId="{4A486E81-D795-F24A-9F88-38DD16ED2562}" srcOrd="2" destOrd="0" parTransId="{04020E8C-5860-1D41-86DD-01AEFD108970}" sibTransId="{70A6F989-FDF6-7047-89DA-3B6FEECBCB64}"/>
    <dgm:cxn modelId="{D4236D93-9391-444E-A286-2A5FC1F14E64}" type="presOf" srcId="{49FCB0FD-3A43-418F-A087-3D0A978FFC12}" destId="{09D91CAA-E7F1-4875-8220-27C3D555CBDE}" srcOrd="0" destOrd="0" presId="urn:microsoft.com/office/officeart/2005/8/layout/vList5"/>
    <dgm:cxn modelId="{AAF008AB-0459-D046-8D17-5F9254DA2216}" srcId="{FC493A89-3B02-4BE2-ADD0-7248C0E44CB4}" destId="{D8B1DDAA-76D6-FA42-9D07-038F705D3169}" srcOrd="1" destOrd="0" parTransId="{DCD4CF9C-4D56-1B44-B4D2-2152485E6724}" sibTransId="{F5F71D90-8CDB-9A4D-8F57-4FFDB4580908}"/>
    <dgm:cxn modelId="{D071EDAC-172A-4F7B-B286-630C73CFF27C}" type="presOf" srcId="{6909FB7B-121E-42B7-8943-D17DF3195BF9}" destId="{ABFF340C-6B18-46D7-8D2B-8409008ACF99}" srcOrd="0" destOrd="0" presId="urn:microsoft.com/office/officeart/2005/8/layout/vList5"/>
    <dgm:cxn modelId="{212C82AD-5D2F-4F37-A618-6B3CDEE38527}" srcId="{5F3DCAC8-9979-493F-96C8-53240BDD4A99}" destId="{6909FB7B-121E-42B7-8943-D17DF3195BF9}" srcOrd="0" destOrd="0" parTransId="{18E2B42A-6AB8-4EE9-8565-558EF4580BE0}" sibTransId="{3EE297DE-3313-409C-998D-90E7520AF0BB}"/>
    <dgm:cxn modelId="{081A7DBF-5EF2-45C2-AEF0-48A607755EA8}" type="presOf" srcId="{A4821661-0A1D-497F-9DE6-9C42358BCC49}" destId="{02FD223A-5003-4377-AEE5-F4AD8F8E46F2}" srcOrd="0" destOrd="1" presId="urn:microsoft.com/office/officeart/2005/8/layout/vList5"/>
    <dgm:cxn modelId="{C5ACD8C1-30F7-4BEC-BC4F-2AAA8E0AADAD}" type="presOf" srcId="{FC493A89-3B02-4BE2-ADD0-7248C0E44CB4}" destId="{A8D54FFB-1F49-4ABC-8F4B-538866EFCE44}" srcOrd="0" destOrd="0" presId="urn:microsoft.com/office/officeart/2005/8/layout/vList5"/>
    <dgm:cxn modelId="{FC15D3C6-D3DF-44D8-9928-A18674D6F3E7}" srcId="{BA293ED4-1113-44D7-BF49-A355CB0ABAA0}" destId="{32FFDA2B-A9D5-44B5-955D-9D65C9DBE0DF}" srcOrd="1" destOrd="0" parTransId="{43E1133A-7433-409F-A8A0-0C01BF0210A7}" sibTransId="{BDFE0419-1FF9-4F7A-9B9F-738B501D7435}"/>
    <dgm:cxn modelId="{EB0123C9-EC47-4EF1-908D-A916060F7B5C}" srcId="{FC493A89-3B02-4BE2-ADD0-7248C0E44CB4}" destId="{ACD415B4-F62A-467F-A233-1D184A21F60B}" srcOrd="2" destOrd="0" parTransId="{3FFFDCF4-34D7-419C-8EC3-DC83B8B9EDA4}" sibTransId="{263098AE-FE6C-4A77-8BFA-6EAF3FF17636}"/>
    <dgm:cxn modelId="{F3E622D0-6800-4F03-8407-D0F0F16D2870}" type="presOf" srcId="{5F3DCAC8-9979-493F-96C8-53240BDD4A99}" destId="{68ADB5C1-572C-431E-8B4A-22FD4B378D65}" srcOrd="0" destOrd="0" presId="urn:microsoft.com/office/officeart/2005/8/layout/vList5"/>
    <dgm:cxn modelId="{E157B1DA-D252-45D3-A4BB-C992189416A3}" type="presOf" srcId="{4A486E81-D795-F24A-9F88-38DD16ED2562}" destId="{ABFF340C-6B18-46D7-8D2B-8409008ACF99}" srcOrd="0" destOrd="2" presId="urn:microsoft.com/office/officeart/2005/8/layout/vList5"/>
    <dgm:cxn modelId="{EACEEFEF-5226-4FD6-987D-ACBCED8A7CFE}" type="presOf" srcId="{0263247C-8A2B-A446-B40B-680F190D548E}" destId="{02FD223A-5003-4377-AEE5-F4AD8F8E46F2}" srcOrd="0" destOrd="2" presId="urn:microsoft.com/office/officeart/2005/8/layout/vList5"/>
    <dgm:cxn modelId="{7B6B4BFE-6667-4970-A231-8F0DF987C5C4}" srcId="{A4C2FFFA-FFE0-41F8-B82A-CAE530B1E7EE}" destId="{0ECF0D2F-0CD7-43C8-8421-265392E987D4}" srcOrd="0" destOrd="0" parTransId="{4D9F984B-DCC5-488D-81CA-00A9EC1B6DEB}" sibTransId="{0E83F362-7D01-4767-94F1-2EBDEB97D56A}"/>
    <dgm:cxn modelId="{BB3903FF-312C-4F91-AACD-AF61AE474BE7}" srcId="{BA293ED4-1113-44D7-BF49-A355CB0ABAA0}" destId="{1470CC56-188B-493A-8F48-CD4A20811F42}" srcOrd="2" destOrd="0" parTransId="{4E76AAFA-C8F0-4215-A0AC-7298E0658526}" sibTransId="{95F147D8-F1A1-400A-8165-A649E8BD1C4E}"/>
    <dgm:cxn modelId="{BFDBB129-4890-4ED6-B9AE-5231EA162CBB}" type="presParOf" srcId="{09D91CAA-E7F1-4875-8220-27C3D555CBDE}" destId="{D8915737-3914-43DB-A45F-1091995E4D8C}" srcOrd="0" destOrd="0" presId="urn:microsoft.com/office/officeart/2005/8/layout/vList5"/>
    <dgm:cxn modelId="{150CFD42-730C-4FD1-9ECD-5E74D7805247}" type="presParOf" srcId="{D8915737-3914-43DB-A45F-1091995E4D8C}" destId="{A8D54FFB-1F49-4ABC-8F4B-538866EFCE44}" srcOrd="0" destOrd="0" presId="urn:microsoft.com/office/officeart/2005/8/layout/vList5"/>
    <dgm:cxn modelId="{F6865060-6D57-4ABE-9166-B4960E60504D}" type="presParOf" srcId="{D8915737-3914-43DB-A45F-1091995E4D8C}" destId="{BFE51121-753A-4749-9E6E-D3317DDF1A09}" srcOrd="1" destOrd="0" presId="urn:microsoft.com/office/officeart/2005/8/layout/vList5"/>
    <dgm:cxn modelId="{54AD69B1-8942-4805-95D0-E508E1CBF6B7}" type="presParOf" srcId="{09D91CAA-E7F1-4875-8220-27C3D555CBDE}" destId="{A02D2576-85EE-4BCD-98EE-29387B0CA25A}" srcOrd="1" destOrd="0" presId="urn:microsoft.com/office/officeart/2005/8/layout/vList5"/>
    <dgm:cxn modelId="{2A82AB28-0307-4523-BFB7-3719426EAEE9}" type="presParOf" srcId="{09D91CAA-E7F1-4875-8220-27C3D555CBDE}" destId="{4E792BCB-0767-4E57-9077-D54B7AD2D43A}" srcOrd="2" destOrd="0" presId="urn:microsoft.com/office/officeart/2005/8/layout/vList5"/>
    <dgm:cxn modelId="{C68910AF-C0B6-43EF-8C50-1A936220B57A}" type="presParOf" srcId="{4E792BCB-0767-4E57-9077-D54B7AD2D43A}" destId="{027092D1-7DCF-4180-971D-96F5DFEFDFDF}" srcOrd="0" destOrd="0" presId="urn:microsoft.com/office/officeart/2005/8/layout/vList5"/>
    <dgm:cxn modelId="{19D629C5-848B-41EC-89EC-7B4E095307CD}" type="presParOf" srcId="{4E792BCB-0767-4E57-9077-D54B7AD2D43A}" destId="{02FD223A-5003-4377-AEE5-F4AD8F8E46F2}" srcOrd="1" destOrd="0" presId="urn:microsoft.com/office/officeart/2005/8/layout/vList5"/>
    <dgm:cxn modelId="{2911213B-011E-4A31-9ED8-F663BB90E82A}" type="presParOf" srcId="{09D91CAA-E7F1-4875-8220-27C3D555CBDE}" destId="{2C3C05E3-A7B2-4FAC-9D1B-82D820830CBB}" srcOrd="3" destOrd="0" presId="urn:microsoft.com/office/officeart/2005/8/layout/vList5"/>
    <dgm:cxn modelId="{A3A2A202-C67B-411B-9F8D-261AB19271C9}" type="presParOf" srcId="{09D91CAA-E7F1-4875-8220-27C3D555CBDE}" destId="{73A2B7D9-7328-42C6-8961-EF7A82979859}" srcOrd="4" destOrd="0" presId="urn:microsoft.com/office/officeart/2005/8/layout/vList5"/>
    <dgm:cxn modelId="{E1DCA482-CCF8-4E65-A9FE-5F2E53849AAE}" type="presParOf" srcId="{73A2B7D9-7328-42C6-8961-EF7A82979859}" destId="{339F3F69-34CB-46E6-A839-88C05BDDBB0B}" srcOrd="0" destOrd="0" presId="urn:microsoft.com/office/officeart/2005/8/layout/vList5"/>
    <dgm:cxn modelId="{27E9BA9E-9AAC-4300-80DC-937D25DE338E}" type="presParOf" srcId="{73A2B7D9-7328-42C6-8961-EF7A82979859}" destId="{0F1DC900-F9A3-4356-9FC4-F605DE7F2E56}" srcOrd="1" destOrd="0" presId="urn:microsoft.com/office/officeart/2005/8/layout/vList5"/>
    <dgm:cxn modelId="{CBFF545A-18B5-4303-9627-016491B947A3}" type="presParOf" srcId="{09D91CAA-E7F1-4875-8220-27C3D555CBDE}" destId="{199E3E9B-7D9A-4968-94F0-D4E0DFB770C2}" srcOrd="5" destOrd="0" presId="urn:microsoft.com/office/officeart/2005/8/layout/vList5"/>
    <dgm:cxn modelId="{9673B1A5-3572-4AD4-B4EA-E747653B7A05}" type="presParOf" srcId="{09D91CAA-E7F1-4875-8220-27C3D555CBDE}" destId="{53A85DF7-0663-4814-AEEA-D29FC89033AD}" srcOrd="6" destOrd="0" presId="urn:microsoft.com/office/officeart/2005/8/layout/vList5"/>
    <dgm:cxn modelId="{B8A5B0F1-9AD2-4FE7-B764-86F6E2B229E3}" type="presParOf" srcId="{53A85DF7-0663-4814-AEEA-D29FC89033AD}" destId="{68ADB5C1-572C-431E-8B4A-22FD4B378D65}" srcOrd="0" destOrd="0" presId="urn:microsoft.com/office/officeart/2005/8/layout/vList5"/>
    <dgm:cxn modelId="{4543E673-6675-45D3-81AC-1A1CD706019A}" type="presParOf" srcId="{53A85DF7-0663-4814-AEEA-D29FC89033AD}" destId="{ABFF340C-6B18-46D7-8D2B-8409008ACF9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21BD8B-6546-4824-8A54-79D56A77761C}">
      <dsp:nvSpPr>
        <dsp:cNvPr id="0" name=""/>
        <dsp:cNvSpPr/>
      </dsp:nvSpPr>
      <dsp:spPr>
        <a:xfrm>
          <a:off x="3505197" y="456557"/>
          <a:ext cx="609604" cy="91440"/>
        </a:xfrm>
        <a:custGeom>
          <a:avLst/>
          <a:gdLst/>
          <a:ahLst/>
          <a:cxnLst/>
          <a:rect l="0" t="0" r="0" b="0"/>
          <a:pathLst>
            <a:path>
              <a:moveTo>
                <a:pt x="0" y="45720"/>
              </a:moveTo>
              <a:lnTo>
                <a:pt x="0" y="99381"/>
              </a:lnTo>
              <a:lnTo>
                <a:pt x="609604" y="9938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288C80-5D7D-46F4-A939-C767C80FE215}">
      <dsp:nvSpPr>
        <dsp:cNvPr id="0" name=""/>
        <dsp:cNvSpPr/>
      </dsp:nvSpPr>
      <dsp:spPr>
        <a:xfrm>
          <a:off x="2909556" y="456557"/>
          <a:ext cx="595640" cy="91440"/>
        </a:xfrm>
        <a:custGeom>
          <a:avLst/>
          <a:gdLst/>
          <a:ahLst/>
          <a:cxnLst/>
          <a:rect l="0" t="0" r="0" b="0"/>
          <a:pathLst>
            <a:path>
              <a:moveTo>
                <a:pt x="595640" y="45720"/>
              </a:moveTo>
              <a:lnTo>
                <a:pt x="595640" y="99381"/>
              </a:lnTo>
              <a:lnTo>
                <a:pt x="0" y="9938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C43E3E-5C67-4CD0-A0B5-84C595A8C260}">
      <dsp:nvSpPr>
        <dsp:cNvPr id="0" name=""/>
        <dsp:cNvSpPr/>
      </dsp:nvSpPr>
      <dsp:spPr>
        <a:xfrm>
          <a:off x="3459477" y="502277"/>
          <a:ext cx="91440" cy="564522"/>
        </a:xfrm>
        <a:custGeom>
          <a:avLst/>
          <a:gdLst/>
          <a:ahLst/>
          <a:cxnLst/>
          <a:rect l="0" t="0" r="0" b="0"/>
          <a:pathLst>
            <a:path>
              <a:moveTo>
                <a:pt x="45720" y="0"/>
              </a:moveTo>
              <a:lnTo>
                <a:pt x="45720" y="56452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127D1B-4DB8-4596-964A-ADD142F0F9A3}">
      <dsp:nvSpPr>
        <dsp:cNvPr id="0" name=""/>
        <dsp:cNvSpPr/>
      </dsp:nvSpPr>
      <dsp:spPr>
        <a:xfrm>
          <a:off x="4964745" y="2409121"/>
          <a:ext cx="150683" cy="462095"/>
        </a:xfrm>
        <a:custGeom>
          <a:avLst/>
          <a:gdLst/>
          <a:ahLst/>
          <a:cxnLst/>
          <a:rect l="0" t="0" r="0" b="0"/>
          <a:pathLst>
            <a:path>
              <a:moveTo>
                <a:pt x="0" y="0"/>
              </a:moveTo>
              <a:lnTo>
                <a:pt x="0" y="462095"/>
              </a:lnTo>
              <a:lnTo>
                <a:pt x="150683" y="4620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10A76E-0BD8-49AB-AAEF-6CB9581BB63B}">
      <dsp:nvSpPr>
        <dsp:cNvPr id="0" name=""/>
        <dsp:cNvSpPr/>
      </dsp:nvSpPr>
      <dsp:spPr>
        <a:xfrm>
          <a:off x="3505197" y="502277"/>
          <a:ext cx="1861370" cy="1404566"/>
        </a:xfrm>
        <a:custGeom>
          <a:avLst/>
          <a:gdLst/>
          <a:ahLst/>
          <a:cxnLst/>
          <a:rect l="0" t="0" r="0" b="0"/>
          <a:pathLst>
            <a:path>
              <a:moveTo>
                <a:pt x="0" y="0"/>
              </a:moveTo>
              <a:lnTo>
                <a:pt x="0" y="1299088"/>
              </a:lnTo>
              <a:lnTo>
                <a:pt x="1861370" y="1299088"/>
              </a:lnTo>
              <a:lnTo>
                <a:pt x="1861370" y="14045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F8FD82-41C4-49A4-989B-1D675C3723C8}">
      <dsp:nvSpPr>
        <dsp:cNvPr id="0" name=""/>
        <dsp:cNvSpPr/>
      </dsp:nvSpPr>
      <dsp:spPr>
        <a:xfrm>
          <a:off x="3749233" y="2409121"/>
          <a:ext cx="150683" cy="462095"/>
        </a:xfrm>
        <a:custGeom>
          <a:avLst/>
          <a:gdLst/>
          <a:ahLst/>
          <a:cxnLst/>
          <a:rect l="0" t="0" r="0" b="0"/>
          <a:pathLst>
            <a:path>
              <a:moveTo>
                <a:pt x="0" y="0"/>
              </a:moveTo>
              <a:lnTo>
                <a:pt x="0" y="462095"/>
              </a:lnTo>
              <a:lnTo>
                <a:pt x="150683" y="4620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5353B2-8FBE-4D75-8505-00E622868710}">
      <dsp:nvSpPr>
        <dsp:cNvPr id="0" name=""/>
        <dsp:cNvSpPr/>
      </dsp:nvSpPr>
      <dsp:spPr>
        <a:xfrm>
          <a:off x="3505197" y="502277"/>
          <a:ext cx="645858" cy="1404566"/>
        </a:xfrm>
        <a:custGeom>
          <a:avLst/>
          <a:gdLst/>
          <a:ahLst/>
          <a:cxnLst/>
          <a:rect l="0" t="0" r="0" b="0"/>
          <a:pathLst>
            <a:path>
              <a:moveTo>
                <a:pt x="0" y="0"/>
              </a:moveTo>
              <a:lnTo>
                <a:pt x="0" y="1299088"/>
              </a:lnTo>
              <a:lnTo>
                <a:pt x="645858" y="1299088"/>
              </a:lnTo>
              <a:lnTo>
                <a:pt x="645858" y="14045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6B91F1-B49E-420D-991B-8EA10F362C5A}">
      <dsp:nvSpPr>
        <dsp:cNvPr id="0" name=""/>
        <dsp:cNvSpPr/>
      </dsp:nvSpPr>
      <dsp:spPr>
        <a:xfrm>
          <a:off x="2935544" y="502277"/>
          <a:ext cx="569652" cy="1404566"/>
        </a:xfrm>
        <a:custGeom>
          <a:avLst/>
          <a:gdLst/>
          <a:ahLst/>
          <a:cxnLst/>
          <a:rect l="0" t="0" r="0" b="0"/>
          <a:pathLst>
            <a:path>
              <a:moveTo>
                <a:pt x="569652" y="0"/>
              </a:moveTo>
              <a:lnTo>
                <a:pt x="569652" y="1299088"/>
              </a:lnTo>
              <a:lnTo>
                <a:pt x="0" y="1299088"/>
              </a:lnTo>
              <a:lnTo>
                <a:pt x="0" y="14045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20C190-424C-4022-BA6A-98181D19DAAE}">
      <dsp:nvSpPr>
        <dsp:cNvPr id="0" name=""/>
        <dsp:cNvSpPr/>
      </dsp:nvSpPr>
      <dsp:spPr>
        <a:xfrm>
          <a:off x="1925966" y="3122355"/>
          <a:ext cx="150683" cy="1175329"/>
        </a:xfrm>
        <a:custGeom>
          <a:avLst/>
          <a:gdLst/>
          <a:ahLst/>
          <a:cxnLst/>
          <a:rect l="0" t="0" r="0" b="0"/>
          <a:pathLst>
            <a:path>
              <a:moveTo>
                <a:pt x="0" y="0"/>
              </a:moveTo>
              <a:lnTo>
                <a:pt x="0" y="1175329"/>
              </a:lnTo>
              <a:lnTo>
                <a:pt x="150683" y="117532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80A779-6F8F-4CC8-A411-196C5684E379}">
      <dsp:nvSpPr>
        <dsp:cNvPr id="0" name=""/>
        <dsp:cNvSpPr/>
      </dsp:nvSpPr>
      <dsp:spPr>
        <a:xfrm>
          <a:off x="1925966" y="3122355"/>
          <a:ext cx="150683" cy="462095"/>
        </a:xfrm>
        <a:custGeom>
          <a:avLst/>
          <a:gdLst/>
          <a:ahLst/>
          <a:cxnLst/>
          <a:rect l="0" t="0" r="0" b="0"/>
          <a:pathLst>
            <a:path>
              <a:moveTo>
                <a:pt x="0" y="0"/>
              </a:moveTo>
              <a:lnTo>
                <a:pt x="0" y="462095"/>
              </a:lnTo>
              <a:lnTo>
                <a:pt x="150683" y="4620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857779-ABCA-4C4F-B51A-AA31B9822C0C}">
      <dsp:nvSpPr>
        <dsp:cNvPr id="0" name=""/>
        <dsp:cNvSpPr/>
      </dsp:nvSpPr>
      <dsp:spPr>
        <a:xfrm>
          <a:off x="1720032" y="2409121"/>
          <a:ext cx="607755" cy="210956"/>
        </a:xfrm>
        <a:custGeom>
          <a:avLst/>
          <a:gdLst/>
          <a:ahLst/>
          <a:cxnLst/>
          <a:rect l="0" t="0" r="0" b="0"/>
          <a:pathLst>
            <a:path>
              <a:moveTo>
                <a:pt x="0" y="0"/>
              </a:moveTo>
              <a:lnTo>
                <a:pt x="0" y="105478"/>
              </a:lnTo>
              <a:lnTo>
                <a:pt x="607755" y="105478"/>
              </a:lnTo>
              <a:lnTo>
                <a:pt x="607755" y="21095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989B30-77FF-4D3D-B43B-BEFD683B2797}">
      <dsp:nvSpPr>
        <dsp:cNvPr id="0" name=""/>
        <dsp:cNvSpPr/>
      </dsp:nvSpPr>
      <dsp:spPr>
        <a:xfrm>
          <a:off x="1112276" y="2409121"/>
          <a:ext cx="607755" cy="210956"/>
        </a:xfrm>
        <a:custGeom>
          <a:avLst/>
          <a:gdLst/>
          <a:ahLst/>
          <a:cxnLst/>
          <a:rect l="0" t="0" r="0" b="0"/>
          <a:pathLst>
            <a:path>
              <a:moveTo>
                <a:pt x="607755" y="0"/>
              </a:moveTo>
              <a:lnTo>
                <a:pt x="607755" y="105478"/>
              </a:lnTo>
              <a:lnTo>
                <a:pt x="0" y="105478"/>
              </a:lnTo>
              <a:lnTo>
                <a:pt x="0" y="21095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FABD41-AAAA-4027-B3F5-D9428FE9184F}">
      <dsp:nvSpPr>
        <dsp:cNvPr id="0" name=""/>
        <dsp:cNvSpPr/>
      </dsp:nvSpPr>
      <dsp:spPr>
        <a:xfrm>
          <a:off x="1720032" y="502277"/>
          <a:ext cx="1785164" cy="1404566"/>
        </a:xfrm>
        <a:custGeom>
          <a:avLst/>
          <a:gdLst/>
          <a:ahLst/>
          <a:cxnLst/>
          <a:rect l="0" t="0" r="0" b="0"/>
          <a:pathLst>
            <a:path>
              <a:moveTo>
                <a:pt x="1785164" y="0"/>
              </a:moveTo>
              <a:lnTo>
                <a:pt x="1785164" y="1299088"/>
              </a:lnTo>
              <a:lnTo>
                <a:pt x="0" y="1299088"/>
              </a:lnTo>
              <a:lnTo>
                <a:pt x="0" y="14045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5CF3D2-8440-4689-82E4-5D326D38387E}">
      <dsp:nvSpPr>
        <dsp:cNvPr id="0" name=""/>
        <dsp:cNvSpPr/>
      </dsp:nvSpPr>
      <dsp:spPr>
        <a:xfrm>
          <a:off x="504521" y="502277"/>
          <a:ext cx="3000675" cy="1404566"/>
        </a:xfrm>
        <a:custGeom>
          <a:avLst/>
          <a:gdLst/>
          <a:ahLst/>
          <a:cxnLst/>
          <a:rect l="0" t="0" r="0" b="0"/>
          <a:pathLst>
            <a:path>
              <a:moveTo>
                <a:pt x="3000675" y="0"/>
              </a:moveTo>
              <a:lnTo>
                <a:pt x="3000675" y="1299088"/>
              </a:lnTo>
              <a:lnTo>
                <a:pt x="0" y="1299088"/>
              </a:lnTo>
              <a:lnTo>
                <a:pt x="0" y="14045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31D338-BC84-4E08-B7F5-6BCFCE785064}">
      <dsp:nvSpPr>
        <dsp:cNvPr id="0" name=""/>
        <dsp:cNvSpPr/>
      </dsp:nvSpPr>
      <dsp:spPr>
        <a:xfrm>
          <a:off x="1295397" y="0"/>
          <a:ext cx="4419599"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002060"/>
              </a:solidFill>
            </a:rPr>
            <a:t>Internet</a:t>
          </a:r>
        </a:p>
      </dsp:txBody>
      <dsp:txXfrm>
        <a:off x="1295397" y="0"/>
        <a:ext cx="4419599" cy="502277"/>
      </dsp:txXfrm>
    </dsp:sp>
    <dsp:sp modelId="{0405B7B1-D2AB-47B6-B0E7-822DEDF75059}">
      <dsp:nvSpPr>
        <dsp:cNvPr id="0" name=""/>
        <dsp:cNvSpPr/>
      </dsp:nvSpPr>
      <dsp:spPr>
        <a:xfrm>
          <a:off x="2243" y="1906844"/>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002060"/>
              </a:solidFill>
            </a:rPr>
            <a:t>Ethernet</a:t>
          </a:r>
        </a:p>
      </dsp:txBody>
      <dsp:txXfrm>
        <a:off x="2243" y="1906844"/>
        <a:ext cx="1004554" cy="502277"/>
      </dsp:txXfrm>
    </dsp:sp>
    <dsp:sp modelId="{A60489DE-CA27-4B25-B3A6-939E0E8C96CE}">
      <dsp:nvSpPr>
        <dsp:cNvPr id="0" name=""/>
        <dsp:cNvSpPr/>
      </dsp:nvSpPr>
      <dsp:spPr>
        <a:xfrm>
          <a:off x="1217755" y="1906844"/>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002060"/>
              </a:solidFill>
            </a:rPr>
            <a:t>Wi-Fi based</a:t>
          </a:r>
        </a:p>
      </dsp:txBody>
      <dsp:txXfrm>
        <a:off x="1217755" y="1906844"/>
        <a:ext cx="1004554" cy="502277"/>
      </dsp:txXfrm>
    </dsp:sp>
    <dsp:sp modelId="{D424C9D4-83F1-4C43-A19B-E99BEB115515}">
      <dsp:nvSpPr>
        <dsp:cNvPr id="0" name=""/>
        <dsp:cNvSpPr/>
      </dsp:nvSpPr>
      <dsp:spPr>
        <a:xfrm>
          <a:off x="609999" y="2620078"/>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002060"/>
              </a:solidFill>
            </a:rPr>
            <a:t>Wireless Lan</a:t>
          </a:r>
        </a:p>
      </dsp:txBody>
      <dsp:txXfrm>
        <a:off x="609999" y="2620078"/>
        <a:ext cx="1004554" cy="502277"/>
      </dsp:txXfrm>
    </dsp:sp>
    <dsp:sp modelId="{EBAE5922-9C03-4F93-B132-73D7C92324F8}">
      <dsp:nvSpPr>
        <dsp:cNvPr id="0" name=""/>
        <dsp:cNvSpPr/>
      </dsp:nvSpPr>
      <dsp:spPr>
        <a:xfrm>
          <a:off x="1825511" y="2620078"/>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002060"/>
              </a:solidFill>
            </a:rPr>
            <a:t>Mesh Network</a:t>
          </a:r>
        </a:p>
      </dsp:txBody>
      <dsp:txXfrm>
        <a:off x="1825511" y="2620078"/>
        <a:ext cx="1004554" cy="502277"/>
      </dsp:txXfrm>
    </dsp:sp>
    <dsp:sp modelId="{E45CA7C4-37D9-4B63-8344-404871F2BEB8}">
      <dsp:nvSpPr>
        <dsp:cNvPr id="0" name=""/>
        <dsp:cNvSpPr/>
      </dsp:nvSpPr>
      <dsp:spPr>
        <a:xfrm>
          <a:off x="2076649" y="3333312"/>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002060"/>
              </a:solidFill>
            </a:rPr>
            <a:t>ICN/DTN</a:t>
          </a:r>
        </a:p>
      </dsp:txBody>
      <dsp:txXfrm>
        <a:off x="2076649" y="3333312"/>
        <a:ext cx="1004554" cy="502277"/>
      </dsp:txXfrm>
    </dsp:sp>
    <dsp:sp modelId="{CD0B6518-FB26-4E08-9A5C-824EFE7F264F}">
      <dsp:nvSpPr>
        <dsp:cNvPr id="0" name=""/>
        <dsp:cNvSpPr/>
      </dsp:nvSpPr>
      <dsp:spPr>
        <a:xfrm>
          <a:off x="2076649" y="4046546"/>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002060"/>
              </a:solidFill>
            </a:rPr>
            <a:t>VANET</a:t>
          </a:r>
        </a:p>
      </dsp:txBody>
      <dsp:txXfrm>
        <a:off x="2076649" y="4046546"/>
        <a:ext cx="1004554" cy="502277"/>
      </dsp:txXfrm>
    </dsp:sp>
    <dsp:sp modelId="{7E685FC7-A542-4137-AA1B-9302A35C2321}">
      <dsp:nvSpPr>
        <dsp:cNvPr id="0" name=""/>
        <dsp:cNvSpPr/>
      </dsp:nvSpPr>
      <dsp:spPr>
        <a:xfrm>
          <a:off x="2433266" y="1906844"/>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002060"/>
              </a:solidFill>
            </a:rPr>
            <a:t>Wimax based</a:t>
          </a:r>
        </a:p>
      </dsp:txBody>
      <dsp:txXfrm>
        <a:off x="2433266" y="1906844"/>
        <a:ext cx="1004554" cy="502277"/>
      </dsp:txXfrm>
    </dsp:sp>
    <dsp:sp modelId="{6E6E0B09-50B9-4136-8EB3-5878230AAFDB}">
      <dsp:nvSpPr>
        <dsp:cNvPr id="0" name=""/>
        <dsp:cNvSpPr/>
      </dsp:nvSpPr>
      <dsp:spPr>
        <a:xfrm>
          <a:off x="3648778" y="1906844"/>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002060"/>
              </a:solidFill>
            </a:rPr>
            <a:t>Low PAN</a:t>
          </a:r>
        </a:p>
      </dsp:txBody>
      <dsp:txXfrm>
        <a:off x="3648778" y="1906844"/>
        <a:ext cx="1004554" cy="502277"/>
      </dsp:txXfrm>
    </dsp:sp>
    <dsp:sp modelId="{3545741E-0186-445F-B7E8-348DBB874D3C}">
      <dsp:nvSpPr>
        <dsp:cNvPr id="0" name=""/>
        <dsp:cNvSpPr/>
      </dsp:nvSpPr>
      <dsp:spPr>
        <a:xfrm>
          <a:off x="3899917" y="2620078"/>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002060"/>
              </a:solidFill>
            </a:rPr>
            <a:t>WSN</a:t>
          </a:r>
        </a:p>
      </dsp:txBody>
      <dsp:txXfrm>
        <a:off x="3899917" y="2620078"/>
        <a:ext cx="1004554" cy="502277"/>
      </dsp:txXfrm>
    </dsp:sp>
    <dsp:sp modelId="{11DE0409-F7E6-475C-B84F-BEE0383334C5}">
      <dsp:nvSpPr>
        <dsp:cNvPr id="0" name=""/>
        <dsp:cNvSpPr/>
      </dsp:nvSpPr>
      <dsp:spPr>
        <a:xfrm>
          <a:off x="4864289" y="1906844"/>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002060"/>
              </a:solidFill>
            </a:rPr>
            <a:t>Cellular Network</a:t>
          </a:r>
        </a:p>
      </dsp:txBody>
      <dsp:txXfrm>
        <a:off x="4864289" y="1906844"/>
        <a:ext cx="1004554" cy="502277"/>
      </dsp:txXfrm>
    </dsp:sp>
    <dsp:sp modelId="{ABE58C53-E77E-491E-94B3-19AB31605589}">
      <dsp:nvSpPr>
        <dsp:cNvPr id="0" name=""/>
        <dsp:cNvSpPr/>
      </dsp:nvSpPr>
      <dsp:spPr>
        <a:xfrm>
          <a:off x="5115428" y="2620078"/>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002060"/>
              </a:solidFill>
            </a:rPr>
            <a:t>3G Cellular Data Network</a:t>
          </a:r>
        </a:p>
      </dsp:txBody>
      <dsp:txXfrm>
        <a:off x="5115428" y="2620078"/>
        <a:ext cx="1004554" cy="502277"/>
      </dsp:txXfrm>
    </dsp:sp>
    <dsp:sp modelId="{4290318A-8933-49DB-8BBD-095144CEB1A9}">
      <dsp:nvSpPr>
        <dsp:cNvPr id="0" name=""/>
        <dsp:cNvSpPr/>
      </dsp:nvSpPr>
      <dsp:spPr>
        <a:xfrm>
          <a:off x="3002919" y="1066800"/>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002060"/>
              </a:solidFill>
            </a:rPr>
            <a:t>Access Networks</a:t>
          </a:r>
        </a:p>
      </dsp:txBody>
      <dsp:txXfrm>
        <a:off x="3002919" y="1066800"/>
        <a:ext cx="1004554" cy="502277"/>
      </dsp:txXfrm>
    </dsp:sp>
    <dsp:sp modelId="{7B411FD2-E1F0-4BA0-A71A-0B2451F93328}">
      <dsp:nvSpPr>
        <dsp:cNvPr id="0" name=""/>
        <dsp:cNvSpPr/>
      </dsp:nvSpPr>
      <dsp:spPr>
        <a:xfrm>
          <a:off x="1905001" y="304800"/>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002060"/>
              </a:solidFill>
            </a:rPr>
            <a:t>TCP</a:t>
          </a:r>
        </a:p>
      </dsp:txBody>
      <dsp:txXfrm>
        <a:off x="1905001" y="304800"/>
        <a:ext cx="1004554" cy="502277"/>
      </dsp:txXfrm>
    </dsp:sp>
    <dsp:sp modelId="{CBA22C80-6A80-4AC2-8B07-1B68106B23D3}">
      <dsp:nvSpPr>
        <dsp:cNvPr id="0" name=""/>
        <dsp:cNvSpPr/>
      </dsp:nvSpPr>
      <dsp:spPr>
        <a:xfrm>
          <a:off x="4114801" y="304800"/>
          <a:ext cx="1004554" cy="502277"/>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002060"/>
              </a:solidFill>
            </a:rPr>
            <a:t>IP</a:t>
          </a:r>
        </a:p>
      </dsp:txBody>
      <dsp:txXfrm>
        <a:off x="4114801" y="304800"/>
        <a:ext cx="1004554" cy="5022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A855F1-1990-4EAE-8F31-059C5EBCF40A}">
      <dsp:nvSpPr>
        <dsp:cNvPr id="0" name=""/>
        <dsp:cNvSpPr/>
      </dsp:nvSpPr>
      <dsp:spPr>
        <a:xfrm>
          <a:off x="0" y="0"/>
          <a:ext cx="7886700" cy="491399"/>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Constant monitoring &amp; detection of specific events</a:t>
          </a:r>
        </a:p>
      </dsp:txBody>
      <dsp:txXfrm>
        <a:off x="23988" y="23988"/>
        <a:ext cx="7838724" cy="443423"/>
      </dsp:txXfrm>
    </dsp:sp>
    <dsp:sp modelId="{0092E8EA-352D-4F7D-A719-D9FEA0EAF4BC}">
      <dsp:nvSpPr>
        <dsp:cNvPr id="0" name=""/>
        <dsp:cNvSpPr/>
      </dsp:nvSpPr>
      <dsp:spPr>
        <a:xfrm>
          <a:off x="0" y="558231"/>
          <a:ext cx="7886700" cy="491399"/>
        </a:xfrm>
        <a:prstGeom prst="roundRect">
          <a:avLst/>
        </a:prstGeom>
        <a:solidFill>
          <a:schemeClr val="accent5">
            <a:hueOff val="-3338938"/>
            <a:satOff val="7619"/>
            <a:lumOff val="-6902"/>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Military, battlefield surveillance</a:t>
          </a:r>
        </a:p>
      </dsp:txBody>
      <dsp:txXfrm>
        <a:off x="23988" y="582219"/>
        <a:ext cx="7838724" cy="443423"/>
      </dsp:txXfrm>
    </dsp:sp>
    <dsp:sp modelId="{30FE0500-8148-44EA-BB2D-BA5F8F9F6071}">
      <dsp:nvSpPr>
        <dsp:cNvPr id="0" name=""/>
        <dsp:cNvSpPr/>
      </dsp:nvSpPr>
      <dsp:spPr>
        <a:xfrm>
          <a:off x="0" y="1110111"/>
          <a:ext cx="7886700" cy="491399"/>
        </a:xfrm>
        <a:prstGeom prst="roundRect">
          <a:avLst/>
        </a:prstGeom>
        <a:solidFill>
          <a:schemeClr val="accent5">
            <a:hueOff val="-6677876"/>
            <a:satOff val="15238"/>
            <a:lumOff val="-13804"/>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Forest fire &amp; flood detection</a:t>
          </a:r>
        </a:p>
      </dsp:txBody>
      <dsp:txXfrm>
        <a:off x="23988" y="1134099"/>
        <a:ext cx="7838724" cy="443423"/>
      </dsp:txXfrm>
    </dsp:sp>
    <dsp:sp modelId="{9DFA22ED-581B-424C-9BF3-9E5B8EAA336D}">
      <dsp:nvSpPr>
        <dsp:cNvPr id="0" name=""/>
        <dsp:cNvSpPr/>
      </dsp:nvSpPr>
      <dsp:spPr>
        <a:xfrm>
          <a:off x="0" y="1661991"/>
          <a:ext cx="7886700" cy="491399"/>
        </a:xfrm>
        <a:prstGeom prst="roundRect">
          <a:avLst/>
        </a:prstGeom>
        <a:solidFill>
          <a:schemeClr val="accent5">
            <a:hueOff val="-10016814"/>
            <a:satOff val="22857"/>
            <a:lumOff val="-20706"/>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Habitat exploration of animals</a:t>
          </a:r>
        </a:p>
      </dsp:txBody>
      <dsp:txXfrm>
        <a:off x="23988" y="1685979"/>
        <a:ext cx="7838724" cy="443423"/>
      </dsp:txXfrm>
    </dsp:sp>
    <dsp:sp modelId="{364FA9CF-71F2-45E6-AC70-77828AD5380D}">
      <dsp:nvSpPr>
        <dsp:cNvPr id="0" name=""/>
        <dsp:cNvSpPr/>
      </dsp:nvSpPr>
      <dsp:spPr>
        <a:xfrm>
          <a:off x="0" y="2213871"/>
          <a:ext cx="7886700" cy="491399"/>
        </a:xfrm>
        <a:prstGeom prst="roundRect">
          <a:avLst/>
        </a:prstGeom>
        <a:solidFill>
          <a:schemeClr val="accent5">
            <a:hueOff val="-13355751"/>
            <a:satOff val="30476"/>
            <a:lumOff val="-27608"/>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Patient monitoring</a:t>
          </a:r>
        </a:p>
      </dsp:txBody>
      <dsp:txXfrm>
        <a:off x="23988" y="2237859"/>
        <a:ext cx="7838724" cy="443423"/>
      </dsp:txXfrm>
    </dsp:sp>
    <dsp:sp modelId="{44F4E30C-6C01-4305-8392-0D0DD640A785}">
      <dsp:nvSpPr>
        <dsp:cNvPr id="0" name=""/>
        <dsp:cNvSpPr/>
      </dsp:nvSpPr>
      <dsp:spPr>
        <a:xfrm>
          <a:off x="0" y="2743200"/>
          <a:ext cx="7886700" cy="491399"/>
        </a:xfrm>
        <a:prstGeom prst="roundRect">
          <a:avLst/>
        </a:prstGeom>
        <a:solidFill>
          <a:schemeClr val="accent5">
            <a:hueOff val="-16694689"/>
            <a:satOff val="38095"/>
            <a:lumOff val="-3451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Home appliances</a:t>
          </a:r>
        </a:p>
      </dsp:txBody>
      <dsp:txXfrm>
        <a:off x="23988" y="2767188"/>
        <a:ext cx="7838724" cy="4434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054302-A87D-7A48-98D2-5FA733B32592}">
      <dsp:nvSpPr>
        <dsp:cNvPr id="0" name=""/>
        <dsp:cNvSpPr/>
      </dsp:nvSpPr>
      <dsp:spPr>
        <a:xfrm>
          <a:off x="3189" y="1160"/>
          <a:ext cx="8680420" cy="1076938"/>
        </a:xfrm>
        <a:prstGeom prst="roundRect">
          <a:avLst>
            <a:gd name="adj" fmla="val 10000"/>
          </a:avLst>
        </a:prstGeom>
        <a:gradFill rotWithShape="0">
          <a:gsLst>
            <a:gs pos="0">
              <a:schemeClr val="accent1">
                <a:shade val="80000"/>
                <a:hueOff val="0"/>
                <a:satOff val="0"/>
                <a:lumOff val="0"/>
                <a:alphaOff val="0"/>
                <a:tint val="50000"/>
                <a:satMod val="300000"/>
              </a:schemeClr>
            </a:gs>
            <a:gs pos="35000">
              <a:schemeClr val="accent1">
                <a:shade val="80000"/>
                <a:hueOff val="0"/>
                <a:satOff val="0"/>
                <a:lumOff val="0"/>
                <a:alphaOff val="0"/>
                <a:tint val="37000"/>
                <a:satMod val="300000"/>
              </a:schemeClr>
            </a:gs>
            <a:gs pos="100000">
              <a:schemeClr val="accent1">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Vehicle-to-X</a:t>
          </a:r>
        </a:p>
      </dsp:txBody>
      <dsp:txXfrm>
        <a:off x="34731" y="32702"/>
        <a:ext cx="8617336" cy="1013854"/>
      </dsp:txXfrm>
    </dsp:sp>
    <dsp:sp modelId="{468E4027-285D-0B42-B57B-5D8E7E478E95}">
      <dsp:nvSpPr>
        <dsp:cNvPr id="0" name=""/>
        <dsp:cNvSpPr/>
      </dsp:nvSpPr>
      <dsp:spPr>
        <a:xfrm>
          <a:off x="3189" y="1190807"/>
          <a:ext cx="4296029"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Non-Safety</a:t>
          </a:r>
        </a:p>
      </dsp:txBody>
      <dsp:txXfrm>
        <a:off x="34731" y="1222349"/>
        <a:ext cx="4232945" cy="1013854"/>
      </dsp:txXfrm>
    </dsp:sp>
    <dsp:sp modelId="{ABA769A8-9F72-6241-BCEC-E3CC66C0B3FD}">
      <dsp:nvSpPr>
        <dsp:cNvPr id="0" name=""/>
        <dsp:cNvSpPr/>
      </dsp:nvSpPr>
      <dsp:spPr>
        <a:xfrm>
          <a:off x="3189"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Comfort</a:t>
          </a:r>
        </a:p>
      </dsp:txBody>
      <dsp:txXfrm>
        <a:off x="34731" y="2411995"/>
        <a:ext cx="2062840" cy="1013854"/>
      </dsp:txXfrm>
    </dsp:sp>
    <dsp:sp modelId="{6483B6A3-6EE5-8A48-A184-1B36266D9B50}">
      <dsp:nvSpPr>
        <dsp:cNvPr id="0" name=""/>
        <dsp:cNvSpPr/>
      </dsp:nvSpPr>
      <dsp:spPr>
        <a:xfrm>
          <a:off x="3189"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Contextual Information</a:t>
          </a:r>
        </a:p>
      </dsp:txBody>
      <dsp:txXfrm>
        <a:off x="33999" y="3600910"/>
        <a:ext cx="990297" cy="1015318"/>
      </dsp:txXfrm>
    </dsp:sp>
    <dsp:sp modelId="{F0219164-AD4F-394D-AB1A-62FDFF059E4B}">
      <dsp:nvSpPr>
        <dsp:cNvPr id="0" name=""/>
        <dsp:cNvSpPr/>
      </dsp:nvSpPr>
      <dsp:spPr>
        <a:xfrm>
          <a:off x="1077197"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Entertainment</a:t>
          </a:r>
        </a:p>
      </dsp:txBody>
      <dsp:txXfrm>
        <a:off x="1108007" y="3600910"/>
        <a:ext cx="990297" cy="1015318"/>
      </dsp:txXfrm>
    </dsp:sp>
    <dsp:sp modelId="{67E6D66D-F025-DA42-A88C-773E18CFCFBD}">
      <dsp:nvSpPr>
        <dsp:cNvPr id="0" name=""/>
        <dsp:cNvSpPr/>
      </dsp:nvSpPr>
      <dsp:spPr>
        <a:xfrm>
          <a:off x="2173294"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Traffic Information Systems</a:t>
          </a:r>
        </a:p>
      </dsp:txBody>
      <dsp:txXfrm>
        <a:off x="2204836" y="2411995"/>
        <a:ext cx="2062840" cy="1013854"/>
      </dsp:txXfrm>
    </dsp:sp>
    <dsp:sp modelId="{4D42E0F1-0A23-E24B-9DF1-354A4F12A5CD}">
      <dsp:nvSpPr>
        <dsp:cNvPr id="0" name=""/>
        <dsp:cNvSpPr/>
      </dsp:nvSpPr>
      <dsp:spPr>
        <a:xfrm>
          <a:off x="2173294"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Optimal Speed Advisory</a:t>
          </a:r>
        </a:p>
      </dsp:txBody>
      <dsp:txXfrm>
        <a:off x="2204104" y="3600910"/>
        <a:ext cx="990297" cy="1015318"/>
      </dsp:txXfrm>
    </dsp:sp>
    <dsp:sp modelId="{7C430CE8-9E0F-BE41-A6AE-A333D2FF63BE}">
      <dsp:nvSpPr>
        <dsp:cNvPr id="0" name=""/>
        <dsp:cNvSpPr/>
      </dsp:nvSpPr>
      <dsp:spPr>
        <a:xfrm>
          <a:off x="3247302"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Congestion, Accident Information</a:t>
          </a:r>
        </a:p>
      </dsp:txBody>
      <dsp:txXfrm>
        <a:off x="3278112" y="3600910"/>
        <a:ext cx="990297" cy="1015318"/>
      </dsp:txXfrm>
    </dsp:sp>
    <dsp:sp modelId="{79FA0E43-2570-4B47-A9DE-303032675AB9}">
      <dsp:nvSpPr>
        <dsp:cNvPr id="0" name=""/>
        <dsp:cNvSpPr/>
      </dsp:nvSpPr>
      <dsp:spPr>
        <a:xfrm>
          <a:off x="4387580" y="1190807"/>
          <a:ext cx="4296029"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Safety</a:t>
          </a:r>
        </a:p>
      </dsp:txBody>
      <dsp:txXfrm>
        <a:off x="4419122" y="1222349"/>
        <a:ext cx="4232945" cy="1013854"/>
      </dsp:txXfrm>
    </dsp:sp>
    <dsp:sp modelId="{20D2169B-5F4C-434A-AEEB-7895E1EA3C5A}">
      <dsp:nvSpPr>
        <dsp:cNvPr id="0" name=""/>
        <dsp:cNvSpPr/>
      </dsp:nvSpPr>
      <dsp:spPr>
        <a:xfrm>
          <a:off x="4387580"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Situation Awareness</a:t>
          </a:r>
        </a:p>
      </dsp:txBody>
      <dsp:txXfrm>
        <a:off x="4419122" y="2411995"/>
        <a:ext cx="2062840" cy="1013854"/>
      </dsp:txXfrm>
    </dsp:sp>
    <dsp:sp modelId="{2370C0BA-41DF-8E4E-A0F5-C7DD7412C71B}">
      <dsp:nvSpPr>
        <dsp:cNvPr id="0" name=""/>
        <dsp:cNvSpPr/>
      </dsp:nvSpPr>
      <dsp:spPr>
        <a:xfrm>
          <a:off x="4387580"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Adaptive Cruise Control</a:t>
          </a:r>
        </a:p>
      </dsp:txBody>
      <dsp:txXfrm>
        <a:off x="4418390" y="3600910"/>
        <a:ext cx="990297" cy="1015318"/>
      </dsp:txXfrm>
    </dsp:sp>
    <dsp:sp modelId="{1DAE6A80-999C-1E47-9BC6-F411B8C54555}">
      <dsp:nvSpPr>
        <dsp:cNvPr id="0" name=""/>
        <dsp:cNvSpPr/>
      </dsp:nvSpPr>
      <dsp:spPr>
        <a:xfrm>
          <a:off x="5461587"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Blind Spot Warning</a:t>
          </a:r>
        </a:p>
      </dsp:txBody>
      <dsp:txXfrm>
        <a:off x="5492397" y="3600910"/>
        <a:ext cx="990297" cy="1015318"/>
      </dsp:txXfrm>
    </dsp:sp>
    <dsp:sp modelId="{B4B73E60-A300-9F4B-9EE2-892D0EDE1821}">
      <dsp:nvSpPr>
        <dsp:cNvPr id="0" name=""/>
        <dsp:cNvSpPr/>
      </dsp:nvSpPr>
      <dsp:spPr>
        <a:xfrm>
          <a:off x="6557685"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Warning Messages</a:t>
          </a:r>
        </a:p>
      </dsp:txBody>
      <dsp:txXfrm>
        <a:off x="6589227" y="2411995"/>
        <a:ext cx="2062840" cy="1013854"/>
      </dsp:txXfrm>
    </dsp:sp>
    <dsp:sp modelId="{BFD708D9-0A5C-5340-B66B-160BB616685D}">
      <dsp:nvSpPr>
        <dsp:cNvPr id="0" name=""/>
        <dsp:cNvSpPr/>
      </dsp:nvSpPr>
      <dsp:spPr>
        <a:xfrm>
          <a:off x="6557685"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Traffic Light Violation</a:t>
          </a:r>
        </a:p>
      </dsp:txBody>
      <dsp:txXfrm>
        <a:off x="6588495" y="3600910"/>
        <a:ext cx="990297" cy="1015318"/>
      </dsp:txXfrm>
    </dsp:sp>
    <dsp:sp modelId="{27D97F64-6902-E344-994B-79B95AFA869D}">
      <dsp:nvSpPr>
        <dsp:cNvPr id="0" name=""/>
        <dsp:cNvSpPr/>
      </dsp:nvSpPr>
      <dsp:spPr>
        <a:xfrm>
          <a:off x="7631693"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Electronic Brake Light</a:t>
          </a:r>
        </a:p>
      </dsp:txBody>
      <dsp:txXfrm>
        <a:off x="7662503" y="3600910"/>
        <a:ext cx="990297" cy="10153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054302-A87D-7A48-98D2-5FA733B32592}">
      <dsp:nvSpPr>
        <dsp:cNvPr id="0" name=""/>
        <dsp:cNvSpPr/>
      </dsp:nvSpPr>
      <dsp:spPr>
        <a:xfrm>
          <a:off x="3206" y="1160"/>
          <a:ext cx="8680386" cy="1076938"/>
        </a:xfrm>
        <a:prstGeom prst="roundRect">
          <a:avLst>
            <a:gd name="adj" fmla="val 10000"/>
          </a:avLst>
        </a:prstGeom>
        <a:gradFill rotWithShape="0">
          <a:gsLst>
            <a:gs pos="0">
              <a:schemeClr val="accent1">
                <a:shade val="80000"/>
                <a:hueOff val="0"/>
                <a:satOff val="0"/>
                <a:lumOff val="0"/>
                <a:alphaOff val="0"/>
                <a:tint val="50000"/>
                <a:satMod val="300000"/>
              </a:schemeClr>
            </a:gs>
            <a:gs pos="35000">
              <a:schemeClr val="accent1">
                <a:shade val="80000"/>
                <a:hueOff val="0"/>
                <a:satOff val="0"/>
                <a:lumOff val="0"/>
                <a:alphaOff val="0"/>
                <a:tint val="37000"/>
                <a:satMod val="300000"/>
              </a:schemeClr>
            </a:gs>
            <a:gs pos="100000">
              <a:schemeClr val="accent1">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Vehicle-to-X</a:t>
          </a:r>
        </a:p>
      </dsp:txBody>
      <dsp:txXfrm>
        <a:off x="34748" y="32702"/>
        <a:ext cx="8617302" cy="1013854"/>
      </dsp:txXfrm>
    </dsp:sp>
    <dsp:sp modelId="{468E4027-285D-0B42-B57B-5D8E7E478E95}">
      <dsp:nvSpPr>
        <dsp:cNvPr id="0" name=""/>
        <dsp:cNvSpPr/>
      </dsp:nvSpPr>
      <dsp:spPr>
        <a:xfrm>
          <a:off x="3206" y="1190807"/>
          <a:ext cx="4165252"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Non-Safety</a:t>
          </a:r>
        </a:p>
      </dsp:txBody>
      <dsp:txXfrm>
        <a:off x="34748" y="1222349"/>
        <a:ext cx="4102168" cy="1013854"/>
      </dsp:txXfrm>
    </dsp:sp>
    <dsp:sp modelId="{A5BE839D-6ECE-4B87-B935-C254EA4BDA97}">
      <dsp:nvSpPr>
        <dsp:cNvPr id="0" name=""/>
        <dsp:cNvSpPr/>
      </dsp:nvSpPr>
      <dsp:spPr>
        <a:xfrm>
          <a:off x="3206" y="2380453"/>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Many messages</a:t>
          </a:r>
        </a:p>
        <a:p>
          <a:pPr marL="0" lvl="0" indent="0" algn="ctr" defTabSz="1066800">
            <a:lnSpc>
              <a:spcPct val="90000"/>
            </a:lnSpc>
            <a:spcBef>
              <a:spcPct val="0"/>
            </a:spcBef>
            <a:spcAft>
              <a:spcPct val="35000"/>
            </a:spcAft>
            <a:buNone/>
          </a:pPr>
          <a:r>
            <a:rPr lang="en-US" sz="2400" kern="1200" noProof="0" dirty="0"/>
            <a:t>High data rate</a:t>
          </a:r>
        </a:p>
      </dsp:txBody>
      <dsp:txXfrm>
        <a:off x="34748" y="2411995"/>
        <a:ext cx="4102168" cy="1013854"/>
      </dsp:txXfrm>
    </dsp:sp>
    <dsp:sp modelId="{C28C6726-8B90-44A0-AF89-6507A90DC786}">
      <dsp:nvSpPr>
        <dsp:cNvPr id="0" name=""/>
        <dsp:cNvSpPr/>
      </dsp:nvSpPr>
      <dsp:spPr>
        <a:xfrm>
          <a:off x="3206" y="3570100"/>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Low latency demands</a:t>
          </a:r>
        </a:p>
        <a:p>
          <a:pPr marL="0" lvl="0" indent="0" algn="ctr" defTabSz="1066800">
            <a:lnSpc>
              <a:spcPct val="90000"/>
            </a:lnSpc>
            <a:spcBef>
              <a:spcPct val="0"/>
            </a:spcBef>
            <a:spcAft>
              <a:spcPct val="35000"/>
            </a:spcAft>
            <a:buNone/>
          </a:pPr>
          <a:r>
            <a:rPr lang="en-US" sz="2400" kern="1200" noProof="0" dirty="0"/>
            <a:t>Low reliability demands</a:t>
          </a:r>
        </a:p>
      </dsp:txBody>
      <dsp:txXfrm>
        <a:off x="34748" y="3601642"/>
        <a:ext cx="4102168" cy="1013854"/>
      </dsp:txXfrm>
    </dsp:sp>
    <dsp:sp modelId="{79FA0E43-2570-4B47-A9DE-303032675AB9}">
      <dsp:nvSpPr>
        <dsp:cNvPr id="0" name=""/>
        <dsp:cNvSpPr/>
      </dsp:nvSpPr>
      <dsp:spPr>
        <a:xfrm>
          <a:off x="4518340" y="1190807"/>
          <a:ext cx="4165252"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Safety</a:t>
          </a:r>
        </a:p>
      </dsp:txBody>
      <dsp:txXfrm>
        <a:off x="4549882" y="1222349"/>
        <a:ext cx="4102168" cy="1013854"/>
      </dsp:txXfrm>
    </dsp:sp>
    <dsp:sp modelId="{765DE50D-9A1B-453A-96E3-F2542EDF1420}">
      <dsp:nvSpPr>
        <dsp:cNvPr id="0" name=""/>
        <dsp:cNvSpPr/>
      </dsp:nvSpPr>
      <dsp:spPr>
        <a:xfrm>
          <a:off x="4518340" y="2380453"/>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Few messages</a:t>
          </a:r>
        </a:p>
        <a:p>
          <a:pPr marL="0" lvl="0" indent="0" algn="ctr" defTabSz="1066800">
            <a:lnSpc>
              <a:spcPct val="90000"/>
            </a:lnSpc>
            <a:spcBef>
              <a:spcPct val="0"/>
            </a:spcBef>
            <a:spcAft>
              <a:spcPct val="35000"/>
            </a:spcAft>
            <a:buNone/>
          </a:pPr>
          <a:r>
            <a:rPr lang="en-US" sz="2400" kern="1200" noProof="0" dirty="0"/>
            <a:t>Small packet size</a:t>
          </a:r>
        </a:p>
      </dsp:txBody>
      <dsp:txXfrm>
        <a:off x="4549882" y="2411995"/>
        <a:ext cx="4102168" cy="1013854"/>
      </dsp:txXfrm>
    </dsp:sp>
    <dsp:sp modelId="{DF8D927D-1C70-4C9D-BD8B-F34ED777DF28}">
      <dsp:nvSpPr>
        <dsp:cNvPr id="0" name=""/>
        <dsp:cNvSpPr/>
      </dsp:nvSpPr>
      <dsp:spPr>
        <a:xfrm>
          <a:off x="4518340" y="3570100"/>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High latency demands</a:t>
          </a:r>
        </a:p>
        <a:p>
          <a:pPr marL="0" lvl="0" indent="0" algn="ctr" defTabSz="1066800">
            <a:lnSpc>
              <a:spcPct val="90000"/>
            </a:lnSpc>
            <a:spcBef>
              <a:spcPct val="0"/>
            </a:spcBef>
            <a:spcAft>
              <a:spcPct val="35000"/>
            </a:spcAft>
            <a:buNone/>
          </a:pPr>
          <a:r>
            <a:rPr lang="en-US" sz="2400" kern="1200" noProof="0" dirty="0"/>
            <a:t>High reliability demands</a:t>
          </a:r>
        </a:p>
      </dsp:txBody>
      <dsp:txXfrm>
        <a:off x="4549882" y="3601642"/>
        <a:ext cx="4102168" cy="10138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51121-753A-4749-9E6E-D3317DDF1A09}">
      <dsp:nvSpPr>
        <dsp:cNvPr id="0" name=""/>
        <dsp:cNvSpPr/>
      </dsp:nvSpPr>
      <dsp:spPr>
        <a:xfrm rot="5400000">
          <a:off x="5459453" y="-2217986"/>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Highly varying channel conditions</a:t>
          </a:r>
        </a:p>
        <a:p>
          <a:pPr marL="171450" lvl="1" indent="-171450" algn="l" defTabSz="711200">
            <a:lnSpc>
              <a:spcPct val="90000"/>
            </a:lnSpc>
            <a:spcBef>
              <a:spcPct val="0"/>
            </a:spcBef>
            <a:spcAft>
              <a:spcPct val="15000"/>
            </a:spcAft>
            <a:buChar char="•"/>
          </a:pPr>
          <a:r>
            <a:rPr lang="de-DE" sz="1600" kern="1200" noProof="0" dirty="0"/>
            <a:t>High congestion, contention, interference</a:t>
          </a:r>
        </a:p>
        <a:p>
          <a:pPr marL="171450" lvl="1" indent="-171450" algn="l" defTabSz="711200">
            <a:lnSpc>
              <a:spcPct val="90000"/>
            </a:lnSpc>
            <a:spcBef>
              <a:spcPct val="0"/>
            </a:spcBef>
            <a:spcAft>
              <a:spcPct val="15000"/>
            </a:spcAft>
            <a:buChar char="•"/>
          </a:pPr>
          <a:r>
            <a:rPr lang="de-DE" sz="1600" kern="1200" noProof="0" dirty="0"/>
            <a:t>Tightly limited channel capacity</a:t>
          </a:r>
        </a:p>
      </dsp:txBody>
      <dsp:txXfrm rot="-5400000">
        <a:off x="3127248" y="157916"/>
        <a:ext cx="5515855" cy="807747"/>
      </dsp:txXfrm>
    </dsp:sp>
    <dsp:sp modelId="{A8D54FFB-1F49-4ABC-8F4B-538866EFCE44}">
      <dsp:nvSpPr>
        <dsp:cNvPr id="0" name=""/>
        <dsp:cNvSpPr/>
      </dsp:nvSpPr>
      <dsp:spPr>
        <a:xfrm>
          <a:off x="0" y="2326"/>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Communication</a:t>
          </a:r>
        </a:p>
      </dsp:txBody>
      <dsp:txXfrm>
        <a:off x="54622" y="56948"/>
        <a:ext cx="3018004" cy="1009683"/>
      </dsp:txXfrm>
    </dsp:sp>
    <dsp:sp modelId="{02FD223A-5003-4377-AEE5-F4AD8F8E46F2}">
      <dsp:nvSpPr>
        <dsp:cNvPr id="0" name=""/>
        <dsp:cNvSpPr/>
      </dsp:nvSpPr>
      <dsp:spPr>
        <a:xfrm rot="5400000">
          <a:off x="5459453" y="-1043112"/>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Unidirectional Links</a:t>
          </a:r>
        </a:p>
        <a:p>
          <a:pPr marL="171450" lvl="1" indent="-171450" algn="l" defTabSz="711200">
            <a:lnSpc>
              <a:spcPct val="90000"/>
            </a:lnSpc>
            <a:spcBef>
              <a:spcPct val="0"/>
            </a:spcBef>
            <a:spcAft>
              <a:spcPct val="15000"/>
            </a:spcAft>
            <a:buChar char="•"/>
          </a:pPr>
          <a:r>
            <a:rPr lang="de-DE" sz="1600" kern="1200" noProof="0" dirty="0"/>
            <a:t>Multi-Radio / Multi-Network</a:t>
          </a:r>
        </a:p>
        <a:p>
          <a:pPr marL="171450" lvl="1" indent="-171450" algn="l" defTabSz="711200">
            <a:lnSpc>
              <a:spcPct val="90000"/>
            </a:lnSpc>
            <a:spcBef>
              <a:spcPct val="0"/>
            </a:spcBef>
            <a:spcAft>
              <a:spcPct val="15000"/>
            </a:spcAft>
            <a:buChar char="•"/>
          </a:pPr>
          <a:r>
            <a:rPr lang="de-DE" sz="1600" kern="1200" noProof="0" dirty="0"/>
            <a:t>Heterogeneous equipment</a:t>
          </a:r>
        </a:p>
      </dsp:txBody>
      <dsp:txXfrm rot="-5400000">
        <a:off x="3127248" y="1332790"/>
        <a:ext cx="5515855" cy="807747"/>
      </dsp:txXfrm>
    </dsp:sp>
    <dsp:sp modelId="{027092D1-7DCF-4180-971D-96F5DFEFDFDF}">
      <dsp:nvSpPr>
        <dsp:cNvPr id="0" name=""/>
        <dsp:cNvSpPr/>
      </dsp:nvSpPr>
      <dsp:spPr>
        <a:xfrm>
          <a:off x="0" y="1177199"/>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Networking</a:t>
          </a:r>
        </a:p>
      </dsp:txBody>
      <dsp:txXfrm>
        <a:off x="54622" y="1231821"/>
        <a:ext cx="3018004" cy="1009683"/>
      </dsp:txXfrm>
    </dsp:sp>
    <dsp:sp modelId="{0F1DC900-F9A3-4356-9FC4-F605DE7F2E56}">
      <dsp:nvSpPr>
        <dsp:cNvPr id="0" name=""/>
        <dsp:cNvSpPr/>
      </dsp:nvSpPr>
      <dsp:spPr>
        <a:xfrm rot="5400000">
          <a:off x="5459453" y="131760"/>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Highly dynamic topology</a:t>
          </a:r>
        </a:p>
        <a:p>
          <a:pPr marL="171450" lvl="1" indent="-171450" algn="l" defTabSz="711200">
            <a:lnSpc>
              <a:spcPct val="90000"/>
            </a:lnSpc>
            <a:spcBef>
              <a:spcPct val="0"/>
            </a:spcBef>
            <a:spcAft>
              <a:spcPct val="15000"/>
            </a:spcAft>
            <a:buChar char="•"/>
          </a:pPr>
          <a:r>
            <a:rPr lang="de-DE" sz="1600" kern="1200" noProof="0" dirty="0"/>
            <a:t>But: predictable mobility</a:t>
          </a:r>
        </a:p>
        <a:p>
          <a:pPr marL="171450" lvl="1" indent="-171450" algn="l" defTabSz="711200">
            <a:lnSpc>
              <a:spcPct val="90000"/>
            </a:lnSpc>
            <a:spcBef>
              <a:spcPct val="0"/>
            </a:spcBef>
            <a:spcAft>
              <a:spcPct val="15000"/>
            </a:spcAft>
            <a:buChar char="•"/>
          </a:pPr>
          <a:r>
            <a:rPr lang="de-DE" sz="1600" kern="1200" noProof="0" dirty="0"/>
            <a:t>Heterogeneous environment</a:t>
          </a:r>
        </a:p>
      </dsp:txBody>
      <dsp:txXfrm rot="-5400000">
        <a:off x="3127248" y="2507663"/>
        <a:ext cx="5515855" cy="807747"/>
      </dsp:txXfrm>
    </dsp:sp>
    <dsp:sp modelId="{339F3F69-34CB-46E6-A839-88C05BDDBB0B}">
      <dsp:nvSpPr>
        <dsp:cNvPr id="0" name=""/>
        <dsp:cNvSpPr/>
      </dsp:nvSpPr>
      <dsp:spPr>
        <a:xfrm>
          <a:off x="0" y="2352073"/>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Mobility</a:t>
          </a:r>
        </a:p>
      </dsp:txBody>
      <dsp:txXfrm>
        <a:off x="54622" y="2406695"/>
        <a:ext cx="3018004" cy="1009683"/>
      </dsp:txXfrm>
    </dsp:sp>
    <dsp:sp modelId="{ABFF340C-6B18-46D7-8D2B-8409008ACF99}">
      <dsp:nvSpPr>
        <dsp:cNvPr id="0" name=""/>
        <dsp:cNvSpPr/>
      </dsp:nvSpPr>
      <dsp:spPr>
        <a:xfrm rot="5400000">
          <a:off x="5459453" y="1306634"/>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No (or no reliable) uplink to central infrastructure</a:t>
          </a:r>
        </a:p>
        <a:p>
          <a:pPr marL="171450" lvl="1" indent="-171450" algn="l" defTabSz="711200">
            <a:lnSpc>
              <a:spcPct val="90000"/>
            </a:lnSpc>
            <a:spcBef>
              <a:spcPct val="0"/>
            </a:spcBef>
            <a:spcAft>
              <a:spcPct val="15000"/>
            </a:spcAft>
            <a:buChar char="•"/>
          </a:pPr>
          <a:r>
            <a:rPr lang="de-DE" sz="1600" kern="1200" noProof="0" dirty="0"/>
            <a:t>Ensuring privacy</a:t>
          </a:r>
        </a:p>
        <a:p>
          <a:pPr marL="171450" lvl="1" indent="-171450" algn="l" defTabSz="711200">
            <a:lnSpc>
              <a:spcPct val="90000"/>
            </a:lnSpc>
            <a:spcBef>
              <a:spcPct val="0"/>
            </a:spcBef>
            <a:spcAft>
              <a:spcPct val="15000"/>
            </a:spcAft>
            <a:buChar char="•"/>
          </a:pPr>
          <a:r>
            <a:rPr lang="de-DE" sz="1600" kern="1200" noProof="0" dirty="0"/>
            <a:t>Heterogeneous user base</a:t>
          </a:r>
        </a:p>
      </dsp:txBody>
      <dsp:txXfrm rot="-5400000">
        <a:off x="3127248" y="3682537"/>
        <a:ext cx="5515855" cy="807747"/>
      </dsp:txXfrm>
    </dsp:sp>
    <dsp:sp modelId="{68ADB5C1-572C-431E-8B4A-22FD4B378D65}">
      <dsp:nvSpPr>
        <dsp:cNvPr id="0" name=""/>
        <dsp:cNvSpPr/>
      </dsp:nvSpPr>
      <dsp:spPr>
        <a:xfrm>
          <a:off x="0" y="3526946"/>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Security</a:t>
          </a:r>
        </a:p>
      </dsp:txBody>
      <dsp:txXfrm>
        <a:off x="54622" y="3581568"/>
        <a:ext cx="3018004" cy="100968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69DEB7E-B727-431B-9087-F446C272FBF1}" type="datetimeFigureOut">
              <a:rPr lang="en-US" smtClean="0"/>
              <a:t>6/27/2025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360BD94-07A0-4CBB-9294-E0B777CC0792}" type="slidenum">
              <a:rPr lang="en-US" smtClean="0"/>
              <a:t>‹#›</a:t>
            </a:fld>
            <a:endParaRPr lang="en-US"/>
          </a:p>
        </p:txBody>
      </p:sp>
    </p:spTree>
    <p:extLst>
      <p:ext uri="{BB962C8B-B14F-4D97-AF65-F5344CB8AC3E}">
        <p14:creationId xmlns:p14="http://schemas.microsoft.com/office/powerpoint/2010/main" val="3343041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AAD2F23E-FC7A-822F-1FD0-C6C8F7AD97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F4B430A5-A870-474D-8085-2D7DDF8EF1D4}"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base" latinLnBrk="0" hangingPunct="1">
                <a:lnSpc>
                  <a:spcPct val="100000"/>
                </a:lnSpc>
                <a:spcBef>
                  <a:spcPct val="0"/>
                </a:spcBef>
                <a:spcAft>
                  <a:spcPct val="0"/>
                </a:spcAft>
                <a:buClrTx/>
                <a:buSzTx/>
                <a:buFontTx/>
                <a:buNone/>
                <a:tabLst/>
                <a:defRPr/>
              </a:pPr>
              <a:t>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0723" name="Rectangle 2">
            <a:extLst>
              <a:ext uri="{FF2B5EF4-FFF2-40B4-BE49-F238E27FC236}">
                <a16:creationId xmlns:a16="http://schemas.microsoft.com/office/drawing/2014/main" id="{059F545B-A63A-DF66-CC28-45ED1BBA1C69}"/>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89C68BB9-255E-A22B-001B-6A7DA8F22C2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F3D76D5-188F-901F-299D-D76F495BA68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39A3242D-C7CE-4674-A1CB-DBCEB54E1E3C}"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base" latinLnBrk="0" hangingPunct="1">
                <a:lnSpc>
                  <a:spcPct val="100000"/>
                </a:lnSpc>
                <a:spcBef>
                  <a:spcPct val="0"/>
                </a:spcBef>
                <a:spcAft>
                  <a:spcPct val="0"/>
                </a:spcAft>
                <a:buClrTx/>
                <a:buSzTx/>
                <a:buFontTx/>
                <a:buNone/>
                <a:tabLst/>
                <a:defRPr/>
              </a:pPr>
              <a:t>8</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2771" name="Rectangle 2">
            <a:extLst>
              <a:ext uri="{FF2B5EF4-FFF2-40B4-BE49-F238E27FC236}">
                <a16:creationId xmlns:a16="http://schemas.microsoft.com/office/drawing/2014/main" id="{76BF8C88-5406-D14C-3ABD-8A8FA7DF438C}"/>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A7992481-C7F1-CE45-766F-92D9E93D36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ADD00160-AC91-7F58-DCCA-64EB4B9B2B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Arial" panose="020B0604020202020204" pitchFamily="34" charset="0"/>
                <a:ea typeface="ＭＳ Ｐゴシック" panose="020B0600070205080204" pitchFamily="34" charset="-128"/>
              </a:defRPr>
            </a:lvl1pPr>
            <a:lvl2pPr marL="742950" indent="-285750" defTabSz="966788">
              <a:defRPr sz="2400">
                <a:solidFill>
                  <a:schemeClr val="tx1"/>
                </a:solidFill>
                <a:latin typeface="Arial" panose="020B0604020202020204" pitchFamily="34" charset="0"/>
                <a:ea typeface="ＭＳ Ｐゴシック" panose="020B0600070205080204" pitchFamily="34" charset="-128"/>
              </a:defRPr>
            </a:lvl2pPr>
            <a:lvl3pPr marL="1143000" indent="-228600" defTabSz="966788">
              <a:defRPr sz="2400">
                <a:solidFill>
                  <a:schemeClr val="tx1"/>
                </a:solidFill>
                <a:latin typeface="Arial" panose="020B0604020202020204" pitchFamily="34" charset="0"/>
                <a:ea typeface="ＭＳ Ｐゴシック" panose="020B0600070205080204" pitchFamily="34" charset="-128"/>
              </a:defRPr>
            </a:lvl3pPr>
            <a:lvl4pPr marL="1600200" indent="-228600" defTabSz="966788">
              <a:defRPr sz="2400">
                <a:solidFill>
                  <a:schemeClr val="tx1"/>
                </a:solidFill>
                <a:latin typeface="Arial" panose="020B0604020202020204" pitchFamily="34" charset="0"/>
                <a:ea typeface="ＭＳ Ｐゴシック" panose="020B0600070205080204" pitchFamily="34" charset="-128"/>
              </a:defRPr>
            </a:lvl4pPr>
            <a:lvl5pPr marL="2057400" indent="-228600" defTabSz="966788">
              <a:defRPr sz="2400">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12D15A22-E518-4A7C-B9A6-53D67A477668}"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base" latinLnBrk="0" hangingPunct="1">
                <a:lnSpc>
                  <a:spcPct val="100000"/>
                </a:lnSpc>
                <a:spcBef>
                  <a:spcPct val="0"/>
                </a:spcBef>
                <a:spcAft>
                  <a:spcPct val="0"/>
                </a:spcAft>
                <a:buClrTx/>
                <a:buSzTx/>
                <a:buFontTx/>
                <a:buNone/>
                <a:tabLst/>
                <a:defRPr/>
              </a:pPr>
              <a:t>20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0963" name="Rectangle 2">
            <a:extLst>
              <a:ext uri="{FF2B5EF4-FFF2-40B4-BE49-F238E27FC236}">
                <a16:creationId xmlns:a16="http://schemas.microsoft.com/office/drawing/2014/main" id="{D286A4E3-1940-F1E0-6344-61A98AA820A5}"/>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E75D9F01-A3F3-71CE-FCD8-D9AD15E04E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extLst>
      <p:ext uri="{BB962C8B-B14F-4D97-AF65-F5344CB8AC3E}">
        <p14:creationId xmlns:p14="http://schemas.microsoft.com/office/powerpoint/2010/main" val="2107501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3EEF988-E806-B40B-923D-CF45E4531DB6}"/>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56824610-BF92-4A16-AA4E-D33B5BFAAEC0}"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26</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07714" name="Rectangle 2">
            <a:extLst>
              <a:ext uri="{FF2B5EF4-FFF2-40B4-BE49-F238E27FC236}">
                <a16:creationId xmlns:a16="http://schemas.microsoft.com/office/drawing/2014/main" id="{3D587268-86C5-9A92-C85D-E19DC985756C}"/>
              </a:ext>
            </a:extLst>
          </p:cNvPr>
          <p:cNvSpPr>
            <a:spLocks noGrp="1" noRot="1" noChangeAspect="1" noChangeArrowheads="1" noTextEdit="1"/>
          </p:cNvSpPr>
          <p:nvPr>
            <p:ph type="sldImg"/>
          </p:nvPr>
        </p:nvSpPr>
        <p:spPr>
          <a:xfrm>
            <a:off x="1257300" y="719138"/>
            <a:ext cx="4800600" cy="3600450"/>
          </a:xfrm>
          <a:ln/>
        </p:spPr>
      </p:sp>
      <p:sp>
        <p:nvSpPr>
          <p:cNvPr id="1907715" name="Rectangle 3">
            <a:extLst>
              <a:ext uri="{FF2B5EF4-FFF2-40B4-BE49-F238E27FC236}">
                <a16:creationId xmlns:a16="http://schemas.microsoft.com/office/drawing/2014/main" id="{458FB77C-1472-65F6-687B-D07FA74F9C57}"/>
              </a:ext>
            </a:extLst>
          </p:cNvPr>
          <p:cNvSpPr>
            <a:spLocks noGrp="1" noChangeArrowheads="1"/>
          </p:cNvSpPr>
          <p:nvPr>
            <p:ph type="body" idx="1"/>
          </p:nvPr>
        </p:nvSpPr>
        <p:spPr>
          <a:xfrm>
            <a:off x="974725" y="4560888"/>
            <a:ext cx="5365750" cy="4321175"/>
          </a:xfrm>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27039B0-7F15-99A1-ED43-FA8C936FCA2A}"/>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D1B070C0-70F9-4B43-BC54-35D4EE52D9D9}"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27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03618" name="Rectangle 2">
            <a:extLst>
              <a:ext uri="{FF2B5EF4-FFF2-40B4-BE49-F238E27FC236}">
                <a16:creationId xmlns:a16="http://schemas.microsoft.com/office/drawing/2014/main" id="{2E6F6E47-6861-A4FA-7FDA-723B396C996E}"/>
              </a:ext>
            </a:extLst>
          </p:cNvPr>
          <p:cNvSpPr>
            <a:spLocks noGrp="1" noRot="1" noChangeAspect="1" noChangeArrowheads="1" noTextEdit="1"/>
          </p:cNvSpPr>
          <p:nvPr>
            <p:ph type="sldImg"/>
          </p:nvPr>
        </p:nvSpPr>
        <p:spPr>
          <a:xfrm>
            <a:off x="1257300" y="719138"/>
            <a:ext cx="4800600" cy="3600450"/>
          </a:xfrm>
          <a:ln/>
        </p:spPr>
      </p:sp>
      <p:sp>
        <p:nvSpPr>
          <p:cNvPr id="1903619" name="Rectangle 3">
            <a:extLst>
              <a:ext uri="{FF2B5EF4-FFF2-40B4-BE49-F238E27FC236}">
                <a16:creationId xmlns:a16="http://schemas.microsoft.com/office/drawing/2014/main" id="{595D4211-23BB-A01B-BEAA-AFA4976F0315}"/>
              </a:ext>
            </a:extLst>
          </p:cNvPr>
          <p:cNvSpPr>
            <a:spLocks noGrp="1" noChangeArrowheads="1"/>
          </p:cNvSpPr>
          <p:nvPr>
            <p:ph type="body" idx="1"/>
          </p:nvPr>
        </p:nvSpPr>
        <p:spPr>
          <a:xfrm>
            <a:off x="974725" y="4560888"/>
            <a:ext cx="5365750" cy="4321175"/>
          </a:xfrm>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EA79D76-0151-8FD6-D12A-18CFB72837DD}"/>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4FFC9E1E-6D6F-4CD2-AB32-C21586571443}"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28</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05666" name="Rectangle 2">
            <a:extLst>
              <a:ext uri="{FF2B5EF4-FFF2-40B4-BE49-F238E27FC236}">
                <a16:creationId xmlns:a16="http://schemas.microsoft.com/office/drawing/2014/main" id="{EE46B6A5-FC30-C6CB-5145-96545C03CF35}"/>
              </a:ext>
            </a:extLst>
          </p:cNvPr>
          <p:cNvSpPr>
            <a:spLocks noGrp="1" noRot="1" noChangeAspect="1" noChangeArrowheads="1" noTextEdit="1"/>
          </p:cNvSpPr>
          <p:nvPr>
            <p:ph type="sldImg"/>
          </p:nvPr>
        </p:nvSpPr>
        <p:spPr>
          <a:xfrm>
            <a:off x="1257300" y="719138"/>
            <a:ext cx="4800600" cy="3600450"/>
          </a:xfrm>
          <a:ln/>
        </p:spPr>
      </p:sp>
      <p:sp>
        <p:nvSpPr>
          <p:cNvPr id="1905667" name="Rectangle 3">
            <a:extLst>
              <a:ext uri="{FF2B5EF4-FFF2-40B4-BE49-F238E27FC236}">
                <a16:creationId xmlns:a16="http://schemas.microsoft.com/office/drawing/2014/main" id="{B791C716-87B0-E68A-469F-1A6FDBE0476B}"/>
              </a:ext>
            </a:extLst>
          </p:cNvPr>
          <p:cNvSpPr>
            <a:spLocks noGrp="1" noChangeArrowheads="1"/>
          </p:cNvSpPr>
          <p:nvPr>
            <p:ph type="body" idx="1"/>
          </p:nvPr>
        </p:nvSpPr>
        <p:spPr>
          <a:xfrm>
            <a:off x="974725" y="4560888"/>
            <a:ext cx="5365750" cy="4321175"/>
          </a:xfrm>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1393BA0-B2BA-ED22-8F2C-12D94FA6DC3E}"/>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E5CAC5A0-9652-4B1F-818A-2E9A9DCE642A}"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29</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09762" name="Rectangle 2">
            <a:extLst>
              <a:ext uri="{FF2B5EF4-FFF2-40B4-BE49-F238E27FC236}">
                <a16:creationId xmlns:a16="http://schemas.microsoft.com/office/drawing/2014/main" id="{A8C11F7A-E8C0-B8BD-D1FB-DD2C663F3792}"/>
              </a:ext>
            </a:extLst>
          </p:cNvPr>
          <p:cNvSpPr>
            <a:spLocks noGrp="1" noRot="1" noChangeAspect="1" noChangeArrowheads="1" noTextEdit="1"/>
          </p:cNvSpPr>
          <p:nvPr>
            <p:ph type="sldImg"/>
          </p:nvPr>
        </p:nvSpPr>
        <p:spPr>
          <a:xfrm>
            <a:off x="1257300" y="719138"/>
            <a:ext cx="4800600" cy="3600450"/>
          </a:xfrm>
          <a:ln/>
        </p:spPr>
      </p:sp>
      <p:sp>
        <p:nvSpPr>
          <p:cNvPr id="1909763" name="Rectangle 3">
            <a:extLst>
              <a:ext uri="{FF2B5EF4-FFF2-40B4-BE49-F238E27FC236}">
                <a16:creationId xmlns:a16="http://schemas.microsoft.com/office/drawing/2014/main" id="{849CC571-1E32-80B1-77E6-20E13D61847F}"/>
              </a:ext>
            </a:extLst>
          </p:cNvPr>
          <p:cNvSpPr>
            <a:spLocks noGrp="1" noChangeArrowheads="1"/>
          </p:cNvSpPr>
          <p:nvPr>
            <p:ph type="body" idx="1"/>
          </p:nvPr>
        </p:nvSpPr>
        <p:spPr>
          <a:xfrm>
            <a:off x="974725" y="4560888"/>
            <a:ext cx="5365750" cy="4321175"/>
          </a:xfrm>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975D50B-B8EB-7CE3-11A8-E0BB411CEB87}"/>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CF4A85B1-1A28-4E2E-BF67-F30165DA9964}"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30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11810" name="Rectangle 2">
            <a:extLst>
              <a:ext uri="{FF2B5EF4-FFF2-40B4-BE49-F238E27FC236}">
                <a16:creationId xmlns:a16="http://schemas.microsoft.com/office/drawing/2014/main" id="{D0D63B7C-0613-B155-3FB5-098D28A0AC8F}"/>
              </a:ext>
            </a:extLst>
          </p:cNvPr>
          <p:cNvSpPr>
            <a:spLocks noGrp="1" noRot="1" noChangeAspect="1" noChangeArrowheads="1" noTextEdit="1"/>
          </p:cNvSpPr>
          <p:nvPr>
            <p:ph type="sldImg"/>
          </p:nvPr>
        </p:nvSpPr>
        <p:spPr>
          <a:xfrm>
            <a:off x="1257300" y="719138"/>
            <a:ext cx="4800600" cy="3600450"/>
          </a:xfrm>
          <a:ln/>
        </p:spPr>
      </p:sp>
      <p:sp>
        <p:nvSpPr>
          <p:cNvPr id="1911811" name="Rectangle 3">
            <a:extLst>
              <a:ext uri="{FF2B5EF4-FFF2-40B4-BE49-F238E27FC236}">
                <a16:creationId xmlns:a16="http://schemas.microsoft.com/office/drawing/2014/main" id="{B9B6AA1E-7800-92C7-F081-D8D02E904CAA}"/>
              </a:ext>
            </a:extLst>
          </p:cNvPr>
          <p:cNvSpPr>
            <a:spLocks noGrp="1" noChangeArrowheads="1"/>
          </p:cNvSpPr>
          <p:nvPr>
            <p:ph type="body" idx="1"/>
          </p:nvPr>
        </p:nvSpPr>
        <p:spPr>
          <a:xfrm>
            <a:off x="974725" y="4560888"/>
            <a:ext cx="5365750" cy="4321175"/>
          </a:xfrm>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321B488-B072-750A-8DA5-0B7689A6AAD0}"/>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FF414220-AF66-44B8-AA3C-732BF5A6921C}"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31</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13858" name="Rectangle 2">
            <a:extLst>
              <a:ext uri="{FF2B5EF4-FFF2-40B4-BE49-F238E27FC236}">
                <a16:creationId xmlns:a16="http://schemas.microsoft.com/office/drawing/2014/main" id="{577D24A5-4D2C-2801-D404-04A7B4B60DCC}"/>
              </a:ext>
            </a:extLst>
          </p:cNvPr>
          <p:cNvSpPr>
            <a:spLocks noGrp="1" noRot="1" noChangeAspect="1" noChangeArrowheads="1" noTextEdit="1"/>
          </p:cNvSpPr>
          <p:nvPr>
            <p:ph type="sldImg"/>
          </p:nvPr>
        </p:nvSpPr>
        <p:spPr>
          <a:xfrm>
            <a:off x="1257300" y="719138"/>
            <a:ext cx="4800600" cy="3600450"/>
          </a:xfrm>
          <a:ln/>
        </p:spPr>
      </p:sp>
      <p:sp>
        <p:nvSpPr>
          <p:cNvPr id="1913859" name="Rectangle 3">
            <a:extLst>
              <a:ext uri="{FF2B5EF4-FFF2-40B4-BE49-F238E27FC236}">
                <a16:creationId xmlns:a16="http://schemas.microsoft.com/office/drawing/2014/main" id="{D64356D5-597F-A701-8BFF-EA3F9953C187}"/>
              </a:ext>
            </a:extLst>
          </p:cNvPr>
          <p:cNvSpPr>
            <a:spLocks noGrp="1" noChangeArrowheads="1"/>
          </p:cNvSpPr>
          <p:nvPr>
            <p:ph type="body" idx="1"/>
          </p:nvPr>
        </p:nvSpPr>
        <p:spPr>
          <a:xfrm>
            <a:off x="974725" y="4560888"/>
            <a:ext cx="5365750" cy="4321175"/>
          </a:xfrm>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BFDFD-D6C6-3052-0B92-62E865328CA7}"/>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2485867D-DFDF-54E9-5116-1EF7B3274E64}"/>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9A29B902-C838-47F8-8A30-F347C4249243}"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32</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16930" name="Rectangle 2">
            <a:extLst>
              <a:ext uri="{FF2B5EF4-FFF2-40B4-BE49-F238E27FC236}">
                <a16:creationId xmlns:a16="http://schemas.microsoft.com/office/drawing/2014/main" id="{64546700-8CE8-2B74-AD1B-A39924A04884}"/>
              </a:ext>
            </a:extLst>
          </p:cNvPr>
          <p:cNvSpPr>
            <a:spLocks noGrp="1" noRot="1" noChangeAspect="1" noChangeArrowheads="1" noTextEdit="1"/>
          </p:cNvSpPr>
          <p:nvPr>
            <p:ph type="sldImg"/>
          </p:nvPr>
        </p:nvSpPr>
        <p:spPr>
          <a:ln/>
        </p:spPr>
      </p:sp>
      <p:sp>
        <p:nvSpPr>
          <p:cNvPr id="1916931" name="Rectangle 3">
            <a:extLst>
              <a:ext uri="{FF2B5EF4-FFF2-40B4-BE49-F238E27FC236}">
                <a16:creationId xmlns:a16="http://schemas.microsoft.com/office/drawing/2014/main" id="{2705616B-EA42-1502-B2BC-4AFC0636609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767386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857AC-A85D-6BFC-7CA1-4C2ECE097E00}"/>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822583C3-3862-317F-6F42-076ABD0625D9}"/>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9A29B902-C838-47F8-8A30-F347C4249243}"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33</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16930" name="Rectangle 2">
            <a:extLst>
              <a:ext uri="{FF2B5EF4-FFF2-40B4-BE49-F238E27FC236}">
                <a16:creationId xmlns:a16="http://schemas.microsoft.com/office/drawing/2014/main" id="{47E12E5A-3B8F-9BA9-1D0C-EBE4688D66E6}"/>
              </a:ext>
            </a:extLst>
          </p:cNvPr>
          <p:cNvSpPr>
            <a:spLocks noGrp="1" noRot="1" noChangeAspect="1" noChangeArrowheads="1" noTextEdit="1"/>
          </p:cNvSpPr>
          <p:nvPr>
            <p:ph type="sldImg"/>
          </p:nvPr>
        </p:nvSpPr>
        <p:spPr>
          <a:ln/>
        </p:spPr>
      </p:sp>
      <p:sp>
        <p:nvSpPr>
          <p:cNvPr id="1916931" name="Rectangle 3">
            <a:extLst>
              <a:ext uri="{FF2B5EF4-FFF2-40B4-BE49-F238E27FC236}">
                <a16:creationId xmlns:a16="http://schemas.microsoft.com/office/drawing/2014/main" id="{82DCA325-26B6-7DEC-78D5-4D7C1E8F8821}"/>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569560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E905-431A-8695-7981-439E1A193C7B}"/>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30FD4805-8109-6373-4C69-052D75DF6584}"/>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9A29B902-C838-47F8-8A30-F347C4249243}"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34</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16930" name="Rectangle 2">
            <a:extLst>
              <a:ext uri="{FF2B5EF4-FFF2-40B4-BE49-F238E27FC236}">
                <a16:creationId xmlns:a16="http://schemas.microsoft.com/office/drawing/2014/main" id="{F45EC4FB-EBF2-788D-7560-E3B91B15E524}"/>
              </a:ext>
            </a:extLst>
          </p:cNvPr>
          <p:cNvSpPr>
            <a:spLocks noGrp="1" noRot="1" noChangeAspect="1" noChangeArrowheads="1" noTextEdit="1"/>
          </p:cNvSpPr>
          <p:nvPr>
            <p:ph type="sldImg"/>
          </p:nvPr>
        </p:nvSpPr>
        <p:spPr>
          <a:ln/>
        </p:spPr>
      </p:sp>
      <p:sp>
        <p:nvSpPr>
          <p:cNvPr id="1916931" name="Rectangle 3">
            <a:extLst>
              <a:ext uri="{FF2B5EF4-FFF2-40B4-BE49-F238E27FC236}">
                <a16:creationId xmlns:a16="http://schemas.microsoft.com/office/drawing/2014/main" id="{B2BCC434-35B6-30B5-6EB3-0FEB74D0B436}"/>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5591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00E61-E6BA-D40C-A116-DDCDA3EFA241}"/>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5C5C55C7-4018-5F87-3A48-FCB3ECFEB766}"/>
              </a:ext>
            </a:extLst>
          </p:cNvPr>
          <p:cNvSpPr>
            <a:spLocks noGrp="1" noChangeArrowheads="1"/>
          </p:cNvSpPr>
          <p:nvPr>
            <p:ph type="sldNum" sz="quarter" idx="5"/>
          </p:nvPr>
        </p:nvSpPr>
        <p:spPr>
          <a:ln/>
        </p:spPr>
        <p:txBody>
          <a:bodyPr/>
          <a:lstStyle/>
          <a:p>
            <a:pPr marL="0" marR="0" lvl="0" indent="0" algn="r" defTabSz="957263" rtl="0" eaLnBrk="1" fontAlgn="base" latinLnBrk="0" hangingPunct="1">
              <a:lnSpc>
                <a:spcPct val="100000"/>
              </a:lnSpc>
              <a:spcBef>
                <a:spcPct val="0"/>
              </a:spcBef>
              <a:spcAft>
                <a:spcPct val="0"/>
              </a:spcAft>
              <a:buClrTx/>
              <a:buSzTx/>
              <a:buFontTx/>
              <a:buNone/>
              <a:tabLst/>
              <a:defRPr/>
            </a:pPr>
            <a:fld id="{9A29B902-C838-47F8-8A30-F347C4249243}" type="slidenum">
              <a:rPr kumimoji="0" lang="en-US"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57263" rtl="0" eaLnBrk="1" fontAlgn="base" latinLnBrk="0" hangingPunct="1">
                <a:lnSpc>
                  <a:spcPct val="100000"/>
                </a:lnSpc>
                <a:spcBef>
                  <a:spcPct val="0"/>
                </a:spcBef>
                <a:spcAft>
                  <a:spcPct val="0"/>
                </a:spcAft>
                <a:buClrTx/>
                <a:buSzTx/>
                <a:buFontTx/>
                <a:buNone/>
                <a:tabLst/>
                <a:defRPr/>
              </a:pPr>
              <a:t>35</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16930" name="Rectangle 2">
            <a:extLst>
              <a:ext uri="{FF2B5EF4-FFF2-40B4-BE49-F238E27FC236}">
                <a16:creationId xmlns:a16="http://schemas.microsoft.com/office/drawing/2014/main" id="{06340BC9-33D7-C615-B868-BEE9B2A4102A}"/>
              </a:ext>
            </a:extLst>
          </p:cNvPr>
          <p:cNvSpPr>
            <a:spLocks noGrp="1" noRot="1" noChangeAspect="1" noChangeArrowheads="1" noTextEdit="1"/>
          </p:cNvSpPr>
          <p:nvPr>
            <p:ph type="sldImg"/>
          </p:nvPr>
        </p:nvSpPr>
        <p:spPr>
          <a:ln/>
        </p:spPr>
      </p:sp>
      <p:sp>
        <p:nvSpPr>
          <p:cNvPr id="1916931" name="Rectangle 3">
            <a:extLst>
              <a:ext uri="{FF2B5EF4-FFF2-40B4-BE49-F238E27FC236}">
                <a16:creationId xmlns:a16="http://schemas.microsoft.com/office/drawing/2014/main" id="{C25C447F-1782-6962-1DE2-860EF9B9249C}"/>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71849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60BD94-07A0-4CBB-9294-E0B777CC0792}" type="slidenum">
              <a:rPr lang="en-US" smtClean="0"/>
              <a:t>36</a:t>
            </a:fld>
            <a:endParaRPr lang="en-US"/>
          </a:p>
        </p:txBody>
      </p:sp>
    </p:spTree>
    <p:extLst>
      <p:ext uri="{BB962C8B-B14F-4D97-AF65-F5344CB8AC3E}">
        <p14:creationId xmlns:p14="http://schemas.microsoft.com/office/powerpoint/2010/main" val="358938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B910E-3159-DAEB-3D08-484B17EDC145}"/>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D6BF9C3A-DFE7-E4A3-3A9E-CC9D75C54F0E}"/>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B845A27A-E1F4-432D-935F-F28217923DE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7522" name="Rectangle 2">
            <a:extLst>
              <a:ext uri="{FF2B5EF4-FFF2-40B4-BE49-F238E27FC236}">
                <a16:creationId xmlns:a16="http://schemas.microsoft.com/office/drawing/2014/main" id="{5333869C-DB3A-609C-715F-10854D062909}"/>
              </a:ext>
            </a:extLst>
          </p:cNvPr>
          <p:cNvSpPr>
            <a:spLocks noGrp="1" noRot="1" noChangeAspect="1" noChangeArrowheads="1" noTextEdit="1"/>
          </p:cNvSpPr>
          <p:nvPr>
            <p:ph type="sldImg"/>
          </p:nvPr>
        </p:nvSpPr>
        <p:spPr>
          <a:xfrm>
            <a:off x="1179513" y="695325"/>
            <a:ext cx="4641850" cy="3481388"/>
          </a:xfrm>
          <a:ln/>
        </p:spPr>
      </p:sp>
      <p:sp>
        <p:nvSpPr>
          <p:cNvPr id="107523" name="Rectangle 3">
            <a:extLst>
              <a:ext uri="{FF2B5EF4-FFF2-40B4-BE49-F238E27FC236}">
                <a16:creationId xmlns:a16="http://schemas.microsoft.com/office/drawing/2014/main" id="{24BB810F-79D8-506D-7FDA-CAE5B2AC3CA3}"/>
              </a:ext>
            </a:extLst>
          </p:cNvPr>
          <p:cNvSpPr>
            <a:spLocks noGrp="1" noChangeArrowheads="1"/>
          </p:cNvSpPr>
          <p:nvPr>
            <p:ph type="body" idx="1"/>
          </p:nvPr>
        </p:nvSpPr>
        <p:spPr>
          <a:xfrm>
            <a:off x="931863" y="4408488"/>
            <a:ext cx="5133975" cy="4179887"/>
          </a:xfrm>
        </p:spPr>
        <p:txBody>
          <a:bodyPr/>
          <a:lstStyle/>
          <a:p>
            <a:r>
              <a:rPr lang="en-US" altLang="en-US"/>
              <a:t>-No backbone: nodes must self-configure into a network.</a:t>
            </a:r>
          </a:p>
          <a:p>
            <a:r>
              <a:rPr lang="en-US" altLang="en-US"/>
              <a:t>-In principle all nodes can communicate with all other nodes, but multihop routing can reduce the interference associated with direct transmission.</a:t>
            </a:r>
          </a:p>
          <a:p>
            <a:r>
              <a:rPr lang="en-US" altLang="en-US"/>
              <a:t>-Topology dynamic since nodes move around and link characteristics change.</a:t>
            </a:r>
          </a:p>
          <a:p>
            <a:r>
              <a:rPr lang="en-US" altLang="en-US"/>
              <a:t>-Applications: appliances and entertainment units in the home, community networks that bypass the Internet. Military networks for robust flexible easily-deployed network (every soldier is a node).</a:t>
            </a:r>
          </a:p>
        </p:txBody>
      </p:sp>
    </p:spTree>
    <p:extLst>
      <p:ext uri="{BB962C8B-B14F-4D97-AF65-F5344CB8AC3E}">
        <p14:creationId xmlns:p14="http://schemas.microsoft.com/office/powerpoint/2010/main" val="1708885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9740B36-D30A-32E0-DF75-C4FFE012AFA2}"/>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B845A27A-E1F4-432D-935F-F28217923DE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7522" name="Rectangle 2">
            <a:extLst>
              <a:ext uri="{FF2B5EF4-FFF2-40B4-BE49-F238E27FC236}">
                <a16:creationId xmlns:a16="http://schemas.microsoft.com/office/drawing/2014/main" id="{C6301A91-F2BF-9390-B9A2-28F6FCC22886}"/>
              </a:ext>
            </a:extLst>
          </p:cNvPr>
          <p:cNvSpPr>
            <a:spLocks noGrp="1" noRot="1" noChangeAspect="1" noChangeArrowheads="1" noTextEdit="1"/>
          </p:cNvSpPr>
          <p:nvPr>
            <p:ph type="sldImg"/>
          </p:nvPr>
        </p:nvSpPr>
        <p:spPr>
          <a:xfrm>
            <a:off x="1179513" y="695325"/>
            <a:ext cx="4641850" cy="3481388"/>
          </a:xfrm>
          <a:ln/>
        </p:spPr>
      </p:sp>
      <p:sp>
        <p:nvSpPr>
          <p:cNvPr id="107523" name="Rectangle 3">
            <a:extLst>
              <a:ext uri="{FF2B5EF4-FFF2-40B4-BE49-F238E27FC236}">
                <a16:creationId xmlns:a16="http://schemas.microsoft.com/office/drawing/2014/main" id="{ECBCAC1E-2606-BD5D-3C0E-CE7120B15E7F}"/>
              </a:ext>
            </a:extLst>
          </p:cNvPr>
          <p:cNvSpPr>
            <a:spLocks noGrp="1" noChangeArrowheads="1"/>
          </p:cNvSpPr>
          <p:nvPr>
            <p:ph type="body" idx="1"/>
          </p:nvPr>
        </p:nvSpPr>
        <p:spPr>
          <a:xfrm>
            <a:off x="931863" y="4408488"/>
            <a:ext cx="5133975" cy="4179887"/>
          </a:xfrm>
        </p:spPr>
        <p:txBody>
          <a:bodyPr/>
          <a:lstStyle/>
          <a:p>
            <a:r>
              <a:rPr lang="en-US" altLang="en-US"/>
              <a:t>-No backbone: nodes must self-configure into a network.</a:t>
            </a:r>
          </a:p>
          <a:p>
            <a:r>
              <a:rPr lang="en-US" altLang="en-US"/>
              <a:t>-In principle all nodes can communicate with all other nodes, but multihop routing can reduce the interference associated with direct transmission.</a:t>
            </a:r>
          </a:p>
          <a:p>
            <a:r>
              <a:rPr lang="en-US" altLang="en-US"/>
              <a:t>-Topology dynamic since nodes move around and link characteristics change.</a:t>
            </a:r>
          </a:p>
          <a:p>
            <a:r>
              <a:rPr lang="en-US" altLang="en-US"/>
              <a:t>-Applications: appliances and entertainment units in the home, community networks that bypass the Internet. Military networks for robust flexible easily-deployed network (every soldier is a node).</a:t>
            </a:r>
          </a:p>
        </p:txBody>
      </p:sp>
    </p:spTree>
    <p:extLst>
      <p:ext uri="{BB962C8B-B14F-4D97-AF65-F5344CB8AC3E}">
        <p14:creationId xmlns:p14="http://schemas.microsoft.com/office/powerpoint/2010/main" val="34857879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474DF-2389-12A9-BB12-B6380481C3F9}"/>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5608E191-8B8B-8ABE-94E1-CF9A0C831D87}"/>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B845A27A-E1F4-432D-935F-F28217923DE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7522" name="Rectangle 2">
            <a:extLst>
              <a:ext uri="{FF2B5EF4-FFF2-40B4-BE49-F238E27FC236}">
                <a16:creationId xmlns:a16="http://schemas.microsoft.com/office/drawing/2014/main" id="{21D65D8A-4209-77FF-0E12-6A420839D96B}"/>
              </a:ext>
            </a:extLst>
          </p:cNvPr>
          <p:cNvSpPr>
            <a:spLocks noGrp="1" noRot="1" noChangeAspect="1" noChangeArrowheads="1" noTextEdit="1"/>
          </p:cNvSpPr>
          <p:nvPr>
            <p:ph type="sldImg"/>
          </p:nvPr>
        </p:nvSpPr>
        <p:spPr>
          <a:xfrm>
            <a:off x="1179513" y="695325"/>
            <a:ext cx="4641850" cy="3481388"/>
          </a:xfrm>
          <a:ln/>
        </p:spPr>
      </p:sp>
      <p:sp>
        <p:nvSpPr>
          <p:cNvPr id="107523" name="Rectangle 3">
            <a:extLst>
              <a:ext uri="{FF2B5EF4-FFF2-40B4-BE49-F238E27FC236}">
                <a16:creationId xmlns:a16="http://schemas.microsoft.com/office/drawing/2014/main" id="{7FC00481-7DF5-8C27-2B81-1236FBEF3D81}"/>
              </a:ext>
            </a:extLst>
          </p:cNvPr>
          <p:cNvSpPr>
            <a:spLocks noGrp="1" noChangeArrowheads="1"/>
          </p:cNvSpPr>
          <p:nvPr>
            <p:ph type="body" idx="1"/>
          </p:nvPr>
        </p:nvSpPr>
        <p:spPr>
          <a:xfrm>
            <a:off x="931863" y="4408488"/>
            <a:ext cx="5133975" cy="4179887"/>
          </a:xfrm>
        </p:spPr>
        <p:txBody>
          <a:bodyPr/>
          <a:lstStyle/>
          <a:p>
            <a:r>
              <a:rPr lang="en-US" altLang="en-US"/>
              <a:t>-No backbone: nodes must self-configure into a network.</a:t>
            </a:r>
          </a:p>
          <a:p>
            <a:r>
              <a:rPr lang="en-US" altLang="en-US"/>
              <a:t>-In principle all nodes can communicate with all other nodes, but multihop routing can reduce the interference associated with direct transmission.</a:t>
            </a:r>
          </a:p>
          <a:p>
            <a:r>
              <a:rPr lang="en-US" altLang="en-US"/>
              <a:t>-Topology dynamic since nodes move around and link characteristics change.</a:t>
            </a:r>
          </a:p>
          <a:p>
            <a:r>
              <a:rPr lang="en-US" altLang="en-US"/>
              <a:t>-Applications: appliances and entertainment units in the home, community networks that bypass the Internet. Military networks for robust flexible easily-deployed network (every soldier is a node).</a:t>
            </a:r>
          </a:p>
        </p:txBody>
      </p:sp>
    </p:spTree>
    <p:extLst>
      <p:ext uri="{BB962C8B-B14F-4D97-AF65-F5344CB8AC3E}">
        <p14:creationId xmlns:p14="http://schemas.microsoft.com/office/powerpoint/2010/main" val="1014595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A7A8F-6EBD-CF4C-6696-1EDC025A1ECF}"/>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78CF9C24-51DE-1C2C-0DD2-3C6F56B40F92}"/>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B845A27A-E1F4-432D-935F-F28217923DE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64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7522" name="Rectangle 2">
            <a:extLst>
              <a:ext uri="{FF2B5EF4-FFF2-40B4-BE49-F238E27FC236}">
                <a16:creationId xmlns:a16="http://schemas.microsoft.com/office/drawing/2014/main" id="{BCFC422F-5329-8A9F-1815-2F5E23733664}"/>
              </a:ext>
            </a:extLst>
          </p:cNvPr>
          <p:cNvSpPr>
            <a:spLocks noGrp="1" noRot="1" noChangeAspect="1" noChangeArrowheads="1" noTextEdit="1"/>
          </p:cNvSpPr>
          <p:nvPr>
            <p:ph type="sldImg"/>
          </p:nvPr>
        </p:nvSpPr>
        <p:spPr>
          <a:xfrm>
            <a:off x="1179513" y="695325"/>
            <a:ext cx="4641850" cy="3481388"/>
          </a:xfrm>
          <a:ln/>
        </p:spPr>
      </p:sp>
      <p:sp>
        <p:nvSpPr>
          <p:cNvPr id="107523" name="Rectangle 3">
            <a:extLst>
              <a:ext uri="{FF2B5EF4-FFF2-40B4-BE49-F238E27FC236}">
                <a16:creationId xmlns:a16="http://schemas.microsoft.com/office/drawing/2014/main" id="{8E02AED7-F412-726D-5858-AF0CB409E48A}"/>
              </a:ext>
            </a:extLst>
          </p:cNvPr>
          <p:cNvSpPr>
            <a:spLocks noGrp="1" noChangeArrowheads="1"/>
          </p:cNvSpPr>
          <p:nvPr>
            <p:ph type="body" idx="1"/>
          </p:nvPr>
        </p:nvSpPr>
        <p:spPr>
          <a:xfrm>
            <a:off x="931863" y="4408488"/>
            <a:ext cx="5133975" cy="4179887"/>
          </a:xfrm>
        </p:spPr>
        <p:txBody>
          <a:bodyPr/>
          <a:lstStyle/>
          <a:p>
            <a:r>
              <a:rPr lang="en-US" altLang="en-US"/>
              <a:t>-No backbone: nodes must self-configure into a network.</a:t>
            </a:r>
          </a:p>
          <a:p>
            <a:r>
              <a:rPr lang="en-US" altLang="en-US"/>
              <a:t>-In principle all nodes can communicate with all other nodes, but multihop routing can reduce the interference associated with direct transmission.</a:t>
            </a:r>
          </a:p>
          <a:p>
            <a:r>
              <a:rPr lang="en-US" altLang="en-US"/>
              <a:t>-Topology dynamic since nodes move around and link characteristics change.</a:t>
            </a:r>
          </a:p>
          <a:p>
            <a:r>
              <a:rPr lang="en-US" altLang="en-US"/>
              <a:t>-Applications: appliances and entertainment units in the home, community networks that bypass the Internet. Military networks for robust flexible easily-deployed network (every soldier is a node).</a:t>
            </a:r>
          </a:p>
        </p:txBody>
      </p:sp>
    </p:spTree>
    <p:extLst>
      <p:ext uri="{BB962C8B-B14F-4D97-AF65-F5344CB8AC3E}">
        <p14:creationId xmlns:p14="http://schemas.microsoft.com/office/powerpoint/2010/main" val="4238917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E971F-7570-18FE-90ED-0BD3924B14A3}"/>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8B507DEB-30B2-3395-776B-F33B83EB03BF}"/>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B845A27A-E1F4-432D-935F-F28217923DE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69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7522" name="Rectangle 2">
            <a:extLst>
              <a:ext uri="{FF2B5EF4-FFF2-40B4-BE49-F238E27FC236}">
                <a16:creationId xmlns:a16="http://schemas.microsoft.com/office/drawing/2014/main" id="{33FA2DB2-1B46-62ED-E6A8-ED1B98E2FEF4}"/>
              </a:ext>
            </a:extLst>
          </p:cNvPr>
          <p:cNvSpPr>
            <a:spLocks noGrp="1" noRot="1" noChangeAspect="1" noChangeArrowheads="1" noTextEdit="1"/>
          </p:cNvSpPr>
          <p:nvPr>
            <p:ph type="sldImg"/>
          </p:nvPr>
        </p:nvSpPr>
        <p:spPr>
          <a:xfrm>
            <a:off x="1179513" y="695325"/>
            <a:ext cx="4641850" cy="3481388"/>
          </a:xfrm>
          <a:ln/>
        </p:spPr>
      </p:sp>
      <p:sp>
        <p:nvSpPr>
          <p:cNvPr id="107523" name="Rectangle 3">
            <a:extLst>
              <a:ext uri="{FF2B5EF4-FFF2-40B4-BE49-F238E27FC236}">
                <a16:creationId xmlns:a16="http://schemas.microsoft.com/office/drawing/2014/main" id="{C51B7DB0-BA78-06F4-4AFC-6C83098450A0}"/>
              </a:ext>
            </a:extLst>
          </p:cNvPr>
          <p:cNvSpPr>
            <a:spLocks noGrp="1" noChangeArrowheads="1"/>
          </p:cNvSpPr>
          <p:nvPr>
            <p:ph type="body" idx="1"/>
          </p:nvPr>
        </p:nvSpPr>
        <p:spPr>
          <a:xfrm>
            <a:off x="931863" y="4408488"/>
            <a:ext cx="5133975" cy="4179887"/>
          </a:xfrm>
        </p:spPr>
        <p:txBody>
          <a:bodyPr/>
          <a:lstStyle/>
          <a:p>
            <a:r>
              <a:rPr lang="en-US" altLang="en-US"/>
              <a:t>-No backbone: nodes must self-configure into a network.</a:t>
            </a:r>
          </a:p>
          <a:p>
            <a:r>
              <a:rPr lang="en-US" altLang="en-US"/>
              <a:t>-In principle all nodes can communicate with all other nodes, but multihop routing can reduce the interference associated with direct transmission.</a:t>
            </a:r>
          </a:p>
          <a:p>
            <a:r>
              <a:rPr lang="en-US" altLang="en-US"/>
              <a:t>-Topology dynamic since nodes move around and link characteristics change.</a:t>
            </a:r>
          </a:p>
          <a:p>
            <a:r>
              <a:rPr lang="en-US" altLang="en-US"/>
              <a:t>-Applications: appliances and entertainment units in the home, community networks that bypass the Internet. Military networks for robust flexible easily-deployed network (every soldier is a node).</a:t>
            </a:r>
          </a:p>
        </p:txBody>
      </p:sp>
    </p:spTree>
    <p:extLst>
      <p:ext uri="{BB962C8B-B14F-4D97-AF65-F5344CB8AC3E}">
        <p14:creationId xmlns:p14="http://schemas.microsoft.com/office/powerpoint/2010/main" val="1028258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AB240-2BFE-1276-F66E-ED3B71652F9F}"/>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4F431D3A-E30F-2BEA-5786-DB1566A7B4F7}"/>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B845A27A-E1F4-432D-935F-F28217923DE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74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7522" name="Rectangle 2">
            <a:extLst>
              <a:ext uri="{FF2B5EF4-FFF2-40B4-BE49-F238E27FC236}">
                <a16:creationId xmlns:a16="http://schemas.microsoft.com/office/drawing/2014/main" id="{51279404-FD2A-C71A-6298-331248DCC57E}"/>
              </a:ext>
            </a:extLst>
          </p:cNvPr>
          <p:cNvSpPr>
            <a:spLocks noGrp="1" noRot="1" noChangeAspect="1" noChangeArrowheads="1" noTextEdit="1"/>
          </p:cNvSpPr>
          <p:nvPr>
            <p:ph type="sldImg"/>
          </p:nvPr>
        </p:nvSpPr>
        <p:spPr>
          <a:xfrm>
            <a:off x="1179513" y="695325"/>
            <a:ext cx="4641850" cy="3481388"/>
          </a:xfrm>
          <a:ln/>
        </p:spPr>
      </p:sp>
      <p:sp>
        <p:nvSpPr>
          <p:cNvPr id="107523" name="Rectangle 3">
            <a:extLst>
              <a:ext uri="{FF2B5EF4-FFF2-40B4-BE49-F238E27FC236}">
                <a16:creationId xmlns:a16="http://schemas.microsoft.com/office/drawing/2014/main" id="{59864B1E-1DBF-C617-A6E2-DA71B488B0FB}"/>
              </a:ext>
            </a:extLst>
          </p:cNvPr>
          <p:cNvSpPr>
            <a:spLocks noGrp="1" noChangeArrowheads="1"/>
          </p:cNvSpPr>
          <p:nvPr>
            <p:ph type="body" idx="1"/>
          </p:nvPr>
        </p:nvSpPr>
        <p:spPr>
          <a:xfrm>
            <a:off x="931863" y="4408488"/>
            <a:ext cx="5133975" cy="4179887"/>
          </a:xfrm>
        </p:spPr>
        <p:txBody>
          <a:bodyPr/>
          <a:lstStyle/>
          <a:p>
            <a:r>
              <a:rPr lang="en-US" altLang="en-US"/>
              <a:t>-No backbone: nodes must self-configure into a network.</a:t>
            </a:r>
          </a:p>
          <a:p>
            <a:r>
              <a:rPr lang="en-US" altLang="en-US"/>
              <a:t>-In principle all nodes can communicate with all other nodes, but multihop routing can reduce the interference associated with direct transmission.</a:t>
            </a:r>
          </a:p>
          <a:p>
            <a:r>
              <a:rPr lang="en-US" altLang="en-US"/>
              <a:t>-Topology dynamic since nodes move around and link characteristics change.</a:t>
            </a:r>
          </a:p>
          <a:p>
            <a:r>
              <a:rPr lang="en-US" altLang="en-US"/>
              <a:t>-Applications: appliances and entertainment units in the home, community networks that bypass the Internet. Military networks for robust flexible easily-deployed network (every soldier is a node).</a:t>
            </a:r>
          </a:p>
        </p:txBody>
      </p:sp>
    </p:spTree>
    <p:extLst>
      <p:ext uri="{BB962C8B-B14F-4D97-AF65-F5344CB8AC3E}">
        <p14:creationId xmlns:p14="http://schemas.microsoft.com/office/powerpoint/2010/main" val="34714598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E120D-A68C-7D59-72C7-BCE017C42965}"/>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8E80D49D-3EF3-7247-40BE-66CFB9027CF1}"/>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B845A27A-E1F4-432D-935F-F28217923DE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75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7522" name="Rectangle 2">
            <a:extLst>
              <a:ext uri="{FF2B5EF4-FFF2-40B4-BE49-F238E27FC236}">
                <a16:creationId xmlns:a16="http://schemas.microsoft.com/office/drawing/2014/main" id="{103F1601-15D7-791D-FA56-EDBF8C02AD08}"/>
              </a:ext>
            </a:extLst>
          </p:cNvPr>
          <p:cNvSpPr>
            <a:spLocks noGrp="1" noRot="1" noChangeAspect="1" noChangeArrowheads="1" noTextEdit="1"/>
          </p:cNvSpPr>
          <p:nvPr>
            <p:ph type="sldImg"/>
          </p:nvPr>
        </p:nvSpPr>
        <p:spPr>
          <a:xfrm>
            <a:off x="1179513" y="695325"/>
            <a:ext cx="4641850" cy="3481388"/>
          </a:xfrm>
          <a:ln/>
        </p:spPr>
      </p:sp>
      <p:sp>
        <p:nvSpPr>
          <p:cNvPr id="107523" name="Rectangle 3">
            <a:extLst>
              <a:ext uri="{FF2B5EF4-FFF2-40B4-BE49-F238E27FC236}">
                <a16:creationId xmlns:a16="http://schemas.microsoft.com/office/drawing/2014/main" id="{321D0400-0E53-B5FC-87B2-543FFA0E719A}"/>
              </a:ext>
            </a:extLst>
          </p:cNvPr>
          <p:cNvSpPr>
            <a:spLocks noGrp="1" noChangeArrowheads="1"/>
          </p:cNvSpPr>
          <p:nvPr>
            <p:ph type="body" idx="1"/>
          </p:nvPr>
        </p:nvSpPr>
        <p:spPr>
          <a:xfrm>
            <a:off x="931863" y="4408488"/>
            <a:ext cx="5133975" cy="4179887"/>
          </a:xfrm>
        </p:spPr>
        <p:txBody>
          <a:bodyPr/>
          <a:lstStyle/>
          <a:p>
            <a:r>
              <a:rPr lang="en-US" altLang="en-US"/>
              <a:t>-No backbone: nodes must self-configure into a network.</a:t>
            </a:r>
          </a:p>
          <a:p>
            <a:r>
              <a:rPr lang="en-US" altLang="en-US"/>
              <a:t>-In principle all nodes can communicate with all other nodes, but multihop routing can reduce the interference associated with direct transmission.</a:t>
            </a:r>
          </a:p>
          <a:p>
            <a:r>
              <a:rPr lang="en-US" altLang="en-US"/>
              <a:t>-Topology dynamic since nodes move around and link characteristics change.</a:t>
            </a:r>
          </a:p>
          <a:p>
            <a:r>
              <a:rPr lang="en-US" altLang="en-US"/>
              <a:t>-Applications: appliances and entertainment units in the home, community networks that bypass the Internet. Military networks for robust flexible easily-deployed network (every soldier is a node).</a:t>
            </a:r>
          </a:p>
        </p:txBody>
      </p:sp>
    </p:spTree>
    <p:extLst>
      <p:ext uri="{BB962C8B-B14F-4D97-AF65-F5344CB8AC3E}">
        <p14:creationId xmlns:p14="http://schemas.microsoft.com/office/powerpoint/2010/main" val="3152146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8164E90-0C3B-CFE1-93DC-A1A5DF13025B}"/>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F4DC93BD-F200-4EA4-AEB9-E94A31F27E6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77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4450" name="Rectangle 2">
            <a:extLst>
              <a:ext uri="{FF2B5EF4-FFF2-40B4-BE49-F238E27FC236}">
                <a16:creationId xmlns:a16="http://schemas.microsoft.com/office/drawing/2014/main" id="{55E61BCF-22D4-0B5A-0962-D3EA3E1B2A23}"/>
              </a:ext>
            </a:extLst>
          </p:cNvPr>
          <p:cNvSpPr>
            <a:spLocks noGrp="1" noRot="1" noChangeAspect="1" noChangeArrowheads="1" noTextEdit="1"/>
          </p:cNvSpPr>
          <p:nvPr>
            <p:ph type="sldImg"/>
          </p:nvPr>
        </p:nvSpPr>
        <p:spPr>
          <a:xfrm>
            <a:off x="1179513" y="695325"/>
            <a:ext cx="4641850" cy="3481388"/>
          </a:xfrm>
          <a:ln/>
        </p:spPr>
      </p:sp>
      <p:sp>
        <p:nvSpPr>
          <p:cNvPr id="104451" name="Rectangle 3">
            <a:extLst>
              <a:ext uri="{FF2B5EF4-FFF2-40B4-BE49-F238E27FC236}">
                <a16:creationId xmlns:a16="http://schemas.microsoft.com/office/drawing/2014/main" id="{74AFEB1C-BAD6-7148-118E-D719CA4FD8A8}"/>
              </a:ext>
            </a:extLst>
          </p:cNvPr>
          <p:cNvSpPr>
            <a:spLocks noGrp="1" noChangeArrowheads="1"/>
          </p:cNvSpPr>
          <p:nvPr>
            <p:ph type="body" idx="1"/>
          </p:nvPr>
        </p:nvSpPr>
        <p:spPr>
          <a:xfrm>
            <a:off x="931863" y="4408488"/>
            <a:ext cx="5133975" cy="4179887"/>
          </a:xfrm>
        </p:spPr>
        <p:txBody>
          <a:bodyPr/>
          <a:lstStyle/>
          <a:p>
            <a:r>
              <a:rPr lang="en-US" altLang="en-US"/>
              <a:t>All the sophisticated high-performance communication techniques developed since WW2 may need to be thrown out the window.</a:t>
            </a:r>
          </a:p>
          <a:p>
            <a:r>
              <a:rPr lang="en-US" altLang="en-US"/>
              <a:t>By cooperating, nodes can save energy</a:t>
            </a:r>
          </a:p>
        </p:txBody>
      </p:sp>
    </p:spTree>
    <p:extLst>
      <p:ext uri="{BB962C8B-B14F-4D97-AF65-F5344CB8AC3E}">
        <p14:creationId xmlns:p14="http://schemas.microsoft.com/office/powerpoint/2010/main" val="8533418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CC44CFF-F7F3-07FF-6EEB-61AC2729289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4563">
              <a:defRPr kumimoji="1" sz="3200">
                <a:solidFill>
                  <a:schemeClr val="tx1"/>
                </a:solidFill>
                <a:latin typeface="Arial" panose="020B0604020202020204" pitchFamily="34" charset="0"/>
              </a:defRPr>
            </a:lvl1pPr>
            <a:lvl2pPr marL="742950" indent="-285750" defTabSz="944563">
              <a:defRPr kumimoji="1" sz="3200">
                <a:solidFill>
                  <a:schemeClr val="tx1"/>
                </a:solidFill>
                <a:latin typeface="Arial" panose="020B0604020202020204" pitchFamily="34" charset="0"/>
              </a:defRPr>
            </a:lvl2pPr>
            <a:lvl3pPr marL="1143000" indent="-228600" defTabSz="944563">
              <a:defRPr kumimoji="1" sz="3200">
                <a:solidFill>
                  <a:schemeClr val="tx1"/>
                </a:solidFill>
                <a:latin typeface="Arial" panose="020B0604020202020204" pitchFamily="34" charset="0"/>
              </a:defRPr>
            </a:lvl3pPr>
            <a:lvl4pPr marL="1600200" indent="-228600" defTabSz="944563">
              <a:defRPr kumimoji="1" sz="3200">
                <a:solidFill>
                  <a:schemeClr val="tx1"/>
                </a:solidFill>
                <a:latin typeface="Arial" panose="020B0604020202020204" pitchFamily="34" charset="0"/>
              </a:defRPr>
            </a:lvl4pPr>
            <a:lvl5pPr marL="2057400" indent="-228600" defTabSz="944563">
              <a:defRPr kumimoji="1" sz="3200">
                <a:solidFill>
                  <a:schemeClr val="tx1"/>
                </a:solidFill>
                <a:latin typeface="Arial" panose="020B0604020202020204" pitchFamily="34" charset="0"/>
              </a:defRPr>
            </a:lvl5pPr>
            <a:lvl6pPr marL="25146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r>
              <a:rPr kumimoji="0" lang="en-US" altLang="en-US" sz="1200"/>
              <a:t>PDCS 2000 Tutorial: </a:t>
            </a:r>
            <a:r>
              <a:rPr kumimoji="0" lang="en-US" altLang="en-US" sz="1200" b="1"/>
              <a:t>Mobile Computing</a:t>
            </a:r>
          </a:p>
          <a:p>
            <a:r>
              <a:rPr kumimoji="0" lang="en-US" altLang="en-US" sz="1200"/>
              <a:t>Golden G. Richard III, Ph.D.</a:t>
            </a:r>
          </a:p>
          <a:p>
            <a:r>
              <a:rPr kumimoji="0" lang="en-US" altLang="en-US" sz="1200"/>
              <a:t>University of New Orleans</a:t>
            </a:r>
          </a:p>
        </p:txBody>
      </p:sp>
      <p:sp>
        <p:nvSpPr>
          <p:cNvPr id="76803" name="Rectangle 3">
            <a:extLst>
              <a:ext uri="{FF2B5EF4-FFF2-40B4-BE49-F238E27FC236}">
                <a16:creationId xmlns:a16="http://schemas.microsoft.com/office/drawing/2014/main" id="{99DF0D1B-68EA-C3ED-4E9F-89153C7FB0E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4563">
              <a:defRPr kumimoji="1" sz="3200">
                <a:solidFill>
                  <a:schemeClr val="tx1"/>
                </a:solidFill>
                <a:latin typeface="Arial" panose="020B0604020202020204" pitchFamily="34" charset="0"/>
              </a:defRPr>
            </a:lvl1pPr>
            <a:lvl2pPr marL="742950" indent="-285750" defTabSz="944563">
              <a:defRPr kumimoji="1" sz="3200">
                <a:solidFill>
                  <a:schemeClr val="tx1"/>
                </a:solidFill>
                <a:latin typeface="Arial" panose="020B0604020202020204" pitchFamily="34" charset="0"/>
              </a:defRPr>
            </a:lvl2pPr>
            <a:lvl3pPr marL="1143000" indent="-228600" defTabSz="944563">
              <a:defRPr kumimoji="1" sz="3200">
                <a:solidFill>
                  <a:schemeClr val="tx1"/>
                </a:solidFill>
                <a:latin typeface="Arial" panose="020B0604020202020204" pitchFamily="34" charset="0"/>
              </a:defRPr>
            </a:lvl3pPr>
            <a:lvl4pPr marL="1600200" indent="-228600" defTabSz="944563">
              <a:defRPr kumimoji="1" sz="3200">
                <a:solidFill>
                  <a:schemeClr val="tx1"/>
                </a:solidFill>
                <a:latin typeface="Arial" panose="020B0604020202020204" pitchFamily="34" charset="0"/>
              </a:defRPr>
            </a:lvl4pPr>
            <a:lvl5pPr marL="2057400" indent="-228600" defTabSz="944563">
              <a:defRPr kumimoji="1" sz="3200">
                <a:solidFill>
                  <a:schemeClr val="tx1"/>
                </a:solidFill>
                <a:latin typeface="Arial" panose="020B0604020202020204" pitchFamily="34" charset="0"/>
              </a:defRPr>
            </a:lvl5pPr>
            <a:lvl6pPr marL="25146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r>
              <a:rPr kumimoji="0" lang="en-US" altLang="en-US" sz="1000"/>
              <a:t>November 6, 2000</a:t>
            </a:r>
          </a:p>
        </p:txBody>
      </p:sp>
      <p:sp>
        <p:nvSpPr>
          <p:cNvPr id="76804" name="Rectangle 7">
            <a:extLst>
              <a:ext uri="{FF2B5EF4-FFF2-40B4-BE49-F238E27FC236}">
                <a16:creationId xmlns:a16="http://schemas.microsoft.com/office/drawing/2014/main" id="{396B8B1E-86C8-C553-2093-87B20AB07A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4563">
              <a:defRPr kumimoji="1" sz="3200">
                <a:solidFill>
                  <a:schemeClr val="tx1"/>
                </a:solidFill>
                <a:latin typeface="Arial" panose="020B0604020202020204" pitchFamily="34" charset="0"/>
              </a:defRPr>
            </a:lvl1pPr>
            <a:lvl2pPr marL="742950" indent="-285750" defTabSz="944563">
              <a:defRPr kumimoji="1" sz="3200">
                <a:solidFill>
                  <a:schemeClr val="tx1"/>
                </a:solidFill>
                <a:latin typeface="Arial" panose="020B0604020202020204" pitchFamily="34" charset="0"/>
              </a:defRPr>
            </a:lvl2pPr>
            <a:lvl3pPr marL="1143000" indent="-228600" defTabSz="944563">
              <a:defRPr kumimoji="1" sz="3200">
                <a:solidFill>
                  <a:schemeClr val="tx1"/>
                </a:solidFill>
                <a:latin typeface="Arial" panose="020B0604020202020204" pitchFamily="34" charset="0"/>
              </a:defRPr>
            </a:lvl3pPr>
            <a:lvl4pPr marL="1600200" indent="-228600" defTabSz="944563">
              <a:defRPr kumimoji="1" sz="3200">
                <a:solidFill>
                  <a:schemeClr val="tx1"/>
                </a:solidFill>
                <a:latin typeface="Arial" panose="020B0604020202020204" pitchFamily="34" charset="0"/>
              </a:defRPr>
            </a:lvl4pPr>
            <a:lvl5pPr marL="2057400" indent="-228600" defTabSz="944563">
              <a:defRPr kumimoji="1" sz="3200">
                <a:solidFill>
                  <a:schemeClr val="tx1"/>
                </a:solidFill>
                <a:latin typeface="Arial" panose="020B0604020202020204" pitchFamily="34" charset="0"/>
              </a:defRPr>
            </a:lvl5pPr>
            <a:lvl6pPr marL="25146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defTabSz="944563"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fld id="{DD92CCCB-5F79-4E51-A2D7-4AA9A213F269}" type="slidenum">
              <a:rPr kumimoji="0" lang="en-US" altLang="en-US" sz="1000"/>
              <a:pPr/>
              <a:t>81</a:t>
            </a:fld>
            <a:endParaRPr kumimoji="0" lang="en-US" altLang="en-US" sz="1000"/>
          </a:p>
        </p:txBody>
      </p:sp>
      <p:sp>
        <p:nvSpPr>
          <p:cNvPr id="76805" name="Rectangle 2">
            <a:extLst>
              <a:ext uri="{FF2B5EF4-FFF2-40B4-BE49-F238E27FC236}">
                <a16:creationId xmlns:a16="http://schemas.microsoft.com/office/drawing/2014/main" id="{6DD2D406-390D-2732-1FBE-854E8B1CF746}"/>
              </a:ext>
            </a:extLst>
          </p:cNvPr>
          <p:cNvSpPr>
            <a:spLocks noGrp="1" noRot="1" noChangeAspect="1" noChangeArrowheads="1" noTextEdit="1"/>
          </p:cNvSpPr>
          <p:nvPr>
            <p:ph type="sldImg"/>
          </p:nvPr>
        </p:nvSpPr>
        <p:spPr>
          <a:ln/>
        </p:spPr>
      </p:sp>
      <p:sp>
        <p:nvSpPr>
          <p:cNvPr id="76806" name="Rectangle 3">
            <a:extLst>
              <a:ext uri="{FF2B5EF4-FFF2-40B4-BE49-F238E27FC236}">
                <a16:creationId xmlns:a16="http://schemas.microsoft.com/office/drawing/2014/main" id="{6981C0CA-BA74-A7F3-AC8D-90A09D92B4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003296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57EC2-9599-8554-0923-B85CD6886CC4}"/>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6074C1B2-762D-FA85-BFF1-2C2411B4ACF5}"/>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B845A27A-E1F4-432D-935F-F28217923DE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84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7522" name="Rectangle 2">
            <a:extLst>
              <a:ext uri="{FF2B5EF4-FFF2-40B4-BE49-F238E27FC236}">
                <a16:creationId xmlns:a16="http://schemas.microsoft.com/office/drawing/2014/main" id="{2072CE75-5F74-5381-E82F-97968810216A}"/>
              </a:ext>
            </a:extLst>
          </p:cNvPr>
          <p:cNvSpPr>
            <a:spLocks noGrp="1" noRot="1" noChangeAspect="1" noChangeArrowheads="1" noTextEdit="1"/>
          </p:cNvSpPr>
          <p:nvPr>
            <p:ph type="sldImg"/>
          </p:nvPr>
        </p:nvSpPr>
        <p:spPr>
          <a:xfrm>
            <a:off x="1179513" y="695325"/>
            <a:ext cx="4641850" cy="3481388"/>
          </a:xfrm>
          <a:ln/>
        </p:spPr>
      </p:sp>
      <p:sp>
        <p:nvSpPr>
          <p:cNvPr id="107523" name="Rectangle 3">
            <a:extLst>
              <a:ext uri="{FF2B5EF4-FFF2-40B4-BE49-F238E27FC236}">
                <a16:creationId xmlns:a16="http://schemas.microsoft.com/office/drawing/2014/main" id="{F1603CCA-2414-CBCA-08FB-D8A79BC6D24A}"/>
              </a:ext>
            </a:extLst>
          </p:cNvPr>
          <p:cNvSpPr>
            <a:spLocks noGrp="1" noChangeArrowheads="1"/>
          </p:cNvSpPr>
          <p:nvPr>
            <p:ph type="body" idx="1"/>
          </p:nvPr>
        </p:nvSpPr>
        <p:spPr>
          <a:xfrm>
            <a:off x="931863" y="4408488"/>
            <a:ext cx="5133975" cy="4179887"/>
          </a:xfrm>
        </p:spPr>
        <p:txBody>
          <a:bodyPr/>
          <a:lstStyle/>
          <a:p>
            <a:r>
              <a:rPr lang="en-US" altLang="en-US"/>
              <a:t>-No backbone: nodes must self-configure into a network.</a:t>
            </a:r>
          </a:p>
          <a:p>
            <a:r>
              <a:rPr lang="en-US" altLang="en-US"/>
              <a:t>-In principle all nodes can communicate with all other nodes, but multihop routing can reduce the interference associated with direct transmission.</a:t>
            </a:r>
          </a:p>
          <a:p>
            <a:r>
              <a:rPr lang="en-US" altLang="en-US"/>
              <a:t>-Topology dynamic since nodes move around and link characteristics change.</a:t>
            </a:r>
          </a:p>
          <a:p>
            <a:r>
              <a:rPr lang="en-US" altLang="en-US"/>
              <a:t>-Applications: appliances and entertainment units in the home, community networks that bypass the Internet. Military networks for robust flexible easily-deployed network (every soldier is a node).</a:t>
            </a:r>
          </a:p>
        </p:txBody>
      </p:sp>
    </p:spTree>
    <p:extLst>
      <p:ext uri="{BB962C8B-B14F-4D97-AF65-F5344CB8AC3E}">
        <p14:creationId xmlns:p14="http://schemas.microsoft.com/office/powerpoint/2010/main" val="4149630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C9C51-E59C-A2AA-7535-2FC7FF74AD7E}"/>
            </a:ext>
          </a:extLst>
        </p:cNvPr>
        <p:cNvGrpSpPr/>
        <p:nvPr/>
      </p:nvGrpSpPr>
      <p:grpSpPr>
        <a:xfrm>
          <a:off x="0" y="0"/>
          <a:ext cx="0" cy="0"/>
          <a:chOff x="0" y="0"/>
          <a:chExt cx="0" cy="0"/>
        </a:xfrm>
      </p:grpSpPr>
      <p:sp>
        <p:nvSpPr>
          <p:cNvPr id="13314" name="Rectangle 7">
            <a:extLst>
              <a:ext uri="{FF2B5EF4-FFF2-40B4-BE49-F238E27FC236}">
                <a16:creationId xmlns:a16="http://schemas.microsoft.com/office/drawing/2014/main" id="{ABB6EC27-A221-8EC8-082B-7D23A4E34CD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71C13A8-CCF0-44B9-B9B1-A1D9917B6274}" type="slidenum">
              <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3315" name="Rectangle 2">
            <a:extLst>
              <a:ext uri="{FF2B5EF4-FFF2-40B4-BE49-F238E27FC236}">
                <a16:creationId xmlns:a16="http://schemas.microsoft.com/office/drawing/2014/main" id="{75C2180B-2B3C-1425-4C0F-18C3B90930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6" name="Rectangle 3">
            <a:extLst>
              <a:ext uri="{FF2B5EF4-FFF2-40B4-BE49-F238E27FC236}">
                <a16:creationId xmlns:a16="http://schemas.microsoft.com/office/drawing/2014/main" id="{A9099C83-7295-DD87-D678-3817546521E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b="1"/>
              <a:t>Today’s network applications must communicate across totally different networking environments with different link characteristics. Interplanetary Internet that includes both terrestrial and interplanetary links is an extreme case of DTN. Under water marine communication, sensor networks, satellite communication and etc. </a:t>
            </a:r>
          </a:p>
        </p:txBody>
      </p:sp>
    </p:spTree>
    <p:extLst>
      <p:ext uri="{BB962C8B-B14F-4D97-AF65-F5344CB8AC3E}">
        <p14:creationId xmlns:p14="http://schemas.microsoft.com/office/powerpoint/2010/main" val="38726634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5E8CD-2841-C0A5-993D-2864DD961759}"/>
            </a:ext>
          </a:extLst>
        </p:cNvPr>
        <p:cNvGrpSpPr/>
        <p:nvPr/>
      </p:nvGrpSpPr>
      <p:grpSpPr>
        <a:xfrm>
          <a:off x="0" y="0"/>
          <a:ext cx="0" cy="0"/>
          <a:chOff x="0" y="0"/>
          <a:chExt cx="0" cy="0"/>
        </a:xfrm>
      </p:grpSpPr>
      <p:sp>
        <p:nvSpPr>
          <p:cNvPr id="13314" name="Rectangle 7">
            <a:extLst>
              <a:ext uri="{FF2B5EF4-FFF2-40B4-BE49-F238E27FC236}">
                <a16:creationId xmlns:a16="http://schemas.microsoft.com/office/drawing/2014/main" id="{3C680BEA-D76B-F536-BF74-E01C3061E66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71C13A8-CCF0-44B9-B9B1-A1D9917B6274}" type="slidenum">
              <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91</a:t>
            </a:fld>
            <a:endPar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3315" name="Rectangle 2">
            <a:extLst>
              <a:ext uri="{FF2B5EF4-FFF2-40B4-BE49-F238E27FC236}">
                <a16:creationId xmlns:a16="http://schemas.microsoft.com/office/drawing/2014/main" id="{33308518-56B8-7899-78B6-1A52F560F9C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6" name="Rectangle 3">
            <a:extLst>
              <a:ext uri="{FF2B5EF4-FFF2-40B4-BE49-F238E27FC236}">
                <a16:creationId xmlns:a16="http://schemas.microsoft.com/office/drawing/2014/main" id="{119D04A3-CB9D-B4BC-7C8F-5FA28BB6870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b="1"/>
              <a:t>Today’s network applications must communicate across totally different networking environments with different link characteristics. Interplanetary Internet that includes both terrestrial and interplanetary links is an extreme case of DTN. Under water marine communication, sensor networks, satellite communication and etc. </a:t>
            </a:r>
          </a:p>
        </p:txBody>
      </p:sp>
    </p:spTree>
    <p:extLst>
      <p:ext uri="{BB962C8B-B14F-4D97-AF65-F5344CB8AC3E}">
        <p14:creationId xmlns:p14="http://schemas.microsoft.com/office/powerpoint/2010/main" val="22123328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8D310-6ADD-0580-0432-CD812C3305C4}"/>
            </a:ext>
          </a:extLst>
        </p:cNvPr>
        <p:cNvGrpSpPr/>
        <p:nvPr/>
      </p:nvGrpSpPr>
      <p:grpSpPr>
        <a:xfrm>
          <a:off x="0" y="0"/>
          <a:ext cx="0" cy="0"/>
          <a:chOff x="0" y="0"/>
          <a:chExt cx="0" cy="0"/>
        </a:xfrm>
      </p:grpSpPr>
      <p:sp>
        <p:nvSpPr>
          <p:cNvPr id="15362" name="Rectangle 7">
            <a:extLst>
              <a:ext uri="{FF2B5EF4-FFF2-40B4-BE49-F238E27FC236}">
                <a16:creationId xmlns:a16="http://schemas.microsoft.com/office/drawing/2014/main" id="{71B59CE5-9664-92D9-123B-FEA575763C1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D6A5CB2-CC2B-46A5-AA6D-ABBB785AEFF0}" type="slidenum">
              <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92</a:t>
            </a:fld>
            <a:endPar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5363" name="Rectangle 2">
            <a:extLst>
              <a:ext uri="{FF2B5EF4-FFF2-40B4-BE49-F238E27FC236}">
                <a16:creationId xmlns:a16="http://schemas.microsoft.com/office/drawing/2014/main" id="{B24F438C-D515-0E66-94F3-0A8D1DEE533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4" name="Rectangle 3">
            <a:extLst>
              <a:ext uri="{FF2B5EF4-FFF2-40B4-BE49-F238E27FC236}">
                <a16:creationId xmlns:a16="http://schemas.microsoft.com/office/drawing/2014/main" id="{F313AFA7-BE68-2356-22A0-BAD2DC6473D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a:t>Application is using mobile computation for real biological research using sensors installed on real zebras. </a:t>
            </a:r>
          </a:p>
          <a:p>
            <a:pPr>
              <a:spcBef>
                <a:spcPct val="0"/>
              </a:spcBef>
            </a:pPr>
            <a:r>
              <a:rPr lang="en-US" altLang="en-US"/>
              <a:t>ZebraNet is a power-aware wireless ad hoc sensor network, </a:t>
            </a:r>
          </a:p>
          <a:p>
            <a:pPr>
              <a:spcBef>
                <a:spcPct val="0"/>
              </a:spcBef>
            </a:pPr>
            <a:r>
              <a:rPr lang="en-US" altLang="en-US"/>
              <a:t>the goal is to use systems to perform novel studies of animal migrations and inter-species interactions. </a:t>
            </a:r>
          </a:p>
        </p:txBody>
      </p:sp>
    </p:spTree>
    <p:extLst>
      <p:ext uri="{BB962C8B-B14F-4D97-AF65-F5344CB8AC3E}">
        <p14:creationId xmlns:p14="http://schemas.microsoft.com/office/powerpoint/2010/main" val="8089927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22EB0-7279-F3E8-ECD1-9099ABC7FC2E}"/>
            </a:ext>
          </a:extLst>
        </p:cNvPr>
        <p:cNvGrpSpPr/>
        <p:nvPr/>
      </p:nvGrpSpPr>
      <p:grpSpPr>
        <a:xfrm>
          <a:off x="0" y="0"/>
          <a:ext cx="0" cy="0"/>
          <a:chOff x="0" y="0"/>
          <a:chExt cx="0" cy="0"/>
        </a:xfrm>
      </p:grpSpPr>
      <p:sp>
        <p:nvSpPr>
          <p:cNvPr id="15362" name="Rectangle 7">
            <a:extLst>
              <a:ext uri="{FF2B5EF4-FFF2-40B4-BE49-F238E27FC236}">
                <a16:creationId xmlns:a16="http://schemas.microsoft.com/office/drawing/2014/main" id="{26BECDB5-0A5A-4F33-22EB-BA1E22092BA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D6A5CB2-CC2B-46A5-AA6D-ABBB785AEFF0}" type="slidenum">
              <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93</a:t>
            </a:fld>
            <a:endPar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5363" name="Rectangle 2">
            <a:extLst>
              <a:ext uri="{FF2B5EF4-FFF2-40B4-BE49-F238E27FC236}">
                <a16:creationId xmlns:a16="http://schemas.microsoft.com/office/drawing/2014/main" id="{121A1EC1-D403-818B-518D-1B6B3110AF0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4" name="Rectangle 3">
            <a:extLst>
              <a:ext uri="{FF2B5EF4-FFF2-40B4-BE49-F238E27FC236}">
                <a16:creationId xmlns:a16="http://schemas.microsoft.com/office/drawing/2014/main" id="{F1EB2EF4-D67C-05DE-FDF8-1DA2D2A62B7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a:t>Application is using mobile computation for real biological research using sensors installed on real zebras. </a:t>
            </a:r>
          </a:p>
          <a:p>
            <a:pPr>
              <a:spcBef>
                <a:spcPct val="0"/>
              </a:spcBef>
            </a:pPr>
            <a:r>
              <a:rPr lang="en-US" altLang="en-US"/>
              <a:t>ZebraNet is a power-aware wireless ad hoc sensor network, </a:t>
            </a:r>
          </a:p>
          <a:p>
            <a:pPr>
              <a:spcBef>
                <a:spcPct val="0"/>
              </a:spcBef>
            </a:pPr>
            <a:r>
              <a:rPr lang="en-US" altLang="en-US"/>
              <a:t>the goal is to use systems to perform novel studies of animal migrations and inter-species interactions. </a:t>
            </a:r>
          </a:p>
        </p:txBody>
      </p:sp>
    </p:spTree>
    <p:extLst>
      <p:ext uri="{BB962C8B-B14F-4D97-AF65-F5344CB8AC3E}">
        <p14:creationId xmlns:p14="http://schemas.microsoft.com/office/powerpoint/2010/main" val="41964613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C5BDB-30FD-6DCC-FD81-3178B2499F87}"/>
            </a:ext>
          </a:extLst>
        </p:cNvPr>
        <p:cNvGrpSpPr/>
        <p:nvPr/>
      </p:nvGrpSpPr>
      <p:grpSpPr>
        <a:xfrm>
          <a:off x="0" y="0"/>
          <a:ext cx="0" cy="0"/>
          <a:chOff x="0" y="0"/>
          <a:chExt cx="0" cy="0"/>
        </a:xfrm>
      </p:grpSpPr>
      <p:sp>
        <p:nvSpPr>
          <p:cNvPr id="17410" name="Rectangle 7">
            <a:extLst>
              <a:ext uri="{FF2B5EF4-FFF2-40B4-BE49-F238E27FC236}">
                <a16:creationId xmlns:a16="http://schemas.microsoft.com/office/drawing/2014/main" id="{60EE2898-2EE5-9A05-B344-AE94269010E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548EDC3-C5A9-47A4-92E7-BF0E45230567}" type="slidenum">
              <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95</a:t>
            </a:fld>
            <a:endParaRPr kumimoji="1" lang="en-US" altLang="en-US"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7411" name="Rectangle 2">
            <a:extLst>
              <a:ext uri="{FF2B5EF4-FFF2-40B4-BE49-F238E27FC236}">
                <a16:creationId xmlns:a16="http://schemas.microsoft.com/office/drawing/2014/main" id="{4A496874-9C4E-2655-C224-54166F9C78C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2" name="Rectangle 3">
            <a:extLst>
              <a:ext uri="{FF2B5EF4-FFF2-40B4-BE49-F238E27FC236}">
                <a16:creationId xmlns:a16="http://schemas.microsoft.com/office/drawing/2014/main" id="{06472A4F-7C12-D5D6-AAA5-19F53E97F5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90000"/>
              </a:lnSpc>
              <a:spcBef>
                <a:spcPct val="0"/>
              </a:spcBef>
            </a:pPr>
            <a:r>
              <a:rPr lang="en-US" altLang="en-US" sz="1000"/>
              <a:t>   </a:t>
            </a:r>
            <a:endParaRPr lang="en-US" altLang="en-US"/>
          </a:p>
        </p:txBody>
      </p:sp>
    </p:spTree>
    <p:extLst>
      <p:ext uri="{BB962C8B-B14F-4D97-AF65-F5344CB8AC3E}">
        <p14:creationId xmlns:p14="http://schemas.microsoft.com/office/powerpoint/2010/main" val="3106018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E6104-B98F-86A9-1206-073EDA23487A}"/>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195B499F-466B-74AB-A278-3B9566853352}"/>
              </a:ext>
            </a:extLst>
          </p:cNvPr>
          <p:cNvSpPr>
            <a:spLocks noGrp="1" noChangeArrowheads="1"/>
          </p:cNvSpPr>
          <p:nvPr>
            <p:ph type="sldNum" sz="quarter" idx="5"/>
          </p:nvPr>
        </p:nvSpPr>
        <p:spPr>
          <a:ln/>
        </p:spPr>
        <p:txBody>
          <a:bodyPr/>
          <a:lstStyle/>
          <a:p>
            <a:pPr marL="0" marR="0" lvl="0" indent="0" algn="r" defTabSz="915988" rtl="0" eaLnBrk="0" fontAlgn="base" latinLnBrk="0" hangingPunct="0">
              <a:lnSpc>
                <a:spcPct val="100000"/>
              </a:lnSpc>
              <a:spcBef>
                <a:spcPct val="0"/>
              </a:spcBef>
              <a:spcAft>
                <a:spcPct val="0"/>
              </a:spcAft>
              <a:buClrTx/>
              <a:buSzTx/>
              <a:buFontTx/>
              <a:buNone/>
              <a:tabLst/>
              <a:defRPr/>
            </a:pPr>
            <a:fld id="{B845A27A-E1F4-432D-935F-F28217923DE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5988" rtl="0" eaLnBrk="0" fontAlgn="base" latinLnBrk="0" hangingPunct="0">
                <a:lnSpc>
                  <a:spcPct val="100000"/>
                </a:lnSpc>
                <a:spcBef>
                  <a:spcPct val="0"/>
                </a:spcBef>
                <a:spcAft>
                  <a:spcPct val="0"/>
                </a:spcAft>
                <a:buClrTx/>
                <a:buSzTx/>
                <a:buFontTx/>
                <a:buNone/>
                <a:tabLst/>
                <a:defRPr/>
              </a:pPr>
              <a:t>97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7522" name="Rectangle 2">
            <a:extLst>
              <a:ext uri="{FF2B5EF4-FFF2-40B4-BE49-F238E27FC236}">
                <a16:creationId xmlns:a16="http://schemas.microsoft.com/office/drawing/2014/main" id="{B4B34B88-BA7A-831A-F75F-C6055127A74C}"/>
              </a:ext>
            </a:extLst>
          </p:cNvPr>
          <p:cNvSpPr>
            <a:spLocks noGrp="1" noRot="1" noChangeAspect="1" noChangeArrowheads="1" noTextEdit="1"/>
          </p:cNvSpPr>
          <p:nvPr>
            <p:ph type="sldImg"/>
          </p:nvPr>
        </p:nvSpPr>
        <p:spPr>
          <a:xfrm>
            <a:off x="1179513" y="695325"/>
            <a:ext cx="4641850" cy="3481388"/>
          </a:xfrm>
          <a:ln/>
        </p:spPr>
      </p:sp>
      <p:sp>
        <p:nvSpPr>
          <p:cNvPr id="107523" name="Rectangle 3">
            <a:extLst>
              <a:ext uri="{FF2B5EF4-FFF2-40B4-BE49-F238E27FC236}">
                <a16:creationId xmlns:a16="http://schemas.microsoft.com/office/drawing/2014/main" id="{D3CB5C7A-526D-E2F4-BFF5-CCC0D25AA79D}"/>
              </a:ext>
            </a:extLst>
          </p:cNvPr>
          <p:cNvSpPr>
            <a:spLocks noGrp="1" noChangeArrowheads="1"/>
          </p:cNvSpPr>
          <p:nvPr>
            <p:ph type="body" idx="1"/>
          </p:nvPr>
        </p:nvSpPr>
        <p:spPr>
          <a:xfrm>
            <a:off x="931863" y="4408488"/>
            <a:ext cx="5133975" cy="4179887"/>
          </a:xfrm>
        </p:spPr>
        <p:txBody>
          <a:bodyPr/>
          <a:lstStyle/>
          <a:p>
            <a:r>
              <a:rPr lang="en-US" altLang="en-US"/>
              <a:t>-No backbone: nodes must self-configure into a network.</a:t>
            </a:r>
          </a:p>
          <a:p>
            <a:r>
              <a:rPr lang="en-US" altLang="en-US"/>
              <a:t>-In principle all nodes can communicate with all other nodes, but multihop routing can reduce the interference associated with direct transmission.</a:t>
            </a:r>
          </a:p>
          <a:p>
            <a:r>
              <a:rPr lang="en-US" altLang="en-US"/>
              <a:t>-Topology dynamic since nodes move around and link characteristics change.</a:t>
            </a:r>
          </a:p>
          <a:p>
            <a:r>
              <a:rPr lang="en-US" altLang="en-US"/>
              <a:t>-Applications: appliances and entertainment units in the home, community networks that bypass the Internet. Military networks for robust flexible easily-deployed network (every soldier is a node).</a:t>
            </a:r>
          </a:p>
        </p:txBody>
      </p:sp>
    </p:spTree>
    <p:extLst>
      <p:ext uri="{BB962C8B-B14F-4D97-AF65-F5344CB8AC3E}">
        <p14:creationId xmlns:p14="http://schemas.microsoft.com/office/powerpoint/2010/main" val="2518800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3200" b="0" i="0">
                <a:solidFill>
                  <a:srgbClr val="7F7F7F"/>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6/27/2025</a:t>
            </a:fld>
            <a:endParaRPr lang="en-US"/>
          </a:p>
        </p:txBody>
      </p:sp>
      <p:sp>
        <p:nvSpPr>
          <p:cNvPr id="6" name="Holder 6"/>
          <p:cNvSpPr>
            <a:spLocks noGrp="1"/>
          </p:cNvSpPr>
          <p:nvPr>
            <p:ph type="sldNum" sz="quarter" idx="7"/>
          </p:nvPr>
        </p:nvSpPr>
        <p:spPr/>
        <p:txBody>
          <a:bodyPr lIns="0" tIns="0" rIns="0" bIns="0"/>
          <a:lstStyle>
            <a:lvl1pPr>
              <a:defRPr sz="1400" b="1" i="0">
                <a:solidFill>
                  <a:srgbClr val="FF6600"/>
                </a:solidFill>
                <a:latin typeface="Arial"/>
                <a:cs typeface="Arial"/>
              </a:defRPr>
            </a:lvl1pPr>
          </a:lstStyle>
          <a:p>
            <a:pPr marL="136525">
              <a:lnSpc>
                <a:spcPts val="1645"/>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200" b="0" i="0">
                <a:solidFill>
                  <a:srgbClr val="7F7F7F"/>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6/27/2025</a:t>
            </a:fld>
            <a:endParaRPr lang="en-US"/>
          </a:p>
        </p:txBody>
      </p:sp>
      <p:sp>
        <p:nvSpPr>
          <p:cNvPr id="6" name="Holder 6"/>
          <p:cNvSpPr>
            <a:spLocks noGrp="1"/>
          </p:cNvSpPr>
          <p:nvPr>
            <p:ph type="sldNum" sz="quarter" idx="7"/>
          </p:nvPr>
        </p:nvSpPr>
        <p:spPr/>
        <p:txBody>
          <a:bodyPr lIns="0" tIns="0" rIns="0" bIns="0"/>
          <a:lstStyle>
            <a:lvl1pPr>
              <a:defRPr sz="1400" b="1" i="0">
                <a:solidFill>
                  <a:srgbClr val="FF6600"/>
                </a:solidFill>
                <a:latin typeface="Arial"/>
                <a:cs typeface="Arial"/>
              </a:defRPr>
            </a:lvl1pPr>
          </a:lstStyle>
          <a:p>
            <a:pPr marL="136525">
              <a:lnSpc>
                <a:spcPts val="1645"/>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6/27/2025</a:t>
            </a:fld>
            <a:endParaRPr lang="en-US"/>
          </a:p>
        </p:txBody>
      </p:sp>
      <p:sp>
        <p:nvSpPr>
          <p:cNvPr id="7" name="Holder 7"/>
          <p:cNvSpPr>
            <a:spLocks noGrp="1"/>
          </p:cNvSpPr>
          <p:nvPr>
            <p:ph type="sldNum" sz="quarter" idx="7"/>
          </p:nvPr>
        </p:nvSpPr>
        <p:spPr/>
        <p:txBody>
          <a:bodyPr lIns="0" tIns="0" rIns="0" bIns="0"/>
          <a:lstStyle>
            <a:lvl1pPr>
              <a:defRPr sz="1400" b="1" i="0">
                <a:solidFill>
                  <a:srgbClr val="FF6600"/>
                </a:solidFill>
                <a:latin typeface="Arial"/>
                <a:cs typeface="Arial"/>
              </a:defRPr>
            </a:lvl1pPr>
          </a:lstStyle>
          <a:p>
            <a:pPr marL="136525">
              <a:lnSpc>
                <a:spcPts val="1645"/>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6/27/2025</a:t>
            </a:fld>
            <a:endParaRPr lang="en-US"/>
          </a:p>
        </p:txBody>
      </p:sp>
      <p:sp>
        <p:nvSpPr>
          <p:cNvPr id="5" name="Holder 5"/>
          <p:cNvSpPr>
            <a:spLocks noGrp="1"/>
          </p:cNvSpPr>
          <p:nvPr>
            <p:ph type="sldNum" sz="quarter" idx="7"/>
          </p:nvPr>
        </p:nvSpPr>
        <p:spPr/>
        <p:txBody>
          <a:bodyPr lIns="0" tIns="0" rIns="0" bIns="0"/>
          <a:lstStyle>
            <a:lvl1pPr>
              <a:defRPr sz="1400" b="1" i="0">
                <a:solidFill>
                  <a:srgbClr val="FF6600"/>
                </a:solidFill>
                <a:latin typeface="Arial"/>
                <a:cs typeface="Arial"/>
              </a:defRPr>
            </a:lvl1pPr>
          </a:lstStyle>
          <a:p>
            <a:pPr marL="136525">
              <a:lnSpc>
                <a:spcPts val="1645"/>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6/27/2025</a:t>
            </a:fld>
            <a:endParaRPr lang="en-US"/>
          </a:p>
        </p:txBody>
      </p:sp>
      <p:sp>
        <p:nvSpPr>
          <p:cNvPr id="4" name="Holder 4"/>
          <p:cNvSpPr>
            <a:spLocks noGrp="1"/>
          </p:cNvSpPr>
          <p:nvPr>
            <p:ph type="sldNum" sz="quarter" idx="7"/>
          </p:nvPr>
        </p:nvSpPr>
        <p:spPr/>
        <p:txBody>
          <a:bodyPr lIns="0" tIns="0" rIns="0" bIns="0"/>
          <a:lstStyle>
            <a:lvl1pPr>
              <a:defRPr sz="1400" b="1" i="0">
                <a:solidFill>
                  <a:srgbClr val="FF6600"/>
                </a:solidFill>
                <a:latin typeface="Arial"/>
                <a:cs typeface="Arial"/>
              </a:defRPr>
            </a:lvl1pPr>
          </a:lstStyle>
          <a:p>
            <a:pPr marL="136525">
              <a:lnSpc>
                <a:spcPts val="1645"/>
              </a:lnSpc>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57410" name="Rectangle 2">
            <a:extLst>
              <a:ext uri="{FF2B5EF4-FFF2-40B4-BE49-F238E27FC236}">
                <a16:creationId xmlns:a16="http://schemas.microsoft.com/office/drawing/2014/main" id="{65F8BCDB-7D7D-A1D1-8210-AC539C9547B5}"/>
              </a:ext>
            </a:extLst>
          </p:cNvPr>
          <p:cNvSpPr>
            <a:spLocks noGrp="1" noChangeArrowheads="1"/>
          </p:cNvSpPr>
          <p:nvPr>
            <p:ph type="ctrTitle"/>
          </p:nvPr>
        </p:nvSpPr>
        <p:spPr>
          <a:xfrm>
            <a:off x="685800" y="2130425"/>
            <a:ext cx="7772400" cy="1470025"/>
          </a:xfrm>
        </p:spPr>
        <p:txBody>
          <a:bodyPr/>
          <a:lstStyle>
            <a:lvl1pPr algn="ctr">
              <a:defRPr>
                <a:solidFill>
                  <a:srgbClr val="0000FF"/>
                </a:solidFill>
              </a:defRPr>
            </a:lvl1pPr>
          </a:lstStyle>
          <a:p>
            <a:pPr lvl="0"/>
            <a:r>
              <a:rPr lang="en-US" altLang="en-US" noProof="0"/>
              <a:t>Click to edit Master title style</a:t>
            </a:r>
          </a:p>
        </p:txBody>
      </p:sp>
      <p:sp>
        <p:nvSpPr>
          <p:cNvPr id="657411" name="Rectangle 3">
            <a:extLst>
              <a:ext uri="{FF2B5EF4-FFF2-40B4-BE49-F238E27FC236}">
                <a16:creationId xmlns:a16="http://schemas.microsoft.com/office/drawing/2014/main" id="{E974DF5C-6986-F775-5398-EFB1154F5FC5}"/>
              </a:ext>
            </a:extLst>
          </p:cNvPr>
          <p:cNvSpPr>
            <a:spLocks noGrp="1" noChangeArrowheads="1"/>
          </p:cNvSpPr>
          <p:nvPr>
            <p:ph type="subTitle" idx="1"/>
          </p:nvPr>
        </p:nvSpPr>
        <p:spPr>
          <a:xfrm>
            <a:off x="1371600" y="3886200"/>
            <a:ext cx="6400800" cy="1752600"/>
          </a:xfrm>
        </p:spPr>
        <p:txBody>
          <a:bodyPr/>
          <a:lstStyle>
            <a:lvl1pPr marL="0" indent="0" algn="ctr">
              <a:buFontTx/>
              <a:buNone/>
              <a:defRPr>
                <a:solidFill>
                  <a:schemeClr val="tx1"/>
                </a:solidFill>
              </a:defRPr>
            </a:lvl1pPr>
          </a:lstStyle>
          <a:p>
            <a:pPr lvl="0"/>
            <a:r>
              <a:rPr lang="en-US" altLang="en-US" noProof="0"/>
              <a:t>Click to edit Master subtitle style</a:t>
            </a:r>
          </a:p>
        </p:txBody>
      </p:sp>
      <p:sp>
        <p:nvSpPr>
          <p:cNvPr id="657412" name="Rectangle 4">
            <a:extLst>
              <a:ext uri="{FF2B5EF4-FFF2-40B4-BE49-F238E27FC236}">
                <a16:creationId xmlns:a16="http://schemas.microsoft.com/office/drawing/2014/main" id="{1928B9DB-033D-E9CA-2CC0-A45EB74E5D1C}"/>
              </a:ext>
            </a:extLst>
          </p:cNvPr>
          <p:cNvSpPr>
            <a:spLocks noGrp="1" noChangeArrowheads="1"/>
          </p:cNvSpPr>
          <p:nvPr>
            <p:ph type="sldNum" sz="quarter" idx="4"/>
          </p:nvPr>
        </p:nvSpPr>
        <p:spPr>
          <a:xfrm>
            <a:off x="6553200" y="6245225"/>
            <a:ext cx="2133600" cy="476250"/>
          </a:xfrm>
        </p:spPr>
        <p:txBody>
          <a:bodyPr/>
          <a:lstStyle>
            <a:lvl1pPr>
              <a:defRPr/>
            </a:lvl1pPr>
          </a:lstStyle>
          <a:p>
            <a:fld id="{24D45CC3-243A-4946-8462-4D5F184F5A14}" type="slidenum">
              <a:rPr lang="en-US" altLang="en-US"/>
              <a:pPr/>
              <a:t>‹#›</a:t>
            </a:fld>
            <a:endParaRPr lang="en-US" altLang="en-US"/>
          </a:p>
        </p:txBody>
      </p:sp>
      <p:sp>
        <p:nvSpPr>
          <p:cNvPr id="657413" name="Line 5">
            <a:extLst>
              <a:ext uri="{FF2B5EF4-FFF2-40B4-BE49-F238E27FC236}">
                <a16:creationId xmlns:a16="http://schemas.microsoft.com/office/drawing/2014/main" id="{6F20A9A4-59FA-FB2C-7FE1-FAE3F4C7E985}"/>
              </a:ext>
            </a:extLst>
          </p:cNvPr>
          <p:cNvSpPr>
            <a:spLocks noChangeShapeType="1"/>
          </p:cNvSpPr>
          <p:nvPr/>
        </p:nvSpPr>
        <p:spPr bwMode="auto">
          <a:xfrm>
            <a:off x="152400" y="1143000"/>
            <a:ext cx="8839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7414" name="Line 6">
            <a:extLst>
              <a:ext uri="{FF2B5EF4-FFF2-40B4-BE49-F238E27FC236}">
                <a16:creationId xmlns:a16="http://schemas.microsoft.com/office/drawing/2014/main" id="{79114858-A620-0AB1-1E97-F1B98CBB058F}"/>
              </a:ext>
            </a:extLst>
          </p:cNvPr>
          <p:cNvSpPr>
            <a:spLocks noChangeShapeType="1"/>
          </p:cNvSpPr>
          <p:nvPr/>
        </p:nvSpPr>
        <p:spPr bwMode="auto">
          <a:xfrm>
            <a:off x="381000" y="1143000"/>
            <a:ext cx="0" cy="55626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657415" name="Picture 7">
            <a:extLst>
              <a:ext uri="{FF2B5EF4-FFF2-40B4-BE49-F238E27FC236}">
                <a16:creationId xmlns:a16="http://schemas.microsoft.com/office/drawing/2014/main" id="{E7B35309-A609-1E68-7E1B-7A83C6AAAF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7863" y="317500"/>
            <a:ext cx="641350" cy="723900"/>
          </a:xfrm>
          <a:prstGeom prst="rect">
            <a:avLst/>
          </a:prstGeom>
          <a:noFill/>
          <a:extLst>
            <a:ext uri="{909E8E84-426E-40DD-AFC4-6F175D3DCCD1}">
              <a14:hiddenFill xmlns:a14="http://schemas.microsoft.com/office/drawing/2010/main">
                <a:solidFill>
                  <a:srgbClr val="FFFFFF"/>
                </a:solidFill>
              </a14:hiddenFill>
            </a:ext>
          </a:extLst>
        </p:spPr>
      </p:pic>
      <p:sp>
        <p:nvSpPr>
          <p:cNvPr id="657416" name="AutoShape 8">
            <a:extLst>
              <a:ext uri="{FF2B5EF4-FFF2-40B4-BE49-F238E27FC236}">
                <a16:creationId xmlns:a16="http://schemas.microsoft.com/office/drawing/2014/main" id="{658B9BE1-03E2-4C20-0EB1-71D3D7B6028F}"/>
              </a:ext>
            </a:extLst>
          </p:cNvPr>
          <p:cNvSpPr>
            <a:spLocks noChangeArrowheads="1"/>
          </p:cNvSpPr>
          <p:nvPr/>
        </p:nvSpPr>
        <p:spPr bwMode="auto">
          <a:xfrm>
            <a:off x="152400" y="152400"/>
            <a:ext cx="8839200" cy="6553200"/>
          </a:xfrm>
          <a:prstGeom prst="roundRect">
            <a:avLst>
              <a:gd name="adj" fmla="val 4144"/>
            </a:avLst>
          </a:prstGeom>
          <a:noFill/>
          <a:ln w="2857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473538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0AFAA-22B0-8114-4220-358B9C0CB6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4DCD57-21F1-7D56-0140-1A8A3C118B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3C2095C6-33A3-34EA-80AE-DD6CF7A111E9}"/>
              </a:ext>
            </a:extLst>
          </p:cNvPr>
          <p:cNvSpPr>
            <a:spLocks noGrp="1"/>
          </p:cNvSpPr>
          <p:nvPr>
            <p:ph type="sldNum" sz="quarter" idx="10"/>
          </p:nvPr>
        </p:nvSpPr>
        <p:spPr/>
        <p:txBody>
          <a:bodyPr/>
          <a:lstStyle>
            <a:lvl1pPr>
              <a:defRPr/>
            </a:lvl1pPr>
          </a:lstStyle>
          <a:p>
            <a:fld id="{FCE6DC49-94C5-441A-8361-BBAD8F3388BC}" type="slidenum">
              <a:rPr lang="en-US" altLang="en-US"/>
              <a:pPr/>
              <a:t>‹#›</a:t>
            </a:fld>
            <a:endParaRPr lang="en-US" altLang="en-US"/>
          </a:p>
        </p:txBody>
      </p:sp>
    </p:spTree>
    <p:extLst>
      <p:ext uri="{BB962C8B-B14F-4D97-AF65-F5344CB8AC3E}">
        <p14:creationId xmlns:p14="http://schemas.microsoft.com/office/powerpoint/2010/main" val="3410400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80214-5090-D732-EF69-4640CEB54CA2}"/>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0E8F85-FFD7-0C3E-75FD-6548465EBB3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a:extLst>
              <a:ext uri="{FF2B5EF4-FFF2-40B4-BE49-F238E27FC236}">
                <a16:creationId xmlns:a16="http://schemas.microsoft.com/office/drawing/2014/main" id="{E6B3E06F-1415-922C-2F6D-9A93F95E2140}"/>
              </a:ext>
            </a:extLst>
          </p:cNvPr>
          <p:cNvSpPr>
            <a:spLocks noGrp="1"/>
          </p:cNvSpPr>
          <p:nvPr>
            <p:ph type="sldNum" sz="quarter" idx="10"/>
          </p:nvPr>
        </p:nvSpPr>
        <p:spPr/>
        <p:txBody>
          <a:bodyPr/>
          <a:lstStyle>
            <a:lvl1pPr>
              <a:defRPr/>
            </a:lvl1pPr>
          </a:lstStyle>
          <a:p>
            <a:fld id="{9A73E50E-1F7C-401F-93A3-F278D705A827}" type="slidenum">
              <a:rPr lang="en-US" altLang="en-US"/>
              <a:pPr/>
              <a:t>‹#›</a:t>
            </a:fld>
            <a:endParaRPr lang="en-US" altLang="en-US"/>
          </a:p>
        </p:txBody>
      </p:sp>
    </p:spTree>
    <p:extLst>
      <p:ext uri="{BB962C8B-B14F-4D97-AF65-F5344CB8AC3E}">
        <p14:creationId xmlns:p14="http://schemas.microsoft.com/office/powerpoint/2010/main" val="3292669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CF367-B6C3-9D58-5615-E5BF782CA5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F6D15E-CC2D-6657-3EDA-2A1C933AAD31}"/>
              </a:ext>
            </a:extLst>
          </p:cNvPr>
          <p:cNvSpPr>
            <a:spLocks noGrp="1"/>
          </p:cNvSpPr>
          <p:nvPr>
            <p:ph sz="half" idx="1"/>
          </p:nvPr>
        </p:nvSpPr>
        <p:spPr>
          <a:xfrm>
            <a:off x="457200" y="1219200"/>
            <a:ext cx="41529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F7D5D6-2CD1-48F0-A090-2705F0FD60C8}"/>
              </a:ext>
            </a:extLst>
          </p:cNvPr>
          <p:cNvSpPr>
            <a:spLocks noGrp="1"/>
          </p:cNvSpPr>
          <p:nvPr>
            <p:ph sz="half" idx="2"/>
          </p:nvPr>
        </p:nvSpPr>
        <p:spPr>
          <a:xfrm>
            <a:off x="4762500" y="1219200"/>
            <a:ext cx="41529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A57ACC34-95E6-F865-F66A-51EC800516BA}"/>
              </a:ext>
            </a:extLst>
          </p:cNvPr>
          <p:cNvSpPr>
            <a:spLocks noGrp="1"/>
          </p:cNvSpPr>
          <p:nvPr>
            <p:ph type="sldNum" sz="quarter" idx="10"/>
          </p:nvPr>
        </p:nvSpPr>
        <p:spPr/>
        <p:txBody>
          <a:bodyPr/>
          <a:lstStyle>
            <a:lvl1pPr>
              <a:defRPr/>
            </a:lvl1pPr>
          </a:lstStyle>
          <a:p>
            <a:fld id="{EECDCA4F-65C9-4BA8-8D35-096D13C3C0EF}" type="slidenum">
              <a:rPr lang="en-US" altLang="en-US"/>
              <a:pPr/>
              <a:t>‹#›</a:t>
            </a:fld>
            <a:endParaRPr lang="en-US" altLang="en-US"/>
          </a:p>
        </p:txBody>
      </p:sp>
    </p:spTree>
    <p:extLst>
      <p:ext uri="{BB962C8B-B14F-4D97-AF65-F5344CB8AC3E}">
        <p14:creationId xmlns:p14="http://schemas.microsoft.com/office/powerpoint/2010/main" val="1268864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962E-0108-20AE-8AAC-DBC1052D74DE}"/>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5BFE26-A24F-0BDC-CD3A-0F4553CCD99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6BD053-8D6C-65FC-F153-64CFF937FC5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1CAE33-7FF7-F367-587E-43E13B8E073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3BAB39-74D8-7311-340A-8E64771BB8B1}"/>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9F500EE9-A951-D687-597D-40BA4ADE9816}"/>
              </a:ext>
            </a:extLst>
          </p:cNvPr>
          <p:cNvSpPr>
            <a:spLocks noGrp="1"/>
          </p:cNvSpPr>
          <p:nvPr>
            <p:ph type="sldNum" sz="quarter" idx="10"/>
          </p:nvPr>
        </p:nvSpPr>
        <p:spPr/>
        <p:txBody>
          <a:bodyPr/>
          <a:lstStyle>
            <a:lvl1pPr>
              <a:defRPr/>
            </a:lvl1pPr>
          </a:lstStyle>
          <a:p>
            <a:fld id="{E76C3CBD-1927-4280-85A9-3FD7F0852B8F}" type="slidenum">
              <a:rPr lang="en-US" altLang="en-US"/>
              <a:pPr/>
              <a:t>‹#›</a:t>
            </a:fld>
            <a:endParaRPr lang="en-US" altLang="en-US"/>
          </a:p>
        </p:txBody>
      </p:sp>
    </p:spTree>
    <p:extLst>
      <p:ext uri="{BB962C8B-B14F-4D97-AF65-F5344CB8AC3E}">
        <p14:creationId xmlns:p14="http://schemas.microsoft.com/office/powerpoint/2010/main" val="1573757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ABA3-D41E-449E-4BBB-F63997D6F49F}"/>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02478EEE-01C6-B242-3DFF-CB4AA278FD92}"/>
              </a:ext>
            </a:extLst>
          </p:cNvPr>
          <p:cNvSpPr>
            <a:spLocks noGrp="1"/>
          </p:cNvSpPr>
          <p:nvPr>
            <p:ph type="sldNum" sz="quarter" idx="10"/>
          </p:nvPr>
        </p:nvSpPr>
        <p:spPr/>
        <p:txBody>
          <a:bodyPr/>
          <a:lstStyle>
            <a:lvl1pPr>
              <a:defRPr/>
            </a:lvl1pPr>
          </a:lstStyle>
          <a:p>
            <a:fld id="{AA57E049-4822-4223-A790-2F057DC1A053}" type="slidenum">
              <a:rPr lang="en-US" altLang="en-US"/>
              <a:pPr/>
              <a:t>‹#›</a:t>
            </a:fld>
            <a:endParaRPr lang="en-US" altLang="en-US"/>
          </a:p>
        </p:txBody>
      </p:sp>
    </p:spTree>
    <p:extLst>
      <p:ext uri="{BB962C8B-B14F-4D97-AF65-F5344CB8AC3E}">
        <p14:creationId xmlns:p14="http://schemas.microsoft.com/office/powerpoint/2010/main" val="3584865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81E398-0C73-E46A-B87C-FFC7D0E6234B}"/>
              </a:ext>
            </a:extLst>
          </p:cNvPr>
          <p:cNvSpPr>
            <a:spLocks noGrp="1"/>
          </p:cNvSpPr>
          <p:nvPr>
            <p:ph type="sldNum" sz="quarter" idx="10"/>
          </p:nvPr>
        </p:nvSpPr>
        <p:spPr/>
        <p:txBody>
          <a:bodyPr/>
          <a:lstStyle>
            <a:lvl1pPr>
              <a:defRPr/>
            </a:lvl1pPr>
          </a:lstStyle>
          <a:p>
            <a:fld id="{466C6270-B6A8-40C6-9756-8B1C711B8F5E}" type="slidenum">
              <a:rPr lang="en-US" altLang="en-US"/>
              <a:pPr/>
              <a:t>‹#›</a:t>
            </a:fld>
            <a:endParaRPr lang="en-US" altLang="en-US"/>
          </a:p>
        </p:txBody>
      </p:sp>
    </p:spTree>
    <p:extLst>
      <p:ext uri="{BB962C8B-B14F-4D97-AF65-F5344CB8AC3E}">
        <p14:creationId xmlns:p14="http://schemas.microsoft.com/office/powerpoint/2010/main" val="4129407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286B9-6E68-A0F5-C3FB-BCF3FBB9EF3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0DC98F-7871-5AA5-9E7A-B2F60653F95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27AA06-53EE-9FF3-4CEB-053216A366F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1239242C-36D8-1809-A787-E4EBF2FDDB94}"/>
              </a:ext>
            </a:extLst>
          </p:cNvPr>
          <p:cNvSpPr>
            <a:spLocks noGrp="1"/>
          </p:cNvSpPr>
          <p:nvPr>
            <p:ph type="sldNum" sz="quarter" idx="10"/>
          </p:nvPr>
        </p:nvSpPr>
        <p:spPr/>
        <p:txBody>
          <a:bodyPr/>
          <a:lstStyle>
            <a:lvl1pPr>
              <a:defRPr/>
            </a:lvl1pPr>
          </a:lstStyle>
          <a:p>
            <a:fld id="{64E6BE94-35FD-4555-B6FC-93E5453DB85D}" type="slidenum">
              <a:rPr lang="en-US" altLang="en-US"/>
              <a:pPr/>
              <a:t>‹#›</a:t>
            </a:fld>
            <a:endParaRPr lang="en-US" altLang="en-US"/>
          </a:p>
        </p:txBody>
      </p:sp>
    </p:spTree>
    <p:extLst>
      <p:ext uri="{BB962C8B-B14F-4D97-AF65-F5344CB8AC3E}">
        <p14:creationId xmlns:p14="http://schemas.microsoft.com/office/powerpoint/2010/main" val="3203093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0D808-6D02-8912-24B1-5250584EE0E5}"/>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B40C24-B808-A609-9AC1-8BEBDD05981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1DE980-3B75-FFA2-5708-116B2C5C130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A3FA8B5A-545D-C34C-EC44-4DA7DF5257CC}"/>
              </a:ext>
            </a:extLst>
          </p:cNvPr>
          <p:cNvSpPr>
            <a:spLocks noGrp="1"/>
          </p:cNvSpPr>
          <p:nvPr>
            <p:ph type="sldNum" sz="quarter" idx="10"/>
          </p:nvPr>
        </p:nvSpPr>
        <p:spPr/>
        <p:txBody>
          <a:bodyPr/>
          <a:lstStyle>
            <a:lvl1pPr>
              <a:defRPr/>
            </a:lvl1pPr>
          </a:lstStyle>
          <a:p>
            <a:fld id="{D80DC6DD-4CB0-40B5-B429-DCAE6F740645}" type="slidenum">
              <a:rPr lang="en-US" altLang="en-US"/>
              <a:pPr/>
              <a:t>‹#›</a:t>
            </a:fld>
            <a:endParaRPr lang="en-US" altLang="en-US"/>
          </a:p>
        </p:txBody>
      </p:sp>
    </p:spTree>
    <p:extLst>
      <p:ext uri="{BB962C8B-B14F-4D97-AF65-F5344CB8AC3E}">
        <p14:creationId xmlns:p14="http://schemas.microsoft.com/office/powerpoint/2010/main" val="1866642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913FD-5204-A2CA-5A0E-BE19D8ED50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9664D6-25BE-182D-5865-AA6706D276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22CA3863-3FCF-9EB2-3550-CD36B62ED0D0}"/>
              </a:ext>
            </a:extLst>
          </p:cNvPr>
          <p:cNvSpPr>
            <a:spLocks noGrp="1"/>
          </p:cNvSpPr>
          <p:nvPr>
            <p:ph type="sldNum" sz="quarter" idx="10"/>
          </p:nvPr>
        </p:nvSpPr>
        <p:spPr/>
        <p:txBody>
          <a:bodyPr/>
          <a:lstStyle>
            <a:lvl1pPr>
              <a:defRPr/>
            </a:lvl1pPr>
          </a:lstStyle>
          <a:p>
            <a:fld id="{8A1BA3EC-7A18-46E7-BF0F-02E3D054D44B}" type="slidenum">
              <a:rPr lang="en-US" altLang="en-US"/>
              <a:pPr/>
              <a:t>‹#›</a:t>
            </a:fld>
            <a:endParaRPr lang="en-US" altLang="en-US"/>
          </a:p>
        </p:txBody>
      </p:sp>
    </p:spTree>
    <p:extLst>
      <p:ext uri="{BB962C8B-B14F-4D97-AF65-F5344CB8AC3E}">
        <p14:creationId xmlns:p14="http://schemas.microsoft.com/office/powerpoint/2010/main" val="3975424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D74162-D9C7-C39F-684B-E3F4B2FC20CE}"/>
              </a:ext>
            </a:extLst>
          </p:cNvPr>
          <p:cNvSpPr>
            <a:spLocks noGrp="1"/>
          </p:cNvSpPr>
          <p:nvPr>
            <p:ph type="title" orient="vert"/>
          </p:nvPr>
        </p:nvSpPr>
        <p:spPr>
          <a:xfrm>
            <a:off x="6762750" y="381000"/>
            <a:ext cx="2152650" cy="63246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698F9D-75C2-973C-2789-8DDCED5230D0}"/>
              </a:ext>
            </a:extLst>
          </p:cNvPr>
          <p:cNvSpPr>
            <a:spLocks noGrp="1"/>
          </p:cNvSpPr>
          <p:nvPr>
            <p:ph type="body" orient="vert" idx="1"/>
          </p:nvPr>
        </p:nvSpPr>
        <p:spPr>
          <a:xfrm>
            <a:off x="304800" y="381000"/>
            <a:ext cx="630555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08F6277-9161-E01F-3A1A-58923CC1509D}"/>
              </a:ext>
            </a:extLst>
          </p:cNvPr>
          <p:cNvSpPr>
            <a:spLocks noGrp="1"/>
          </p:cNvSpPr>
          <p:nvPr>
            <p:ph type="sldNum" sz="quarter" idx="10"/>
          </p:nvPr>
        </p:nvSpPr>
        <p:spPr/>
        <p:txBody>
          <a:bodyPr/>
          <a:lstStyle>
            <a:lvl1pPr>
              <a:defRPr/>
            </a:lvl1pPr>
          </a:lstStyle>
          <a:p>
            <a:fld id="{A0EB3546-C21C-488F-97C9-2B848F99F571}" type="slidenum">
              <a:rPr lang="en-US" altLang="en-US"/>
              <a:pPr/>
              <a:t>‹#›</a:t>
            </a:fld>
            <a:endParaRPr lang="en-US" altLang="en-US"/>
          </a:p>
        </p:txBody>
      </p:sp>
    </p:spTree>
    <p:extLst>
      <p:ext uri="{BB962C8B-B14F-4D97-AF65-F5344CB8AC3E}">
        <p14:creationId xmlns:p14="http://schemas.microsoft.com/office/powerpoint/2010/main" val="16837020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77E74-E0A7-0CDB-1284-046F9B60A4B0}"/>
              </a:ext>
            </a:extLst>
          </p:cNvPr>
          <p:cNvSpPr>
            <a:spLocks noGrp="1"/>
          </p:cNvSpPr>
          <p:nvPr>
            <p:ph type="title"/>
          </p:nvPr>
        </p:nvSpPr>
        <p:spPr>
          <a:xfrm>
            <a:off x="304800" y="381000"/>
            <a:ext cx="8069263" cy="685800"/>
          </a:xfrm>
        </p:spPr>
        <p:txBody>
          <a:bodyPr/>
          <a:lstStyle/>
          <a:p>
            <a:r>
              <a:rPr lang="en-US"/>
              <a:t>Click to edit Master title style</a:t>
            </a:r>
          </a:p>
        </p:txBody>
      </p:sp>
      <p:sp>
        <p:nvSpPr>
          <p:cNvPr id="3" name="Table Placeholder 2">
            <a:extLst>
              <a:ext uri="{FF2B5EF4-FFF2-40B4-BE49-F238E27FC236}">
                <a16:creationId xmlns:a16="http://schemas.microsoft.com/office/drawing/2014/main" id="{30DBAC1D-BD27-CE60-1EE5-55038CD328E0}"/>
              </a:ext>
            </a:extLst>
          </p:cNvPr>
          <p:cNvSpPr>
            <a:spLocks noGrp="1"/>
          </p:cNvSpPr>
          <p:nvPr>
            <p:ph type="tbl" idx="1"/>
          </p:nvPr>
        </p:nvSpPr>
        <p:spPr>
          <a:xfrm>
            <a:off x="457200" y="1219200"/>
            <a:ext cx="8458200" cy="5486400"/>
          </a:xfrm>
        </p:spPr>
        <p:txBody>
          <a:bodyPr/>
          <a:lstStyle/>
          <a:p>
            <a:endParaRPr lang="en-US"/>
          </a:p>
        </p:txBody>
      </p:sp>
      <p:sp>
        <p:nvSpPr>
          <p:cNvPr id="4" name="Slide Number Placeholder 3">
            <a:extLst>
              <a:ext uri="{FF2B5EF4-FFF2-40B4-BE49-F238E27FC236}">
                <a16:creationId xmlns:a16="http://schemas.microsoft.com/office/drawing/2014/main" id="{A455082A-0068-96E8-24B3-7B8428A85D30}"/>
              </a:ext>
            </a:extLst>
          </p:cNvPr>
          <p:cNvSpPr>
            <a:spLocks noGrp="1"/>
          </p:cNvSpPr>
          <p:nvPr>
            <p:ph type="sldNum" sz="quarter" idx="10"/>
          </p:nvPr>
        </p:nvSpPr>
        <p:spPr>
          <a:xfrm>
            <a:off x="8001000" y="6324600"/>
            <a:ext cx="914400" cy="381000"/>
          </a:xfrm>
        </p:spPr>
        <p:txBody>
          <a:bodyPr/>
          <a:lstStyle>
            <a:lvl1pPr>
              <a:defRPr/>
            </a:lvl1pPr>
          </a:lstStyle>
          <a:p>
            <a:fld id="{107D30E8-DAC6-422D-840E-BA6D17C6CFB1}" type="slidenum">
              <a:rPr lang="en-US" altLang="en-US"/>
              <a:pPr/>
              <a:t>‹#›</a:t>
            </a:fld>
            <a:endParaRPr lang="en-US" altLang="en-US"/>
          </a:p>
        </p:txBody>
      </p:sp>
    </p:spTree>
    <p:extLst>
      <p:ext uri="{BB962C8B-B14F-4D97-AF65-F5344CB8AC3E}">
        <p14:creationId xmlns:p14="http://schemas.microsoft.com/office/powerpoint/2010/main" val="678127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 name="Line 13"/>
          <p:cNvSpPr>
            <a:spLocks noChangeShapeType="1"/>
          </p:cNvSpPr>
          <p:nvPr/>
        </p:nvSpPr>
        <p:spPr bwMode="auto">
          <a:xfrm>
            <a:off x="0" y="1752600"/>
            <a:ext cx="9144000" cy="0"/>
          </a:xfrm>
          <a:prstGeom prst="line">
            <a:avLst/>
          </a:prstGeom>
          <a:noFill/>
          <a:ln w="57150">
            <a:solidFill>
              <a:srgbClr val="3399FF"/>
            </a:solidFill>
            <a:round/>
            <a:headEnd/>
            <a:tailEnd/>
          </a:ln>
          <a:effectLst/>
        </p:spPr>
        <p:txBody>
          <a:bodyPr/>
          <a:lstStyle/>
          <a:p>
            <a:pPr>
              <a:defRPr/>
            </a:pPr>
            <a:endParaRPr lang="en-US"/>
          </a:p>
        </p:txBody>
      </p:sp>
      <p:sp>
        <p:nvSpPr>
          <p:cNvPr id="7" name="Line 14"/>
          <p:cNvSpPr>
            <a:spLocks noChangeShapeType="1"/>
          </p:cNvSpPr>
          <p:nvPr/>
        </p:nvSpPr>
        <p:spPr bwMode="auto">
          <a:xfrm>
            <a:off x="0" y="6172200"/>
            <a:ext cx="9144000" cy="0"/>
          </a:xfrm>
          <a:prstGeom prst="line">
            <a:avLst/>
          </a:prstGeom>
          <a:noFill/>
          <a:ln w="28575">
            <a:solidFill>
              <a:srgbClr val="3399FF"/>
            </a:solidFill>
            <a:round/>
            <a:headEnd/>
            <a:tailEnd/>
          </a:ln>
          <a:effectLst/>
        </p:spPr>
        <p:txBody>
          <a:bodyPr/>
          <a:lstStyle/>
          <a:p>
            <a:pPr>
              <a:defRPr/>
            </a:pPr>
            <a:endParaRPr lang="en-US"/>
          </a:p>
        </p:txBody>
      </p:sp>
      <p:sp>
        <p:nvSpPr>
          <p:cNvPr id="72706" name="Rectangle 2"/>
          <p:cNvSpPr>
            <a:spLocks noGrp="1" noChangeArrowheads="1"/>
          </p:cNvSpPr>
          <p:nvPr>
            <p:ph type="ctrTitle" hasCustomPrompt="1"/>
          </p:nvPr>
        </p:nvSpPr>
        <p:spPr>
          <a:xfrm>
            <a:off x="914400" y="304800"/>
            <a:ext cx="7772400" cy="1470025"/>
          </a:xfrm>
        </p:spPr>
        <p:txBody>
          <a:bodyPr/>
          <a:lstStyle>
            <a:lvl1pPr>
              <a:defRPr/>
            </a:lvl1pPr>
          </a:lstStyle>
          <a:p>
            <a:r>
              <a:rPr lang="en-US" dirty="0" err="1"/>
              <a:t>Cdsfasdflick</a:t>
            </a:r>
            <a:r>
              <a:rPr lang="en-US" dirty="0"/>
              <a:t> to edit Master title style</a:t>
            </a:r>
          </a:p>
        </p:txBody>
      </p:sp>
      <p:sp>
        <p:nvSpPr>
          <p:cNvPr id="8" name="Rectangle 4"/>
          <p:cNvSpPr>
            <a:spLocks noGrp="1" noChangeArrowheads="1"/>
          </p:cNvSpPr>
          <p:nvPr>
            <p:ph type="dt" sz="half" idx="10"/>
          </p:nvPr>
        </p:nvSpPr>
        <p:spPr bwMode="auto">
          <a:xfrm>
            <a:off x="6858000" y="6248400"/>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dirty="0"/>
          </a:p>
        </p:txBody>
      </p:sp>
    </p:spTree>
    <p:extLst>
      <p:ext uri="{BB962C8B-B14F-4D97-AF65-F5344CB8AC3E}">
        <p14:creationId xmlns:p14="http://schemas.microsoft.com/office/powerpoint/2010/main" val="8183254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sldNum" sz="quarter" idx="10"/>
          </p:nvPr>
        </p:nvSpPr>
        <p:spPr>
          <a:ln/>
        </p:spPr>
        <p:txBody>
          <a:bodyPr/>
          <a:lstStyle>
            <a:lvl1pPr>
              <a:defRPr/>
            </a:lvl1pPr>
          </a:lstStyle>
          <a:p>
            <a:pPr>
              <a:defRPr/>
            </a:pPr>
            <a:fld id="{1B2693F7-4914-419C-A517-C78FB5E2D2EB}" type="slidenum">
              <a:rPr lang="en-US"/>
              <a:pPr>
                <a:defRPr/>
              </a:pPr>
              <a:t>‹#›</a:t>
            </a:fld>
            <a:endParaRPr lang="en-US"/>
          </a:p>
        </p:txBody>
      </p:sp>
    </p:spTree>
    <p:extLst>
      <p:ext uri="{BB962C8B-B14F-4D97-AF65-F5344CB8AC3E}">
        <p14:creationId xmlns:p14="http://schemas.microsoft.com/office/powerpoint/2010/main" val="26721230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pPr>
              <a:defRPr/>
            </a:pPr>
            <a:fld id="{8B71EE79-822D-4E7A-9F74-9609C4BDA89E}" type="slidenum">
              <a:rPr lang="en-US"/>
              <a:pPr>
                <a:defRPr/>
              </a:pPr>
              <a:t>‹#›</a:t>
            </a:fld>
            <a:endParaRPr lang="en-US"/>
          </a:p>
        </p:txBody>
      </p:sp>
    </p:spTree>
    <p:extLst>
      <p:ext uri="{BB962C8B-B14F-4D97-AF65-F5344CB8AC3E}">
        <p14:creationId xmlns:p14="http://schemas.microsoft.com/office/powerpoint/2010/main" val="2378152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430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p:cNvSpPr>
            <a:spLocks noGrp="1" noChangeArrowheads="1"/>
          </p:cNvSpPr>
          <p:nvPr>
            <p:ph type="sldNum" sz="quarter" idx="10"/>
          </p:nvPr>
        </p:nvSpPr>
        <p:spPr>
          <a:ln/>
        </p:spPr>
        <p:txBody>
          <a:bodyPr/>
          <a:lstStyle>
            <a:lvl1pPr>
              <a:defRPr/>
            </a:lvl1pPr>
          </a:lstStyle>
          <a:p>
            <a:pPr>
              <a:defRPr/>
            </a:pPr>
            <a:fld id="{75BD79C0-A3AF-42FC-9A4D-4C447FE5FB52}" type="slidenum">
              <a:rPr lang="en-US"/>
              <a:pPr>
                <a:defRPr/>
              </a:pPr>
              <a:t>‹#›</a:t>
            </a:fld>
            <a:endParaRPr lang="en-US"/>
          </a:p>
        </p:txBody>
      </p:sp>
    </p:spTree>
    <p:extLst>
      <p:ext uri="{BB962C8B-B14F-4D97-AF65-F5344CB8AC3E}">
        <p14:creationId xmlns:p14="http://schemas.microsoft.com/office/powerpoint/2010/main" val="8363027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p:cNvSpPr>
            <a:spLocks noGrp="1" noChangeArrowheads="1"/>
          </p:cNvSpPr>
          <p:nvPr>
            <p:ph type="sldNum" sz="quarter" idx="10"/>
          </p:nvPr>
        </p:nvSpPr>
        <p:spPr>
          <a:ln/>
        </p:spPr>
        <p:txBody>
          <a:bodyPr/>
          <a:lstStyle>
            <a:lvl1pPr>
              <a:defRPr/>
            </a:lvl1pPr>
          </a:lstStyle>
          <a:p>
            <a:pPr>
              <a:defRPr/>
            </a:pPr>
            <a:fld id="{07AB34DF-D07C-4DA7-B06F-03E43AB2B9EF}" type="slidenum">
              <a:rPr lang="en-US"/>
              <a:pPr>
                <a:defRPr/>
              </a:pPr>
              <a:t>‹#›</a:t>
            </a:fld>
            <a:endParaRPr lang="en-US"/>
          </a:p>
        </p:txBody>
      </p:sp>
    </p:spTree>
    <p:extLst>
      <p:ext uri="{BB962C8B-B14F-4D97-AF65-F5344CB8AC3E}">
        <p14:creationId xmlns:p14="http://schemas.microsoft.com/office/powerpoint/2010/main" val="1221323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sldNum" sz="quarter" idx="10"/>
          </p:nvPr>
        </p:nvSpPr>
        <p:spPr>
          <a:ln/>
        </p:spPr>
        <p:txBody>
          <a:bodyPr/>
          <a:lstStyle>
            <a:lvl1pPr>
              <a:defRPr/>
            </a:lvl1pPr>
          </a:lstStyle>
          <a:p>
            <a:pPr>
              <a:defRPr/>
            </a:pPr>
            <a:fld id="{D31D10AF-44EC-4350-9AC1-1CF65261F98F}" type="slidenum">
              <a:rPr lang="en-US"/>
              <a:pPr>
                <a:defRPr/>
              </a:pPr>
              <a:t>‹#›</a:t>
            </a:fld>
            <a:endParaRPr lang="en-US"/>
          </a:p>
        </p:txBody>
      </p:sp>
    </p:spTree>
    <p:extLst>
      <p:ext uri="{BB962C8B-B14F-4D97-AF65-F5344CB8AC3E}">
        <p14:creationId xmlns:p14="http://schemas.microsoft.com/office/powerpoint/2010/main" val="35642403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pPr>
              <a:defRPr/>
            </a:pPr>
            <a:fld id="{5640C55B-6545-4578-B0FE-B025BA1E4B20}" type="slidenum">
              <a:rPr lang="en-US"/>
              <a:pPr>
                <a:defRPr/>
              </a:pPr>
              <a:t>‹#›</a:t>
            </a:fld>
            <a:endParaRPr lang="en-US"/>
          </a:p>
        </p:txBody>
      </p:sp>
    </p:spTree>
    <p:extLst>
      <p:ext uri="{BB962C8B-B14F-4D97-AF65-F5344CB8AC3E}">
        <p14:creationId xmlns:p14="http://schemas.microsoft.com/office/powerpoint/2010/main" val="28460829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pPr>
              <a:defRPr/>
            </a:pPr>
            <a:fld id="{AF25B373-C7B1-45E1-8D53-DCEBADC30F1B}" type="slidenum">
              <a:rPr lang="en-US"/>
              <a:pPr>
                <a:defRPr/>
              </a:pPr>
              <a:t>‹#›</a:t>
            </a:fld>
            <a:endParaRPr lang="en-US"/>
          </a:p>
        </p:txBody>
      </p:sp>
    </p:spTree>
    <p:extLst>
      <p:ext uri="{BB962C8B-B14F-4D97-AF65-F5344CB8AC3E}">
        <p14:creationId xmlns:p14="http://schemas.microsoft.com/office/powerpoint/2010/main" val="21636823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pPr>
              <a:defRPr/>
            </a:pPr>
            <a:fld id="{0B9F2C31-0931-4DE3-B6C0-144B970A766C}" type="slidenum">
              <a:rPr lang="en-US"/>
              <a:pPr>
                <a:defRPr/>
              </a:pPr>
              <a:t>‹#›</a:t>
            </a:fld>
            <a:endParaRPr lang="en-US"/>
          </a:p>
        </p:txBody>
      </p:sp>
    </p:spTree>
    <p:extLst>
      <p:ext uri="{BB962C8B-B14F-4D97-AF65-F5344CB8AC3E}">
        <p14:creationId xmlns:p14="http://schemas.microsoft.com/office/powerpoint/2010/main" val="7427829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sldNum" sz="quarter" idx="10"/>
          </p:nvPr>
        </p:nvSpPr>
        <p:spPr>
          <a:ln/>
        </p:spPr>
        <p:txBody>
          <a:bodyPr/>
          <a:lstStyle>
            <a:lvl1pPr>
              <a:defRPr/>
            </a:lvl1pPr>
          </a:lstStyle>
          <a:p>
            <a:pPr>
              <a:defRPr/>
            </a:pPr>
            <a:fld id="{AE097B35-2E06-47E4-873C-93BBD2BC6B28}" type="slidenum">
              <a:rPr lang="en-US"/>
              <a:pPr>
                <a:defRPr/>
              </a:pPr>
              <a:t>‹#›</a:t>
            </a:fld>
            <a:endParaRPr lang="en-US"/>
          </a:p>
        </p:txBody>
      </p:sp>
    </p:spTree>
    <p:extLst>
      <p:ext uri="{BB962C8B-B14F-4D97-AF65-F5344CB8AC3E}">
        <p14:creationId xmlns:p14="http://schemas.microsoft.com/office/powerpoint/2010/main" val="29448342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24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sldNum" sz="quarter" idx="10"/>
          </p:nvPr>
        </p:nvSpPr>
        <p:spPr>
          <a:ln/>
        </p:spPr>
        <p:txBody>
          <a:bodyPr/>
          <a:lstStyle>
            <a:lvl1pPr>
              <a:defRPr/>
            </a:lvl1pPr>
          </a:lstStyle>
          <a:p>
            <a:pPr>
              <a:defRPr/>
            </a:pPr>
            <a:fld id="{3D2B4DE6-FED0-4B97-9E1D-358869BF9E56}" type="slidenum">
              <a:rPr lang="en-US"/>
              <a:pPr>
                <a:defRPr/>
              </a:pPr>
              <a:t>‹#›</a:t>
            </a:fld>
            <a:endParaRPr lang="en-US"/>
          </a:p>
        </p:txBody>
      </p:sp>
    </p:spTree>
    <p:extLst>
      <p:ext uri="{BB962C8B-B14F-4D97-AF65-F5344CB8AC3E}">
        <p14:creationId xmlns:p14="http://schemas.microsoft.com/office/powerpoint/2010/main" val="33358753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lstStyle/>
          <a:p>
            <a:r>
              <a:rPr lang="en-US"/>
              <a:t>Click to edit Master title style</a:t>
            </a:r>
          </a:p>
        </p:txBody>
      </p:sp>
      <p:sp>
        <p:nvSpPr>
          <p:cNvPr id="3" name="Text Placeholder 2"/>
          <p:cNvSpPr>
            <a:spLocks noGrp="1"/>
          </p:cNvSpPr>
          <p:nvPr>
            <p:ph type="body" sz="half" idx="1"/>
          </p:nvPr>
        </p:nvSpPr>
        <p:spPr>
          <a:xfrm>
            <a:off x="457200" y="114300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p:cNvSpPr>
            <a:spLocks noGrp="1" noChangeArrowheads="1"/>
          </p:cNvSpPr>
          <p:nvPr>
            <p:ph type="sldNum" sz="quarter" idx="10"/>
          </p:nvPr>
        </p:nvSpPr>
        <p:spPr>
          <a:ln/>
        </p:spPr>
        <p:txBody>
          <a:bodyPr/>
          <a:lstStyle>
            <a:lvl1pPr>
              <a:defRPr/>
            </a:lvl1pPr>
          </a:lstStyle>
          <a:p>
            <a:pPr>
              <a:defRPr/>
            </a:pPr>
            <a:fld id="{FA5AA726-6B2D-48BA-BDF8-6544B255F5B9}" type="slidenum">
              <a:rPr lang="en-US"/>
              <a:pPr>
                <a:defRPr/>
              </a:pPr>
              <a:t>‹#›</a:t>
            </a:fld>
            <a:endParaRPr lang="en-US"/>
          </a:p>
        </p:txBody>
      </p:sp>
    </p:spTree>
    <p:extLst>
      <p:ext uri="{BB962C8B-B14F-4D97-AF65-F5344CB8AC3E}">
        <p14:creationId xmlns:p14="http://schemas.microsoft.com/office/powerpoint/2010/main" val="16295142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lstStyle/>
          <a:p>
            <a:r>
              <a:rPr lang="en-US"/>
              <a:t>Click to edit Master title style</a:t>
            </a:r>
          </a:p>
        </p:txBody>
      </p:sp>
      <p:sp>
        <p:nvSpPr>
          <p:cNvPr id="3" name="Text Placeholder 2"/>
          <p:cNvSpPr>
            <a:spLocks noGrp="1"/>
          </p:cNvSpPr>
          <p:nvPr>
            <p:ph type="body" sz="half" idx="1"/>
          </p:nvPr>
        </p:nvSpPr>
        <p:spPr>
          <a:xfrm>
            <a:off x="457200" y="114300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695700"/>
            <a:ext cx="4038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9"/>
          <p:cNvSpPr>
            <a:spLocks noGrp="1" noChangeArrowheads="1"/>
          </p:cNvSpPr>
          <p:nvPr>
            <p:ph type="sldNum" sz="quarter" idx="10"/>
          </p:nvPr>
        </p:nvSpPr>
        <p:spPr>
          <a:ln/>
        </p:spPr>
        <p:txBody>
          <a:bodyPr/>
          <a:lstStyle>
            <a:lvl1pPr>
              <a:defRPr/>
            </a:lvl1pPr>
          </a:lstStyle>
          <a:p>
            <a:pPr>
              <a:defRPr/>
            </a:pPr>
            <a:fld id="{79B91612-3547-42B6-8768-1679629E173D}" type="slidenum">
              <a:rPr lang="en-US"/>
              <a:pPr>
                <a:defRPr/>
              </a:pPr>
              <a:t>‹#›</a:t>
            </a:fld>
            <a:endParaRPr lang="en-US"/>
          </a:p>
        </p:txBody>
      </p:sp>
    </p:spTree>
    <p:extLst>
      <p:ext uri="{BB962C8B-B14F-4D97-AF65-F5344CB8AC3E}">
        <p14:creationId xmlns:p14="http://schemas.microsoft.com/office/powerpoint/2010/main" val="3916116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152400"/>
            <a:ext cx="8229600" cy="609600"/>
          </a:xfrm>
        </p:spPr>
        <p:txBody>
          <a:bodyPr/>
          <a:lstStyle/>
          <a:p>
            <a:r>
              <a:rPr lang="en-US"/>
              <a:t>Click to edit Master title style</a:t>
            </a:r>
          </a:p>
        </p:txBody>
      </p:sp>
      <p:sp>
        <p:nvSpPr>
          <p:cNvPr id="3" name="Content Placeholder 2"/>
          <p:cNvSpPr>
            <a:spLocks noGrp="1"/>
          </p:cNvSpPr>
          <p:nvPr>
            <p:ph sz="quarter" idx="1"/>
          </p:nvPr>
        </p:nvSpPr>
        <p:spPr>
          <a:xfrm>
            <a:off x="457200" y="1143000"/>
            <a:ext cx="4038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695700"/>
            <a:ext cx="4038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695700"/>
            <a:ext cx="4038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p:cNvSpPr>
            <a:spLocks noGrp="1" noChangeArrowheads="1"/>
          </p:cNvSpPr>
          <p:nvPr>
            <p:ph type="sldNum" sz="quarter" idx="10"/>
          </p:nvPr>
        </p:nvSpPr>
        <p:spPr>
          <a:ln/>
        </p:spPr>
        <p:txBody>
          <a:bodyPr/>
          <a:lstStyle>
            <a:lvl1pPr>
              <a:defRPr/>
            </a:lvl1pPr>
          </a:lstStyle>
          <a:p>
            <a:pPr>
              <a:defRPr/>
            </a:pPr>
            <a:fld id="{73017951-6A4B-4C7B-9F26-38960CBC73EE}" type="slidenum">
              <a:rPr lang="en-US"/>
              <a:pPr>
                <a:defRPr/>
              </a:pPr>
              <a:t>‹#›</a:t>
            </a:fld>
            <a:endParaRPr lang="en-US"/>
          </a:p>
        </p:txBody>
      </p:sp>
    </p:spTree>
    <p:extLst>
      <p:ext uri="{BB962C8B-B14F-4D97-AF65-F5344CB8AC3E}">
        <p14:creationId xmlns:p14="http://schemas.microsoft.com/office/powerpoint/2010/main" val="31554429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318800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and Content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1600200"/>
            <a:ext cx="8686800" cy="44958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grpSp>
        <p:nvGrpSpPr>
          <p:cNvPr id="13" name="Group 12"/>
          <p:cNvGrpSpPr/>
          <p:nvPr userDrawn="1"/>
        </p:nvGrpSpPr>
        <p:grpSpPr>
          <a:xfrm>
            <a:off x="0" y="620688"/>
            <a:ext cx="9144000" cy="5990344"/>
            <a:chOff x="0" y="620688"/>
            <a:chExt cx="9144000" cy="5990344"/>
          </a:xfrm>
        </p:grpSpPr>
        <p:cxnSp>
          <p:nvCxnSpPr>
            <p:cNvPr id="14" name="Straight Connector 13"/>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10975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74675" y="304800"/>
            <a:ext cx="8001000" cy="1216025"/>
          </a:xfrm>
        </p:spPr>
        <p:txBody>
          <a:bodyPr/>
          <a:lstStyle/>
          <a:p>
            <a:r>
              <a:rPr lang="en-US"/>
              <a:t>Click to edit Master title style</a:t>
            </a:r>
          </a:p>
        </p:txBody>
      </p:sp>
      <p:sp>
        <p:nvSpPr>
          <p:cNvPr id="3" name="Table Placeholder 2"/>
          <p:cNvSpPr>
            <a:spLocks noGrp="1"/>
          </p:cNvSpPr>
          <p:nvPr>
            <p:ph type="tbl" idx="1"/>
          </p:nvPr>
        </p:nvSpPr>
        <p:spPr>
          <a:xfrm>
            <a:off x="566738" y="1752600"/>
            <a:ext cx="8001000" cy="4267200"/>
          </a:xfrm>
        </p:spPr>
        <p:txBody>
          <a:bodyPr/>
          <a:lstStyle/>
          <a:p>
            <a:pPr lvl="0"/>
            <a:endParaRPr lang="en-US" noProof="0"/>
          </a:p>
        </p:txBody>
      </p:sp>
      <p:sp>
        <p:nvSpPr>
          <p:cNvPr id="4" name="Date Placeholder 3">
            <a:extLst>
              <a:ext uri="{FF2B5EF4-FFF2-40B4-BE49-F238E27FC236}">
                <a16:creationId xmlns:a16="http://schemas.microsoft.com/office/drawing/2014/main" id="{B27A9756-2005-C3CF-3258-70DFF7C9B02F}"/>
              </a:ext>
            </a:extLst>
          </p:cNvPr>
          <p:cNvSpPr>
            <a:spLocks noGrp="1"/>
          </p:cNvSpPr>
          <p:nvPr>
            <p:ph type="dt" sz="half" idx="10"/>
          </p:nvPr>
        </p:nvSpPr>
        <p:spPr>
          <a:xfrm>
            <a:off x="609600" y="6245225"/>
            <a:ext cx="1981200" cy="476250"/>
          </a:xfrm>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DC03B76A-A68D-8B2F-8386-15BD07342CF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0BA7AE9E-FDF8-2089-EAFC-1E22310969D7}"/>
              </a:ext>
            </a:extLst>
          </p:cNvPr>
          <p:cNvSpPr>
            <a:spLocks noGrp="1"/>
          </p:cNvSpPr>
          <p:nvPr>
            <p:ph type="sldNum" sz="quarter" idx="12"/>
          </p:nvPr>
        </p:nvSpPr>
        <p:spPr>
          <a:xfrm>
            <a:off x="6553200" y="6245225"/>
            <a:ext cx="1981200" cy="476250"/>
          </a:xfrm>
        </p:spPr>
        <p:txBody>
          <a:bodyPr/>
          <a:lstStyle>
            <a:lvl1pPr>
              <a:defRPr smtClean="0"/>
            </a:lvl1pPr>
          </a:lstStyle>
          <a:p>
            <a:pPr>
              <a:defRPr/>
            </a:pPr>
            <a:fld id="{C6988C26-972C-43BE-98D8-CE5C0D590F7B}" type="slidenum">
              <a:rPr lang="en-US" altLang="en-US"/>
              <a:pPr>
                <a:defRPr/>
              </a:pPr>
              <a:t>‹#›</a:t>
            </a:fld>
            <a:endParaRPr lang="en-US" altLang="en-US"/>
          </a:p>
        </p:txBody>
      </p:sp>
    </p:spTree>
    <p:extLst>
      <p:ext uri="{BB962C8B-B14F-4D97-AF65-F5344CB8AC3E}">
        <p14:creationId xmlns:p14="http://schemas.microsoft.com/office/powerpoint/2010/main" val="7391961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7A078-B8E2-C971-1274-1ECBC01B7EE7}"/>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D80ADD-6EB0-B9A4-7792-FB4FF1C3ED24}"/>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FF13B9-A6A3-C2DA-B215-D70C57B467CF}"/>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7E4809E-8E09-06CB-F96F-27E1DF1C16B9}"/>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3F4D4E9-4AFB-5E04-643B-2182F8E8C053}"/>
              </a:ext>
            </a:extLst>
          </p:cNvPr>
          <p:cNvSpPr>
            <a:spLocks noGrp="1"/>
          </p:cNvSpPr>
          <p:nvPr>
            <p:ph type="sldNum" sz="quarter" idx="12"/>
          </p:nvPr>
        </p:nvSpPr>
        <p:spPr/>
        <p:txBody>
          <a:bodyPr/>
          <a:lstStyle>
            <a:lvl1pPr>
              <a:defRPr/>
            </a:lvl1pPr>
          </a:lstStyle>
          <a:p>
            <a:fld id="{C7EA1F3C-01A7-41E3-B477-C7965AFE567A}" type="slidenum">
              <a:rPr lang="en-US" altLang="en-US"/>
              <a:pPr/>
              <a:t>‹#›</a:t>
            </a:fld>
            <a:endParaRPr lang="en-US" altLang="en-US"/>
          </a:p>
        </p:txBody>
      </p:sp>
    </p:spTree>
    <p:extLst>
      <p:ext uri="{BB962C8B-B14F-4D97-AF65-F5344CB8AC3E}">
        <p14:creationId xmlns:p14="http://schemas.microsoft.com/office/powerpoint/2010/main" val="58378336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7497B-0639-A34F-ECE9-4E8B6844AD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A1D49C-EAC5-AFFB-8688-AB30ED463D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CD559-A434-23FC-357F-E20E80F0EF82}"/>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3638BE31-65A2-E3AE-A6C9-BC89AD827112}"/>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9F9CCBE-6DF0-2C91-5351-3C3E9C68EE3C}"/>
              </a:ext>
            </a:extLst>
          </p:cNvPr>
          <p:cNvSpPr>
            <a:spLocks noGrp="1"/>
          </p:cNvSpPr>
          <p:nvPr>
            <p:ph type="sldNum" sz="quarter" idx="12"/>
          </p:nvPr>
        </p:nvSpPr>
        <p:spPr/>
        <p:txBody>
          <a:bodyPr/>
          <a:lstStyle>
            <a:lvl1pPr>
              <a:defRPr/>
            </a:lvl1pPr>
          </a:lstStyle>
          <a:p>
            <a:fld id="{CACAAF89-8E4F-458B-A7B1-0A84F9FCE1F0}" type="slidenum">
              <a:rPr lang="en-US" altLang="en-US"/>
              <a:pPr/>
              <a:t>‹#›</a:t>
            </a:fld>
            <a:endParaRPr lang="en-US" altLang="en-US"/>
          </a:p>
        </p:txBody>
      </p:sp>
    </p:spTree>
    <p:extLst>
      <p:ext uri="{BB962C8B-B14F-4D97-AF65-F5344CB8AC3E}">
        <p14:creationId xmlns:p14="http://schemas.microsoft.com/office/powerpoint/2010/main" val="20994381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EEC60-744A-3FB6-3BB2-000C4B1C970F}"/>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E67C8F-6FD5-1E1F-5E3C-B20A52172EF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BBFE424E-B324-C9C1-E6E0-97D41F964080}"/>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D4CAA9E-8549-1763-A61D-2FB9954014CD}"/>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14A612EB-AF98-CACE-BD9B-04941534B9DC}"/>
              </a:ext>
            </a:extLst>
          </p:cNvPr>
          <p:cNvSpPr>
            <a:spLocks noGrp="1"/>
          </p:cNvSpPr>
          <p:nvPr>
            <p:ph type="sldNum" sz="quarter" idx="12"/>
          </p:nvPr>
        </p:nvSpPr>
        <p:spPr/>
        <p:txBody>
          <a:bodyPr/>
          <a:lstStyle>
            <a:lvl1pPr>
              <a:defRPr/>
            </a:lvl1pPr>
          </a:lstStyle>
          <a:p>
            <a:fld id="{2551CB4F-C304-4F52-AE32-5AFA99C9512F}" type="slidenum">
              <a:rPr lang="en-US" altLang="en-US"/>
              <a:pPr/>
              <a:t>‹#›</a:t>
            </a:fld>
            <a:endParaRPr lang="en-US" altLang="en-US"/>
          </a:p>
        </p:txBody>
      </p:sp>
    </p:spTree>
    <p:extLst>
      <p:ext uri="{BB962C8B-B14F-4D97-AF65-F5344CB8AC3E}">
        <p14:creationId xmlns:p14="http://schemas.microsoft.com/office/powerpoint/2010/main" val="24589164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19A20-99D9-A973-40E0-4C85E4808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C38683-5EE4-6C99-FD79-089EE46823F8}"/>
              </a:ext>
            </a:extLst>
          </p:cNvPr>
          <p:cNvSpPr>
            <a:spLocks noGrp="1"/>
          </p:cNvSpPr>
          <p:nvPr>
            <p:ph sz="half" idx="1"/>
          </p:nvPr>
        </p:nvSpPr>
        <p:spPr>
          <a:xfrm>
            <a:off x="609600" y="1981200"/>
            <a:ext cx="38481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DB0FA6-B2D0-D38D-067F-22D2B2F735FE}"/>
              </a:ext>
            </a:extLst>
          </p:cNvPr>
          <p:cNvSpPr>
            <a:spLocks noGrp="1"/>
          </p:cNvSpPr>
          <p:nvPr>
            <p:ph sz="half" idx="2"/>
          </p:nvPr>
        </p:nvSpPr>
        <p:spPr>
          <a:xfrm>
            <a:off x="4610100" y="1981200"/>
            <a:ext cx="38481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4176EC-1611-5F32-5A55-E2D466AD4D9D}"/>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E147504-B584-9921-ABFE-1B1604AA528C}"/>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66284D9E-3BC0-3A5E-570F-C6E71C56D02E}"/>
              </a:ext>
            </a:extLst>
          </p:cNvPr>
          <p:cNvSpPr>
            <a:spLocks noGrp="1"/>
          </p:cNvSpPr>
          <p:nvPr>
            <p:ph type="sldNum" sz="quarter" idx="12"/>
          </p:nvPr>
        </p:nvSpPr>
        <p:spPr/>
        <p:txBody>
          <a:bodyPr/>
          <a:lstStyle>
            <a:lvl1pPr>
              <a:defRPr/>
            </a:lvl1pPr>
          </a:lstStyle>
          <a:p>
            <a:fld id="{E23793F9-EF24-4004-9C8E-4E788E39444B}" type="slidenum">
              <a:rPr lang="en-US" altLang="en-US"/>
              <a:pPr/>
              <a:t>‹#›</a:t>
            </a:fld>
            <a:endParaRPr lang="en-US" altLang="en-US"/>
          </a:p>
        </p:txBody>
      </p:sp>
    </p:spTree>
    <p:extLst>
      <p:ext uri="{BB962C8B-B14F-4D97-AF65-F5344CB8AC3E}">
        <p14:creationId xmlns:p14="http://schemas.microsoft.com/office/powerpoint/2010/main" val="28378833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B5E78-2E37-4B49-4F8E-39E13D04412A}"/>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88E235-91B2-196A-9A5F-DB71570D07C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0429DC-0B8E-CB2F-AF88-289960DE741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557938-6D61-6A73-257C-8438C872396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BA8708-00D1-E8B4-CD7C-1BE6A1DF1159}"/>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1F79C4-BE55-9EBC-2CE0-F677CD1763AB}"/>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588B5B3A-C646-DC08-19F9-2E942225C07A}"/>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25FEA294-3E51-A966-E65C-4AE228293D71}"/>
              </a:ext>
            </a:extLst>
          </p:cNvPr>
          <p:cNvSpPr>
            <a:spLocks noGrp="1"/>
          </p:cNvSpPr>
          <p:nvPr>
            <p:ph type="sldNum" sz="quarter" idx="12"/>
          </p:nvPr>
        </p:nvSpPr>
        <p:spPr/>
        <p:txBody>
          <a:bodyPr/>
          <a:lstStyle>
            <a:lvl1pPr>
              <a:defRPr/>
            </a:lvl1pPr>
          </a:lstStyle>
          <a:p>
            <a:fld id="{C8FDA03A-34C9-464D-BB75-B1759A9FA772}" type="slidenum">
              <a:rPr lang="en-US" altLang="en-US"/>
              <a:pPr/>
              <a:t>‹#›</a:t>
            </a:fld>
            <a:endParaRPr lang="en-US" altLang="en-US"/>
          </a:p>
        </p:txBody>
      </p:sp>
    </p:spTree>
    <p:extLst>
      <p:ext uri="{BB962C8B-B14F-4D97-AF65-F5344CB8AC3E}">
        <p14:creationId xmlns:p14="http://schemas.microsoft.com/office/powerpoint/2010/main" val="28480875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1090C-67B5-CB9D-AFB6-9DA0277F19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B6843C-7E86-6507-7942-9E130D49BB45}"/>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A1845D52-49F8-337C-8D8F-5DE815B75863}"/>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CB82790B-7375-8BC4-2D94-2A73691035BE}"/>
              </a:ext>
            </a:extLst>
          </p:cNvPr>
          <p:cNvSpPr>
            <a:spLocks noGrp="1"/>
          </p:cNvSpPr>
          <p:nvPr>
            <p:ph type="sldNum" sz="quarter" idx="12"/>
          </p:nvPr>
        </p:nvSpPr>
        <p:spPr/>
        <p:txBody>
          <a:bodyPr/>
          <a:lstStyle>
            <a:lvl1pPr>
              <a:defRPr/>
            </a:lvl1pPr>
          </a:lstStyle>
          <a:p>
            <a:fld id="{8B68A84D-DB33-4A3B-90F0-6FB7B8816770}" type="slidenum">
              <a:rPr lang="en-US" altLang="en-US"/>
              <a:pPr/>
              <a:t>‹#›</a:t>
            </a:fld>
            <a:endParaRPr lang="en-US" altLang="en-US"/>
          </a:p>
        </p:txBody>
      </p:sp>
    </p:spTree>
    <p:extLst>
      <p:ext uri="{BB962C8B-B14F-4D97-AF65-F5344CB8AC3E}">
        <p14:creationId xmlns:p14="http://schemas.microsoft.com/office/powerpoint/2010/main" val="18864314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D9C36C-6E4C-7000-438E-D5D4F58DB219}"/>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64C7F87D-FEF6-6AD3-0229-CE069D7F4CF6}"/>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6D29EA2D-2C3F-2671-599C-740248AD081C}"/>
              </a:ext>
            </a:extLst>
          </p:cNvPr>
          <p:cNvSpPr>
            <a:spLocks noGrp="1"/>
          </p:cNvSpPr>
          <p:nvPr>
            <p:ph type="sldNum" sz="quarter" idx="12"/>
          </p:nvPr>
        </p:nvSpPr>
        <p:spPr/>
        <p:txBody>
          <a:bodyPr/>
          <a:lstStyle>
            <a:lvl1pPr>
              <a:defRPr/>
            </a:lvl1pPr>
          </a:lstStyle>
          <a:p>
            <a:fld id="{45086993-81C6-4537-83E4-D390CD7877B6}" type="slidenum">
              <a:rPr lang="en-US" altLang="en-US"/>
              <a:pPr/>
              <a:t>‹#›</a:t>
            </a:fld>
            <a:endParaRPr lang="en-US" altLang="en-US"/>
          </a:p>
        </p:txBody>
      </p:sp>
    </p:spTree>
    <p:extLst>
      <p:ext uri="{BB962C8B-B14F-4D97-AF65-F5344CB8AC3E}">
        <p14:creationId xmlns:p14="http://schemas.microsoft.com/office/powerpoint/2010/main" val="22503059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C8DA-1103-46B6-2093-F2E5462D13D6}"/>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4FEFD7-A9B7-C24C-C24F-9AECF5A364D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CE8BE6-EAB9-84E1-CFAA-FD328C6B3CA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640C3F-8D5C-AA57-9C08-F22064167921}"/>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D87058AB-BFB8-B587-6DD8-494C671CE487}"/>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DE937F87-5FD3-82E2-0CA0-6D17716FF773}"/>
              </a:ext>
            </a:extLst>
          </p:cNvPr>
          <p:cNvSpPr>
            <a:spLocks noGrp="1"/>
          </p:cNvSpPr>
          <p:nvPr>
            <p:ph type="sldNum" sz="quarter" idx="12"/>
          </p:nvPr>
        </p:nvSpPr>
        <p:spPr/>
        <p:txBody>
          <a:bodyPr/>
          <a:lstStyle>
            <a:lvl1pPr>
              <a:defRPr/>
            </a:lvl1pPr>
          </a:lstStyle>
          <a:p>
            <a:fld id="{FC5875A3-6AAD-4E4D-B88E-AB2880ECB9D0}" type="slidenum">
              <a:rPr lang="en-US" altLang="en-US"/>
              <a:pPr/>
              <a:t>‹#›</a:t>
            </a:fld>
            <a:endParaRPr lang="en-US" altLang="en-US"/>
          </a:p>
        </p:txBody>
      </p:sp>
    </p:spTree>
    <p:extLst>
      <p:ext uri="{BB962C8B-B14F-4D97-AF65-F5344CB8AC3E}">
        <p14:creationId xmlns:p14="http://schemas.microsoft.com/office/powerpoint/2010/main" val="15228762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09D36-D944-EC4E-477A-74022F1CB340}"/>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70CF54-4AF7-300C-039D-CF7D6E75712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6F6C41-C4BC-716C-83C0-AB8D660616A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8978F9-010D-662F-6343-64FC09208947}"/>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87DF280-59EB-4B48-7FD1-60BD3B08BB54}"/>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A956E9C8-B4F7-424C-7673-ED4CCBBB4858}"/>
              </a:ext>
            </a:extLst>
          </p:cNvPr>
          <p:cNvSpPr>
            <a:spLocks noGrp="1"/>
          </p:cNvSpPr>
          <p:nvPr>
            <p:ph type="sldNum" sz="quarter" idx="12"/>
          </p:nvPr>
        </p:nvSpPr>
        <p:spPr/>
        <p:txBody>
          <a:bodyPr/>
          <a:lstStyle>
            <a:lvl1pPr>
              <a:defRPr/>
            </a:lvl1pPr>
          </a:lstStyle>
          <a:p>
            <a:fld id="{2509A7C6-9992-4A9F-BE87-69EAED8DF4F7}" type="slidenum">
              <a:rPr lang="en-US" altLang="en-US"/>
              <a:pPr/>
              <a:t>‹#›</a:t>
            </a:fld>
            <a:endParaRPr lang="en-US" altLang="en-US"/>
          </a:p>
        </p:txBody>
      </p:sp>
    </p:spTree>
    <p:extLst>
      <p:ext uri="{BB962C8B-B14F-4D97-AF65-F5344CB8AC3E}">
        <p14:creationId xmlns:p14="http://schemas.microsoft.com/office/powerpoint/2010/main" val="4080806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45634-99EB-5212-E5EB-ED71BE0055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DABBF5-AECE-EE76-FEDA-CC0208F7C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DAB526-28E0-56B0-72FC-C561655974E0}"/>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9F503BC9-A423-CBB4-8564-1F1B770E1D82}"/>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42E61BB-53C7-5BED-55AD-F312AD2AF580}"/>
              </a:ext>
            </a:extLst>
          </p:cNvPr>
          <p:cNvSpPr>
            <a:spLocks noGrp="1"/>
          </p:cNvSpPr>
          <p:nvPr>
            <p:ph type="sldNum" sz="quarter" idx="12"/>
          </p:nvPr>
        </p:nvSpPr>
        <p:spPr/>
        <p:txBody>
          <a:bodyPr/>
          <a:lstStyle>
            <a:lvl1pPr>
              <a:defRPr/>
            </a:lvl1pPr>
          </a:lstStyle>
          <a:p>
            <a:fld id="{8F1B7E7F-290E-4352-A31E-860912AE0ECA}" type="slidenum">
              <a:rPr lang="en-US" altLang="en-US"/>
              <a:pPr/>
              <a:t>‹#›</a:t>
            </a:fld>
            <a:endParaRPr lang="en-US" altLang="en-US"/>
          </a:p>
        </p:txBody>
      </p:sp>
    </p:spTree>
    <p:extLst>
      <p:ext uri="{BB962C8B-B14F-4D97-AF65-F5344CB8AC3E}">
        <p14:creationId xmlns:p14="http://schemas.microsoft.com/office/powerpoint/2010/main" val="5230152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A0ED11-7D1C-DC34-3422-895A81FF60E3}"/>
              </a:ext>
            </a:extLst>
          </p:cNvPr>
          <p:cNvSpPr>
            <a:spLocks noGrp="1"/>
          </p:cNvSpPr>
          <p:nvPr>
            <p:ph type="title" orient="vert"/>
          </p:nvPr>
        </p:nvSpPr>
        <p:spPr>
          <a:xfrm>
            <a:off x="6496050" y="228600"/>
            <a:ext cx="1962150" cy="5867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A5DDC5-11DC-D72F-361C-4AE0005661BF}"/>
              </a:ext>
            </a:extLst>
          </p:cNvPr>
          <p:cNvSpPr>
            <a:spLocks noGrp="1"/>
          </p:cNvSpPr>
          <p:nvPr>
            <p:ph type="body" orient="vert" idx="1"/>
          </p:nvPr>
        </p:nvSpPr>
        <p:spPr>
          <a:xfrm>
            <a:off x="609600" y="228600"/>
            <a:ext cx="573405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7999A-6DCD-6301-6F10-26A82B60421D}"/>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9BF63908-CE5B-FB1E-CC04-8481A659986D}"/>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057EBF7-8373-E045-B442-B166AD505C84}"/>
              </a:ext>
            </a:extLst>
          </p:cNvPr>
          <p:cNvSpPr>
            <a:spLocks noGrp="1"/>
          </p:cNvSpPr>
          <p:nvPr>
            <p:ph type="sldNum" sz="quarter" idx="12"/>
          </p:nvPr>
        </p:nvSpPr>
        <p:spPr/>
        <p:txBody>
          <a:bodyPr/>
          <a:lstStyle>
            <a:lvl1pPr>
              <a:defRPr/>
            </a:lvl1pPr>
          </a:lstStyle>
          <a:p>
            <a:fld id="{A354E3C6-FA25-4359-A8C6-21172BB93DF5}" type="slidenum">
              <a:rPr lang="en-US" altLang="en-US"/>
              <a:pPr/>
              <a:t>‹#›</a:t>
            </a:fld>
            <a:endParaRPr lang="en-US" altLang="en-US"/>
          </a:p>
        </p:txBody>
      </p:sp>
    </p:spTree>
    <p:extLst>
      <p:ext uri="{BB962C8B-B14F-4D97-AF65-F5344CB8AC3E}">
        <p14:creationId xmlns:p14="http://schemas.microsoft.com/office/powerpoint/2010/main" val="15783706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8"/>
          <p:cNvSpPr>
            <a:spLocks noGrp="1"/>
          </p:cNvSpPr>
          <p:nvPr>
            <p:ph type="title"/>
          </p:nvPr>
        </p:nvSpPr>
        <p:spPr>
          <a:xfrm>
            <a:off x="457200" y="1143000"/>
            <a:ext cx="8229600" cy="4953000"/>
          </a:xfrm>
        </p:spPr>
        <p:txBody>
          <a:bodyPr>
            <a:normAutofit/>
          </a:bodyPr>
          <a:lstStyle>
            <a:lvl1pPr>
              <a:defRPr sz="3600">
                <a:solidFill>
                  <a:schemeClr val="accent2"/>
                </a:solidFill>
              </a:defRPr>
            </a:lvl1pPr>
          </a:lstStyle>
          <a:p>
            <a:r>
              <a:rPr lang="en-US" dirty="0"/>
              <a:t>Click to edit Master title style</a:t>
            </a:r>
          </a:p>
        </p:txBody>
      </p:sp>
      <p:grpSp>
        <p:nvGrpSpPr>
          <p:cNvPr id="5" name="Group 4"/>
          <p:cNvGrpSpPr/>
          <p:nvPr userDrawn="1"/>
        </p:nvGrpSpPr>
        <p:grpSpPr>
          <a:xfrm>
            <a:off x="0" y="620688"/>
            <a:ext cx="9144000" cy="5990344"/>
            <a:chOff x="0" y="620688"/>
            <a:chExt cx="9144000" cy="5990344"/>
          </a:xfrm>
        </p:grpSpPr>
        <p:cxnSp>
          <p:nvCxnSpPr>
            <p:cNvPr id="6" name="Straight Connector 5"/>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818858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228600" y="1600200"/>
            <a:ext cx="8686800" cy="46482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grpSp>
        <p:nvGrpSpPr>
          <p:cNvPr id="4" name="Group 3"/>
          <p:cNvGrpSpPr/>
          <p:nvPr userDrawn="1"/>
        </p:nvGrpSpPr>
        <p:grpSpPr>
          <a:xfrm>
            <a:off x="0" y="620688"/>
            <a:ext cx="9144000" cy="5990344"/>
            <a:chOff x="0" y="620688"/>
            <a:chExt cx="9144000" cy="5990344"/>
          </a:xfrm>
        </p:grpSpPr>
        <p:cxnSp>
          <p:nvCxnSpPr>
            <p:cNvPr id="7" name="Straight Connector 6"/>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545299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Recap">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228600" y="1600200"/>
            <a:ext cx="8686800" cy="46482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dirty="0">
                <a:solidFill>
                  <a:prstClr val="black"/>
                </a:solidFill>
              </a:rPr>
              <a:t>Vehicular Networking</a:t>
            </a: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grpSp>
        <p:nvGrpSpPr>
          <p:cNvPr id="4" name="Group 3"/>
          <p:cNvGrpSpPr/>
          <p:nvPr userDrawn="1"/>
        </p:nvGrpSpPr>
        <p:grpSpPr>
          <a:xfrm>
            <a:off x="0" y="620688"/>
            <a:ext cx="9144000" cy="5990344"/>
            <a:chOff x="0" y="620688"/>
            <a:chExt cx="9144000" cy="5990344"/>
          </a:xfrm>
        </p:grpSpPr>
        <p:cxnSp>
          <p:nvCxnSpPr>
            <p:cNvPr id="7" name="Straight Connector 6"/>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05899604"/>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Two-Column Content">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228600" y="1600200"/>
            <a:ext cx="4343400" cy="46482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11" name="Content Placeholder 10"/>
          <p:cNvSpPr>
            <a:spLocks noGrp="1"/>
          </p:cNvSpPr>
          <p:nvPr>
            <p:ph sz="quarter" idx="14"/>
          </p:nvPr>
        </p:nvSpPr>
        <p:spPr>
          <a:xfrm>
            <a:off x="4572000" y="1600199"/>
            <a:ext cx="4343399" cy="4648199"/>
          </a:xfrm>
        </p:spPr>
        <p:txBody>
          <a:bodyPr vert="horz" lIns="91440" tIns="45720" rIns="91440" bIns="45720" rtlCol="0">
            <a:normAutofit/>
          </a:bodyPr>
          <a:lstStyle>
            <a:lvl1pPr>
              <a:defRPr lang="en-US" sz="2800" dirty="0" smtClean="0"/>
            </a:lvl1pPr>
            <a:lvl2pPr>
              <a:defRPr lang="en-US" sz="2400" dirty="0" smtClean="0"/>
            </a:lvl2pPr>
            <a:lvl3pPr>
              <a:defRPr lang="en-US" sz="2000" dirty="0" smtClean="0"/>
            </a:lvl3pPr>
            <a:lvl4pPr>
              <a:defRPr lang="en-US" dirty="0" smtClean="0"/>
            </a:lvl4pPr>
            <a:lvl5pPr>
              <a:defRPr lang="en-US" dirty="0"/>
            </a:lvl5pPr>
          </a:lstStyle>
          <a:p>
            <a:pPr lvl="0">
              <a:buClr>
                <a:srgbClr val="C00000"/>
              </a:buClr>
              <a:buSzPct val="100000"/>
              <a:buFont typeface="Calibri" pitchFamily="34" charset="0"/>
              <a:buChar char="▪"/>
            </a:pPr>
            <a:r>
              <a:rPr lang="en-US" dirty="0"/>
              <a:t>Click to edit Master text styles</a:t>
            </a:r>
          </a:p>
          <a:p>
            <a:pPr lvl="1">
              <a:buClr>
                <a:srgbClr val="C00000"/>
              </a:buClr>
              <a:buSzPct val="100000"/>
              <a:buFont typeface="Calibri" pitchFamily="34" charset="0"/>
              <a:buChar char="▪"/>
            </a:pPr>
            <a:r>
              <a:rPr lang="en-US" dirty="0"/>
              <a:t>Second level</a:t>
            </a:r>
          </a:p>
          <a:p>
            <a:pPr lvl="2">
              <a:buClr>
                <a:srgbClr val="C00000"/>
              </a:buClr>
              <a:buSzPct val="100000"/>
              <a:buFont typeface="Calibri" pitchFamily="34" charset="0"/>
              <a:buChar char="▪"/>
            </a:pPr>
            <a:r>
              <a:rPr lang="en-US" dirty="0"/>
              <a:t>Third level</a:t>
            </a:r>
          </a:p>
          <a:p>
            <a:pPr lvl="3">
              <a:buClr>
                <a:srgbClr val="C00000"/>
              </a:buClr>
              <a:buSzPct val="100000"/>
              <a:buFont typeface="Calibri" pitchFamily="34" charset="0"/>
              <a:buChar char="▪"/>
            </a:pPr>
            <a:r>
              <a:rPr lang="en-US" dirty="0"/>
              <a:t>Fourth level</a:t>
            </a:r>
          </a:p>
          <a:p>
            <a:pPr lvl="4">
              <a:buClr>
                <a:srgbClr val="C00000"/>
              </a:buClr>
              <a:buSzPct val="100000"/>
              <a:buFont typeface="Calibri" pitchFamily="34" charset="0"/>
              <a:buChar char="▪"/>
            </a:pPr>
            <a:r>
              <a:rPr lang="en-US" dirty="0"/>
              <a:t>Fifth level</a:t>
            </a:r>
          </a:p>
        </p:txBody>
      </p:sp>
      <p:grpSp>
        <p:nvGrpSpPr>
          <p:cNvPr id="8" name="Group 7"/>
          <p:cNvGrpSpPr/>
          <p:nvPr userDrawn="1"/>
        </p:nvGrpSpPr>
        <p:grpSpPr>
          <a:xfrm>
            <a:off x="0" y="620688"/>
            <a:ext cx="9144000" cy="5990344"/>
            <a:chOff x="0" y="620688"/>
            <a:chExt cx="9144000" cy="5990344"/>
          </a:xfrm>
        </p:grpSpPr>
        <p:cxnSp>
          <p:nvCxnSpPr>
            <p:cNvPr id="9" name="Straight Connector 8"/>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97268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Section Title">
    <p:spTree>
      <p:nvGrpSpPr>
        <p:cNvPr id="1" name=""/>
        <p:cNvGrpSpPr/>
        <p:nvPr/>
      </p:nvGrpSpPr>
      <p:grpSpPr>
        <a:xfrm>
          <a:off x="0" y="0"/>
          <a:ext cx="0" cy="0"/>
          <a:chOff x="0" y="0"/>
          <a:chExt cx="0" cy="0"/>
        </a:xfrm>
      </p:grpSpPr>
      <p:sp>
        <p:nvSpPr>
          <p:cNvPr id="2" name="Title 1"/>
          <p:cNvSpPr>
            <a:spLocks noGrp="1"/>
          </p:cNvSpPr>
          <p:nvPr>
            <p:ph type="title"/>
          </p:nvPr>
        </p:nvSpPr>
        <p:spPr>
          <a:xfrm>
            <a:off x="228600" y="914400"/>
            <a:ext cx="8686800" cy="3429000"/>
          </a:xfrm>
        </p:spPr>
        <p:txBody>
          <a:bodyPr lIns="182880" rIns="182880" anchor="b" anchorCtr="0">
            <a:noAutofit/>
          </a:bodyPr>
          <a:lstStyle>
            <a:lvl1pPr marL="0" algn="l" defTabSz="914400" rtl="0" eaLnBrk="1" latinLnBrk="0" hangingPunct="1">
              <a:spcBef>
                <a:spcPct val="0"/>
              </a:spcBef>
              <a:buNone/>
              <a:defRPr lang="en-US" sz="3600" kern="1200" dirty="0">
                <a:solidFill>
                  <a:schemeClr val="accent2"/>
                </a:soli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228600" y="4343400"/>
            <a:ext cx="8686800" cy="1905000"/>
          </a:xfrm>
        </p:spPr>
        <p:txBody>
          <a:bodyPr vert="horz" lIns="182880" tIns="45720" rIns="182880" bIns="45720" rtlCol="0" anchor="t" anchorCtr="0">
            <a:normAutofit/>
          </a:bodyPr>
          <a:lstStyle>
            <a:lvl1pPr>
              <a:defRPr lang="en-US" dirty="0" smtClean="0">
                <a:latin typeface="+mj-lt"/>
                <a:ea typeface="+mj-ea"/>
                <a:cs typeface="+mj-cs"/>
              </a:defRPr>
            </a:lvl1pPr>
          </a:lstStyle>
          <a:p>
            <a:pPr lvl="0">
              <a:spcBef>
                <a:spcPct val="0"/>
              </a:spcBef>
              <a:buNone/>
            </a:pPr>
            <a:r>
              <a:rPr lang="en-US" dirty="0"/>
              <a:t>Click to edit Master text styles</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grpSp>
        <p:nvGrpSpPr>
          <p:cNvPr id="7" name="Group 6"/>
          <p:cNvGrpSpPr/>
          <p:nvPr userDrawn="1"/>
        </p:nvGrpSpPr>
        <p:grpSpPr>
          <a:xfrm>
            <a:off x="0" y="620688"/>
            <a:ext cx="9144000" cy="5990344"/>
            <a:chOff x="0" y="620688"/>
            <a:chExt cx="9144000" cy="5990344"/>
          </a:xfrm>
        </p:grpSpPr>
        <p:cxnSp>
          <p:nvCxnSpPr>
            <p:cNvPr id="9" name="Straight Connector 8"/>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613136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1600200"/>
            <a:ext cx="8686800" cy="44958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grpSp>
        <p:nvGrpSpPr>
          <p:cNvPr id="13" name="Group 12"/>
          <p:cNvGrpSpPr/>
          <p:nvPr userDrawn="1"/>
        </p:nvGrpSpPr>
        <p:grpSpPr>
          <a:xfrm>
            <a:off x="0" y="620688"/>
            <a:ext cx="9144000" cy="5990344"/>
            <a:chOff x="0" y="620688"/>
            <a:chExt cx="9144000" cy="5990344"/>
          </a:xfrm>
        </p:grpSpPr>
        <p:cxnSp>
          <p:nvCxnSpPr>
            <p:cNvPr id="14" name="Straight Connector 13"/>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586951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Picture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2177368"/>
            <a:ext cx="8686800" cy="3918632"/>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grpSp>
        <p:nvGrpSpPr>
          <p:cNvPr id="13" name="Group 12"/>
          <p:cNvGrpSpPr/>
          <p:nvPr userDrawn="1"/>
        </p:nvGrpSpPr>
        <p:grpSpPr>
          <a:xfrm>
            <a:off x="0" y="620688"/>
            <a:ext cx="9144000" cy="5990344"/>
            <a:chOff x="0" y="620688"/>
            <a:chExt cx="9144000" cy="5990344"/>
          </a:xfrm>
        </p:grpSpPr>
        <p:cxnSp>
          <p:nvCxnSpPr>
            <p:cNvPr id="14" name="Straight Connector 13"/>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
        <p:nvSpPr>
          <p:cNvPr id="12" name="Content Placeholder 2"/>
          <p:cNvSpPr>
            <a:spLocks noGrp="1"/>
          </p:cNvSpPr>
          <p:nvPr>
            <p:ph idx="14"/>
          </p:nvPr>
        </p:nvSpPr>
        <p:spPr>
          <a:xfrm>
            <a:off x="228600" y="1614190"/>
            <a:ext cx="8686800" cy="54481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664235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Two-Column Content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1600200"/>
            <a:ext cx="4343400" cy="44958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sp>
        <p:nvSpPr>
          <p:cNvPr id="8" name="Content Placeholder 7"/>
          <p:cNvSpPr>
            <a:spLocks noGrp="1"/>
          </p:cNvSpPr>
          <p:nvPr>
            <p:ph sz="quarter" idx="14"/>
          </p:nvPr>
        </p:nvSpPr>
        <p:spPr>
          <a:xfrm>
            <a:off x="4572000" y="1600200"/>
            <a:ext cx="4343400" cy="4495800"/>
          </a:xfrm>
        </p:spPr>
        <p:txBody>
          <a:bodyPr vert="horz" lIns="91440" tIns="45720" rIns="91440" bIns="45720" rtlCol="0">
            <a:normAutofit/>
          </a:bodyPr>
          <a:lstStyle>
            <a:lvl1pPr>
              <a:defRPr lang="en-US" sz="2800" smtClean="0"/>
            </a:lvl1pPr>
            <a:lvl2pPr>
              <a:defRPr lang="en-US" sz="2400" smtClean="0"/>
            </a:lvl2pPr>
            <a:lvl3pPr>
              <a:defRPr lang="en-US" sz="2000" smtClean="0"/>
            </a:lvl3pPr>
            <a:lvl4pPr>
              <a:defRPr lang="en-US" smtClean="0"/>
            </a:lvl4pPr>
            <a:lvl5pPr>
              <a:defRPr lang="en-US"/>
            </a:lvl5pPr>
          </a:lstStyle>
          <a:p>
            <a:pPr lvl="0">
              <a:buClr>
                <a:srgbClr val="C00000"/>
              </a:buClr>
              <a:buSzPct val="100000"/>
              <a:buFont typeface="Calibri" pitchFamily="34" charset="0"/>
              <a:buChar char="▪"/>
            </a:pPr>
            <a:r>
              <a:rPr lang="en-US"/>
              <a:t>Click to edit Master text styles</a:t>
            </a:r>
          </a:p>
          <a:p>
            <a:pPr lvl="1">
              <a:buClr>
                <a:srgbClr val="C00000"/>
              </a:buClr>
              <a:buSzPct val="100000"/>
              <a:buFont typeface="Calibri" pitchFamily="34" charset="0"/>
              <a:buChar char="▪"/>
            </a:pPr>
            <a:r>
              <a:rPr lang="en-US"/>
              <a:t>Second level</a:t>
            </a:r>
          </a:p>
          <a:p>
            <a:pPr lvl="2">
              <a:buClr>
                <a:srgbClr val="C00000"/>
              </a:buClr>
              <a:buSzPct val="100000"/>
              <a:buFont typeface="Calibri" pitchFamily="34" charset="0"/>
              <a:buChar char="▪"/>
            </a:pPr>
            <a:r>
              <a:rPr lang="en-US"/>
              <a:t>Third level</a:t>
            </a:r>
          </a:p>
          <a:p>
            <a:pPr lvl="3">
              <a:buClr>
                <a:srgbClr val="C00000"/>
              </a:buClr>
              <a:buSzPct val="100000"/>
              <a:buFont typeface="Calibri" pitchFamily="34" charset="0"/>
              <a:buChar char="▪"/>
            </a:pPr>
            <a:r>
              <a:rPr lang="en-US"/>
              <a:t>Fourth level</a:t>
            </a:r>
          </a:p>
          <a:p>
            <a:pPr lvl="4">
              <a:buClr>
                <a:srgbClr val="C00000"/>
              </a:buClr>
              <a:buSzPct val="100000"/>
              <a:buFont typeface="Calibri" pitchFamily="34" charset="0"/>
              <a:buChar char="▪"/>
            </a:pPr>
            <a:r>
              <a:rPr lang="en-US"/>
              <a:t>Fifth level</a:t>
            </a:r>
          </a:p>
        </p:txBody>
      </p:sp>
      <p:grpSp>
        <p:nvGrpSpPr>
          <p:cNvPr id="9" name="Group 8"/>
          <p:cNvGrpSpPr/>
          <p:nvPr userDrawn="1"/>
        </p:nvGrpSpPr>
        <p:grpSpPr>
          <a:xfrm>
            <a:off x="0" y="620688"/>
            <a:ext cx="9144000" cy="5990344"/>
            <a:chOff x="0" y="620688"/>
            <a:chExt cx="9144000" cy="5990344"/>
          </a:xfrm>
        </p:grpSpPr>
        <p:cxnSp>
          <p:nvCxnSpPr>
            <p:cNvPr id="10" name="Straight Connector 9"/>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998946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9"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400" y="1295400"/>
            <a:ext cx="8763000" cy="0"/>
          </a:xfrm>
          <a:custGeom>
            <a:avLst/>
            <a:gdLst/>
            <a:ahLst/>
            <a:cxnLst/>
            <a:rect l="l" t="t" r="r" b="b"/>
            <a:pathLst>
              <a:path w="8763000">
                <a:moveTo>
                  <a:pt x="0" y="0"/>
                </a:moveTo>
                <a:lnTo>
                  <a:pt x="8763000" y="1"/>
                </a:lnTo>
              </a:path>
            </a:pathLst>
          </a:custGeom>
          <a:ln w="25400">
            <a:solidFill>
              <a:srgbClr val="FF6600"/>
            </a:solidFill>
          </a:ln>
        </p:spPr>
        <p:txBody>
          <a:bodyPr wrap="square" lIns="0" tIns="0" rIns="0" bIns="0" rtlCol="0"/>
          <a:lstStyle/>
          <a:p>
            <a:endParaRPr/>
          </a:p>
        </p:txBody>
      </p:sp>
      <p:sp>
        <p:nvSpPr>
          <p:cNvPr id="2" name="Holder 2"/>
          <p:cNvSpPr>
            <a:spLocks noGrp="1"/>
          </p:cNvSpPr>
          <p:nvPr>
            <p:ph type="title"/>
          </p:nvPr>
        </p:nvSpPr>
        <p:spPr>
          <a:xfrm>
            <a:off x="611727" y="593851"/>
            <a:ext cx="7856855" cy="57404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a:xfrm>
            <a:off x="175700" y="1357884"/>
            <a:ext cx="8524240" cy="3445510"/>
          </a:xfrm>
          <a:prstGeom prst="rect">
            <a:avLst/>
          </a:prstGeom>
        </p:spPr>
        <p:txBody>
          <a:bodyPr wrap="square" lIns="0" tIns="0" rIns="0" bIns="0">
            <a:spAutoFit/>
          </a:bodyPr>
          <a:lstStyle>
            <a:lvl1pPr>
              <a:defRPr sz="3200" b="0" i="0">
                <a:solidFill>
                  <a:srgbClr val="7F7F7F"/>
                </a:solidFill>
                <a:latin typeface="Arial MT"/>
                <a:cs typeface="Arial MT"/>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6/27/2025</a:t>
            </a:fld>
            <a:endParaRPr lang="en-US"/>
          </a:p>
        </p:txBody>
      </p:sp>
      <p:sp>
        <p:nvSpPr>
          <p:cNvPr id="6" name="Holder 6"/>
          <p:cNvSpPr>
            <a:spLocks noGrp="1"/>
          </p:cNvSpPr>
          <p:nvPr>
            <p:ph type="sldNum" sz="quarter" idx="7"/>
          </p:nvPr>
        </p:nvSpPr>
        <p:spPr>
          <a:xfrm>
            <a:off x="8643424" y="6556326"/>
            <a:ext cx="286384" cy="224154"/>
          </a:xfrm>
          <a:prstGeom prst="rect">
            <a:avLst/>
          </a:prstGeom>
        </p:spPr>
        <p:txBody>
          <a:bodyPr wrap="square" lIns="0" tIns="0" rIns="0" bIns="0">
            <a:spAutoFit/>
          </a:bodyPr>
          <a:lstStyle>
            <a:lvl1pPr>
              <a:defRPr sz="1400" b="1" i="0">
                <a:solidFill>
                  <a:srgbClr val="FF6600"/>
                </a:solidFill>
                <a:latin typeface="Arial"/>
                <a:cs typeface="Arial"/>
              </a:defRPr>
            </a:lvl1pPr>
          </a:lstStyle>
          <a:p>
            <a:pPr marL="136525">
              <a:lnSpc>
                <a:spcPts val="1645"/>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64CFC24-AB19-CAB0-BAC1-173BEE361A0F}"/>
              </a:ext>
            </a:extLst>
          </p:cNvPr>
          <p:cNvSpPr>
            <a:spLocks noGrp="1" noChangeArrowheads="1"/>
          </p:cNvSpPr>
          <p:nvPr>
            <p:ph type="title"/>
          </p:nvPr>
        </p:nvSpPr>
        <p:spPr bwMode="auto">
          <a:xfrm>
            <a:off x="304800" y="381000"/>
            <a:ext cx="806926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63491" name="Rectangle 3">
            <a:extLst>
              <a:ext uri="{FF2B5EF4-FFF2-40B4-BE49-F238E27FC236}">
                <a16:creationId xmlns:a16="http://schemas.microsoft.com/office/drawing/2014/main" id="{C17089FF-587E-2A17-8D8A-D11143F854B9}"/>
              </a:ext>
            </a:extLst>
          </p:cNvPr>
          <p:cNvSpPr>
            <a:spLocks noGrp="1" noChangeArrowheads="1"/>
          </p:cNvSpPr>
          <p:nvPr>
            <p:ph type="body" idx="1"/>
          </p:nvPr>
        </p:nvSpPr>
        <p:spPr bwMode="auto">
          <a:xfrm>
            <a:off x="457200" y="1219200"/>
            <a:ext cx="84582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3492" name="Rectangle 4">
            <a:extLst>
              <a:ext uri="{FF2B5EF4-FFF2-40B4-BE49-F238E27FC236}">
                <a16:creationId xmlns:a16="http://schemas.microsoft.com/office/drawing/2014/main" id="{B95DEABB-6AFA-7C8C-474B-8D03E2D7A3C4}"/>
              </a:ext>
            </a:extLst>
          </p:cNvPr>
          <p:cNvSpPr>
            <a:spLocks noGrp="1" noChangeArrowheads="1"/>
          </p:cNvSpPr>
          <p:nvPr>
            <p:ph type="sldNum" sz="quarter" idx="4"/>
          </p:nvPr>
        </p:nvSpPr>
        <p:spPr bwMode="auto">
          <a:xfrm>
            <a:off x="8001000" y="63246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fld id="{24236BD5-6262-4392-82D4-2548BB4E7513}" type="slidenum">
              <a:rPr lang="en-US" altLang="en-US"/>
              <a:pPr/>
              <a:t>‹#›</a:t>
            </a:fld>
            <a:endParaRPr lang="en-US" altLang="en-US"/>
          </a:p>
        </p:txBody>
      </p:sp>
      <p:sp>
        <p:nvSpPr>
          <p:cNvPr id="63493" name="Line 5">
            <a:extLst>
              <a:ext uri="{FF2B5EF4-FFF2-40B4-BE49-F238E27FC236}">
                <a16:creationId xmlns:a16="http://schemas.microsoft.com/office/drawing/2014/main" id="{9248E280-5A81-50FE-13A7-3334B8CDA835}"/>
              </a:ext>
            </a:extLst>
          </p:cNvPr>
          <p:cNvSpPr>
            <a:spLocks noChangeShapeType="1"/>
          </p:cNvSpPr>
          <p:nvPr/>
        </p:nvSpPr>
        <p:spPr bwMode="auto">
          <a:xfrm>
            <a:off x="152400" y="1143000"/>
            <a:ext cx="8839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4" name="Line 6">
            <a:extLst>
              <a:ext uri="{FF2B5EF4-FFF2-40B4-BE49-F238E27FC236}">
                <a16:creationId xmlns:a16="http://schemas.microsoft.com/office/drawing/2014/main" id="{529A88C9-FD14-37B8-78ED-CCDE46AE6F93}"/>
              </a:ext>
            </a:extLst>
          </p:cNvPr>
          <p:cNvSpPr>
            <a:spLocks noChangeShapeType="1"/>
          </p:cNvSpPr>
          <p:nvPr/>
        </p:nvSpPr>
        <p:spPr bwMode="auto">
          <a:xfrm>
            <a:off x="381000" y="1143000"/>
            <a:ext cx="0" cy="55626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63495" name="Picture 7">
            <a:extLst>
              <a:ext uri="{FF2B5EF4-FFF2-40B4-BE49-F238E27FC236}">
                <a16:creationId xmlns:a16="http://schemas.microsoft.com/office/drawing/2014/main" id="{D2397F15-1B93-C15F-F4A1-2FC0589F7B9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97863" y="317500"/>
            <a:ext cx="641350" cy="723900"/>
          </a:xfrm>
          <a:prstGeom prst="rect">
            <a:avLst/>
          </a:prstGeom>
          <a:noFill/>
          <a:extLst>
            <a:ext uri="{909E8E84-426E-40DD-AFC4-6F175D3DCCD1}">
              <a14:hiddenFill xmlns:a14="http://schemas.microsoft.com/office/drawing/2010/main">
                <a:solidFill>
                  <a:srgbClr val="FFFFFF"/>
                </a:solidFill>
              </a14:hiddenFill>
            </a:ext>
          </a:extLst>
        </p:spPr>
      </p:pic>
      <p:sp>
        <p:nvSpPr>
          <p:cNvPr id="63496" name="AutoShape 8">
            <a:extLst>
              <a:ext uri="{FF2B5EF4-FFF2-40B4-BE49-F238E27FC236}">
                <a16:creationId xmlns:a16="http://schemas.microsoft.com/office/drawing/2014/main" id="{9FBC2559-A4EC-95DA-80EA-A9594AB6ED72}"/>
              </a:ext>
            </a:extLst>
          </p:cNvPr>
          <p:cNvSpPr>
            <a:spLocks noChangeArrowheads="1"/>
          </p:cNvSpPr>
          <p:nvPr/>
        </p:nvSpPr>
        <p:spPr bwMode="auto">
          <a:xfrm>
            <a:off x="152400" y="152400"/>
            <a:ext cx="8839200" cy="6553200"/>
          </a:xfrm>
          <a:prstGeom prst="roundRect">
            <a:avLst>
              <a:gd name="adj" fmla="val 4144"/>
            </a:avLst>
          </a:prstGeom>
          <a:noFill/>
          <a:ln w="2857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25703134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l" rtl="0" eaLnBrk="0" fontAlgn="base" hangingPunct="0">
        <a:spcBef>
          <a:spcPct val="0"/>
        </a:spcBef>
        <a:spcAft>
          <a:spcPct val="0"/>
        </a:spcAft>
        <a:defRPr sz="3600" b="1" kern="1200">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Helvetica" panose="020B0604020202020204" pitchFamily="34" charset="0"/>
        </a:defRPr>
      </a:lvl2pPr>
      <a:lvl3pPr algn="l" rtl="0" eaLnBrk="0" fontAlgn="base" hangingPunct="0">
        <a:spcBef>
          <a:spcPct val="0"/>
        </a:spcBef>
        <a:spcAft>
          <a:spcPct val="0"/>
        </a:spcAft>
        <a:defRPr sz="3600" b="1">
          <a:solidFill>
            <a:schemeClr val="tx1"/>
          </a:solidFill>
          <a:latin typeface="Helvetica" panose="020B0604020202020204" pitchFamily="34" charset="0"/>
        </a:defRPr>
      </a:lvl3pPr>
      <a:lvl4pPr algn="l" rtl="0" eaLnBrk="0" fontAlgn="base" hangingPunct="0">
        <a:spcBef>
          <a:spcPct val="0"/>
        </a:spcBef>
        <a:spcAft>
          <a:spcPct val="0"/>
        </a:spcAft>
        <a:defRPr sz="3600" b="1">
          <a:solidFill>
            <a:schemeClr val="tx1"/>
          </a:solidFill>
          <a:latin typeface="Helvetica" panose="020B0604020202020204" pitchFamily="34" charset="0"/>
        </a:defRPr>
      </a:lvl4pPr>
      <a:lvl5pPr algn="l" rtl="0" eaLnBrk="0" fontAlgn="base" hangingPunct="0">
        <a:spcBef>
          <a:spcPct val="0"/>
        </a:spcBef>
        <a:spcAft>
          <a:spcPct val="0"/>
        </a:spcAft>
        <a:defRPr sz="3600" b="1">
          <a:solidFill>
            <a:schemeClr val="tx1"/>
          </a:solidFill>
          <a:latin typeface="Helvetica" panose="020B0604020202020204" pitchFamily="34" charset="0"/>
        </a:defRPr>
      </a:lvl5pPr>
      <a:lvl6pPr marL="457200" algn="l" rtl="0" eaLnBrk="0" fontAlgn="base" hangingPunct="0">
        <a:spcBef>
          <a:spcPct val="0"/>
        </a:spcBef>
        <a:spcAft>
          <a:spcPct val="0"/>
        </a:spcAft>
        <a:defRPr sz="3600" b="1">
          <a:solidFill>
            <a:schemeClr val="tx1"/>
          </a:solidFill>
          <a:latin typeface="Helvetica" panose="020B0604020202020204" pitchFamily="34" charset="0"/>
        </a:defRPr>
      </a:lvl6pPr>
      <a:lvl7pPr marL="914400" algn="l" rtl="0" eaLnBrk="0" fontAlgn="base" hangingPunct="0">
        <a:spcBef>
          <a:spcPct val="0"/>
        </a:spcBef>
        <a:spcAft>
          <a:spcPct val="0"/>
        </a:spcAft>
        <a:defRPr sz="3600" b="1">
          <a:solidFill>
            <a:schemeClr val="tx1"/>
          </a:solidFill>
          <a:latin typeface="Helvetica" panose="020B0604020202020204" pitchFamily="34" charset="0"/>
        </a:defRPr>
      </a:lvl7pPr>
      <a:lvl8pPr marL="1371600" algn="l" rtl="0" eaLnBrk="0" fontAlgn="base" hangingPunct="0">
        <a:spcBef>
          <a:spcPct val="0"/>
        </a:spcBef>
        <a:spcAft>
          <a:spcPct val="0"/>
        </a:spcAft>
        <a:defRPr sz="3600" b="1">
          <a:solidFill>
            <a:schemeClr val="tx1"/>
          </a:solidFill>
          <a:latin typeface="Helvetica" panose="020B0604020202020204" pitchFamily="34" charset="0"/>
        </a:defRPr>
      </a:lvl8pPr>
      <a:lvl9pPr marL="1828800" algn="l" rtl="0" eaLnBrk="0" fontAlgn="base" hangingPunct="0">
        <a:spcBef>
          <a:spcPct val="0"/>
        </a:spcBef>
        <a:spcAft>
          <a:spcPct val="0"/>
        </a:spcAft>
        <a:defRPr sz="3600" b="1">
          <a:solidFill>
            <a:schemeClr val="tx1"/>
          </a:solidFill>
          <a:latin typeface="Helvetica" panose="020B0604020202020204" pitchFamily="34" charset="0"/>
        </a:defRPr>
      </a:lvl9pPr>
    </p:titleStyle>
    <p:bodyStyle>
      <a:lvl1pPr marL="223838" indent="-223838" algn="l" rtl="0" eaLnBrk="0" fontAlgn="base" hangingPunct="0">
        <a:spcBef>
          <a:spcPct val="50000"/>
        </a:spcBef>
        <a:spcAft>
          <a:spcPct val="0"/>
        </a:spcAft>
        <a:buChar char="•"/>
        <a:defRPr sz="2800" kern="1200">
          <a:solidFill>
            <a:srgbClr val="0000FF"/>
          </a:solidFill>
          <a:latin typeface="+mn-lt"/>
          <a:ea typeface="+mn-ea"/>
          <a:cs typeface="+mn-cs"/>
        </a:defRPr>
      </a:lvl1pPr>
      <a:lvl2pPr marL="563563" indent="-223838" algn="l" rtl="0" eaLnBrk="0" fontAlgn="base" hangingPunct="0">
        <a:spcBef>
          <a:spcPct val="10000"/>
        </a:spcBef>
        <a:spcAft>
          <a:spcPct val="0"/>
        </a:spcAft>
        <a:buFont typeface="Helvetica" panose="020B0604020202020204" pitchFamily="34" charset="0"/>
        <a:buChar char="–"/>
        <a:defRPr sz="2400" kern="1200">
          <a:solidFill>
            <a:schemeClr val="accent2"/>
          </a:solidFill>
          <a:latin typeface="+mn-lt"/>
          <a:ea typeface="+mn-ea"/>
          <a:cs typeface="+mn-cs"/>
        </a:defRPr>
      </a:lvl2pPr>
      <a:lvl3pPr marL="911225" indent="-233363" algn="l" rtl="0" eaLnBrk="0" fontAlgn="base" hangingPunct="0">
        <a:spcBef>
          <a:spcPct val="10000"/>
        </a:spcBef>
        <a:spcAft>
          <a:spcPct val="0"/>
        </a:spcAft>
        <a:buFont typeface="Wingdings" panose="05000000000000000000" pitchFamily="2" charset="2"/>
        <a:buChar char=""/>
        <a:defRPr sz="2000" kern="1200">
          <a:solidFill>
            <a:schemeClr val="tx1"/>
          </a:solidFill>
          <a:latin typeface="+mn-lt"/>
          <a:ea typeface="+mn-ea"/>
          <a:cs typeface="+mn-cs"/>
        </a:defRPr>
      </a:lvl3pPr>
      <a:lvl4pPr marL="1258888" indent="-233363" algn="l" rtl="0" eaLnBrk="0" fontAlgn="base" hangingPunct="0">
        <a:spcBef>
          <a:spcPct val="10000"/>
        </a:spcBef>
        <a:spcAft>
          <a:spcPct val="0"/>
        </a:spcAft>
        <a:buChar char="•"/>
        <a:defRPr sz="2000" kern="1200">
          <a:solidFill>
            <a:schemeClr val="accent2"/>
          </a:solidFill>
          <a:latin typeface="+mj-lt"/>
          <a:ea typeface="+mn-ea"/>
          <a:cs typeface="+mn-cs"/>
        </a:defRPr>
      </a:lvl4pPr>
      <a:lvl5pPr marL="1597025" indent="-223838" algn="l" rtl="0" eaLnBrk="0" fontAlgn="base" hangingPunct="0">
        <a:spcBef>
          <a:spcPct val="10000"/>
        </a:spcBef>
        <a:spcAft>
          <a:spcPct val="0"/>
        </a:spcAft>
        <a:buChar char="•"/>
        <a:defRPr sz="20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body" idx="1"/>
          </p:nvPr>
        </p:nvSpPr>
        <p:spPr bwMode="auto">
          <a:xfrm>
            <a:off x="457200" y="11430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379" name="Line 11"/>
          <p:cNvSpPr>
            <a:spLocks noChangeShapeType="1"/>
          </p:cNvSpPr>
          <p:nvPr/>
        </p:nvSpPr>
        <p:spPr bwMode="auto">
          <a:xfrm>
            <a:off x="0" y="6375400"/>
            <a:ext cx="9144000" cy="0"/>
          </a:xfrm>
          <a:prstGeom prst="line">
            <a:avLst/>
          </a:prstGeom>
          <a:noFill/>
          <a:ln w="28575">
            <a:solidFill>
              <a:srgbClr val="3399FF"/>
            </a:solidFill>
            <a:round/>
            <a:headEnd/>
            <a:tailEnd/>
          </a:ln>
          <a:effectLst/>
        </p:spPr>
        <p:txBody>
          <a:bodyPr/>
          <a:lstStyle/>
          <a:p>
            <a:pPr>
              <a:defRPr/>
            </a:pPr>
            <a:endParaRPr lang="en-US"/>
          </a:p>
        </p:txBody>
      </p:sp>
      <p:sp>
        <p:nvSpPr>
          <p:cNvPr id="1031" name="Rectangle 2"/>
          <p:cNvSpPr>
            <a:spLocks noGrp="1" noChangeArrowheads="1"/>
          </p:cNvSpPr>
          <p:nvPr>
            <p:ph type="title"/>
          </p:nvPr>
        </p:nvSpPr>
        <p:spPr bwMode="auto">
          <a:xfrm>
            <a:off x="457200" y="152400"/>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8376" name="Line 8"/>
          <p:cNvSpPr>
            <a:spLocks noChangeShapeType="1"/>
          </p:cNvSpPr>
          <p:nvPr/>
        </p:nvSpPr>
        <p:spPr bwMode="auto">
          <a:xfrm>
            <a:off x="0" y="939800"/>
            <a:ext cx="9144000" cy="0"/>
          </a:xfrm>
          <a:prstGeom prst="line">
            <a:avLst/>
          </a:prstGeom>
          <a:noFill/>
          <a:ln w="38100">
            <a:solidFill>
              <a:srgbClr val="3399FF"/>
            </a:solidFill>
            <a:round/>
            <a:headEnd/>
            <a:tailEnd/>
          </a:ln>
          <a:effectLst/>
        </p:spPr>
        <p:txBody>
          <a:bodyPr/>
          <a:lstStyle/>
          <a:p>
            <a:pPr>
              <a:defRPr/>
            </a:pPr>
            <a:endParaRPr lang="en-US"/>
          </a:p>
        </p:txBody>
      </p:sp>
      <p:sp>
        <p:nvSpPr>
          <p:cNvPr id="58387" name="Rectangle 19"/>
          <p:cNvSpPr>
            <a:spLocks noGrp="1" noChangeArrowheads="1"/>
          </p:cNvSpPr>
          <p:nvPr>
            <p:ph type="sldNum" sz="quarter" idx="4"/>
          </p:nvPr>
        </p:nvSpPr>
        <p:spPr bwMode="auto">
          <a:xfrm>
            <a:off x="8382000" y="6400800"/>
            <a:ext cx="609600" cy="3540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85A324E0-6F10-47BF-B0C2-83D52C408A54}" type="slidenum">
              <a:rPr lang="en-US"/>
              <a:pPr>
                <a:defRPr/>
              </a:pPr>
              <a:t>‹#›</a:t>
            </a:fld>
            <a:endParaRPr lang="en-US" dirty="0"/>
          </a:p>
        </p:txBody>
      </p:sp>
    </p:spTree>
    <p:extLst>
      <p:ext uri="{BB962C8B-B14F-4D97-AF65-F5344CB8AC3E}">
        <p14:creationId xmlns:p14="http://schemas.microsoft.com/office/powerpoint/2010/main" val="383273084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2" r:id="rId15"/>
    <p:sldLayoutId id="2147483734" r:id="rId16"/>
    <p:sldLayoutId id="2147483735" r:id="rId17"/>
  </p:sldLayoutIdLst>
  <p:hf hdr="0" ftr="0" dt="0"/>
  <p:txStyles>
    <p:title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9A7C589-465E-22A1-B645-CDDD02CEED2E}"/>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endParaRPr lang="en-US" altLang="en-US"/>
          </a:p>
        </p:txBody>
      </p:sp>
      <p:sp>
        <p:nvSpPr>
          <p:cNvPr id="3075" name="Rectangle 3">
            <a:extLst>
              <a:ext uri="{FF2B5EF4-FFF2-40B4-BE49-F238E27FC236}">
                <a16:creationId xmlns:a16="http://schemas.microsoft.com/office/drawing/2014/main" id="{A5D5833D-9054-694E-DBC0-0A76069FE924}"/>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endParaRPr lang="en-US" altLang="en-US"/>
          </a:p>
        </p:txBody>
      </p:sp>
      <p:sp>
        <p:nvSpPr>
          <p:cNvPr id="3076" name="Rectangle 4">
            <a:extLst>
              <a:ext uri="{FF2B5EF4-FFF2-40B4-BE49-F238E27FC236}">
                <a16:creationId xmlns:a16="http://schemas.microsoft.com/office/drawing/2014/main" id="{37ECE542-4090-486A-42A1-B42F64778A0F}"/>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76FBBE7E-B9C3-41F2-A05A-F7F383DAC30A}" type="slidenum">
              <a:rPr lang="en-US" altLang="en-US"/>
              <a:pPr/>
              <a:t>‹#›</a:t>
            </a:fld>
            <a:endParaRPr lang="en-US" altLang="en-US"/>
          </a:p>
        </p:txBody>
      </p:sp>
      <p:sp>
        <p:nvSpPr>
          <p:cNvPr id="3077" name="Rectangle 5">
            <a:extLst>
              <a:ext uri="{FF2B5EF4-FFF2-40B4-BE49-F238E27FC236}">
                <a16:creationId xmlns:a16="http://schemas.microsoft.com/office/drawing/2014/main" id="{286AADCD-5288-10CB-A2E6-11C5B1CD182A}"/>
              </a:ext>
            </a:extLst>
          </p:cNvPr>
          <p:cNvSpPr>
            <a:spLocks noChangeArrowheads="1"/>
          </p:cNvSpPr>
          <p:nvPr/>
        </p:nvSpPr>
        <p:spPr bwMode="auto">
          <a:xfrm>
            <a:off x="0" y="1428750"/>
            <a:ext cx="9132888" cy="74613"/>
          </a:xfrm>
          <a:prstGeom prst="rect">
            <a:avLst/>
          </a:prstGeom>
          <a:gradFill rotWithShape="0">
            <a:gsLst>
              <a:gs pos="0">
                <a:srgbClr val="0000CC">
                  <a:gamma/>
                  <a:shade val="40000"/>
                  <a:invGamma/>
                </a:srgbClr>
              </a:gs>
              <a:gs pos="50000">
                <a:srgbClr val="0000CC"/>
              </a:gs>
              <a:gs pos="100000">
                <a:srgbClr val="0000CC">
                  <a:gamma/>
                  <a:shade val="40000"/>
                  <a:invGamma/>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8" name="Rectangle 6">
            <a:extLst>
              <a:ext uri="{FF2B5EF4-FFF2-40B4-BE49-F238E27FC236}">
                <a16:creationId xmlns:a16="http://schemas.microsoft.com/office/drawing/2014/main" id="{271F544E-8610-342A-232E-971A65FFB3EB}"/>
              </a:ext>
            </a:extLst>
          </p:cNvPr>
          <p:cNvSpPr>
            <a:spLocks noChangeArrowheads="1"/>
          </p:cNvSpPr>
          <p:nvPr/>
        </p:nvSpPr>
        <p:spPr bwMode="auto">
          <a:xfrm>
            <a:off x="6350" y="1549400"/>
            <a:ext cx="9120188" cy="25400"/>
          </a:xfrm>
          <a:prstGeom prst="rect">
            <a:avLst/>
          </a:prstGeom>
          <a:gradFill rotWithShape="0">
            <a:gsLst>
              <a:gs pos="0">
                <a:srgbClr val="CC0000"/>
              </a:gs>
              <a:gs pos="100000">
                <a:srgbClr val="CC0000">
                  <a:gamma/>
                  <a:shade val="80000"/>
                  <a:invGamma/>
                </a:srgbClr>
              </a:gs>
            </a:gsLst>
            <a:lin ang="0" scaled="1"/>
          </a:gradFill>
          <a:ln w="127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9" name="Rectangle 7">
            <a:extLst>
              <a:ext uri="{FF2B5EF4-FFF2-40B4-BE49-F238E27FC236}">
                <a16:creationId xmlns:a16="http://schemas.microsoft.com/office/drawing/2014/main" id="{642C4749-0FCE-BC81-0DE8-172287D713C0}"/>
              </a:ext>
            </a:extLst>
          </p:cNvPr>
          <p:cNvSpPr>
            <a:spLocks noGrp="1" noChangeArrowheads="1"/>
          </p:cNvSpPr>
          <p:nvPr>
            <p:ph type="title"/>
          </p:nvPr>
        </p:nvSpPr>
        <p:spPr bwMode="auto">
          <a:xfrm>
            <a:off x="609600" y="228600"/>
            <a:ext cx="7848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p>
            <a:pPr lvl="0"/>
            <a:r>
              <a:rPr lang="en-US" altLang="en-US"/>
              <a:t>Techni</a:t>
            </a:r>
            <a:br>
              <a:rPr lang="en-US" altLang="en-US"/>
            </a:br>
            <a:br>
              <a:rPr lang="en-US" altLang="en-US"/>
            </a:br>
            <a:br>
              <a:rPr lang="en-US" altLang="en-US"/>
            </a:br>
            <a:br>
              <a:rPr lang="en-US" altLang="en-US"/>
            </a:br>
            <a:br>
              <a:rPr lang="en-US" altLang="en-US"/>
            </a:br>
            <a:br>
              <a:rPr lang="en-US" altLang="en-US"/>
            </a:br>
            <a:br>
              <a:rPr lang="en-US" altLang="en-US"/>
            </a:br>
            <a:r>
              <a:rPr lang="en-US" altLang="en-US"/>
              <a:t>Template</a:t>
            </a:r>
          </a:p>
        </p:txBody>
      </p:sp>
      <p:sp>
        <p:nvSpPr>
          <p:cNvPr id="3080" name="Rectangle 8">
            <a:extLst>
              <a:ext uri="{FF2B5EF4-FFF2-40B4-BE49-F238E27FC236}">
                <a16:creationId xmlns:a16="http://schemas.microsoft.com/office/drawing/2014/main" id="{4392AD53-254D-DBD5-5B83-271AF441C7E5}"/>
              </a:ext>
            </a:extLst>
          </p:cNvPr>
          <p:cNvSpPr>
            <a:spLocks noGrp="1" noChangeArrowheads="1"/>
          </p:cNvSpPr>
          <p:nvPr>
            <p:ph type="body" idx="1"/>
          </p:nvPr>
        </p:nvSpPr>
        <p:spPr bwMode="auto">
          <a:xfrm>
            <a:off x="609600" y="1981200"/>
            <a:ext cx="7848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Test</a:t>
            </a:r>
          </a:p>
          <a:p>
            <a:pPr lvl="1"/>
            <a:r>
              <a:rPr lang="en-US" altLang="en-US"/>
              <a:t>Test</a:t>
            </a:r>
          </a:p>
          <a:p>
            <a:pPr lvl="1"/>
            <a:r>
              <a:rPr lang="en-US" altLang="en-US"/>
              <a:t>Test</a:t>
            </a:r>
          </a:p>
          <a:p>
            <a:pPr lvl="2"/>
            <a:r>
              <a:rPr lang="en-US" altLang="en-US"/>
              <a:t>Test</a:t>
            </a:r>
          </a:p>
          <a:p>
            <a:pPr lvl="0"/>
            <a:endParaRPr lang="en-US" altLang="en-US"/>
          </a:p>
          <a:p>
            <a:pPr lvl="0"/>
            <a:endParaRPr lang="en-US" altLang="en-US"/>
          </a:p>
        </p:txBody>
      </p:sp>
    </p:spTree>
    <p:extLst>
      <p:ext uri="{BB962C8B-B14F-4D97-AF65-F5344CB8AC3E}">
        <p14:creationId xmlns:p14="http://schemas.microsoft.com/office/powerpoint/2010/main" val="3812608980"/>
      </p:ext>
    </p:extLst>
  </p:cSld>
  <p:clrMap bg1="dk2" tx1="lt1" bg2="dk1"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p:titleStyle>
    <p:body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r>
              <a:rPr lang="en-US">
                <a:solidFill>
                  <a:prstClr val="black">
                    <a:tint val="75000"/>
                  </a:prstClr>
                </a:solidFill>
                <a:latin typeface="Calibri"/>
              </a:rPr>
              <a:t>Vehicular Networking</a:t>
            </a:r>
            <a:endParaRPr lang="en-US" dirty="0">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73ED8BC7-2E15-43DB-8EF0-8ED7667633CE}"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073946521"/>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uni-paderborn.de/"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9.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1.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2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15.png"/><Relationship Id="rId12" Type="http://schemas.openxmlformats.org/officeDocument/2006/relationships/image" Target="../media/image24.pn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0.png"/><Relationship Id="rId1" Type="http://schemas.openxmlformats.org/officeDocument/2006/relationships/slideLayout" Target="../slideLayouts/slideLayout24.xml"/><Relationship Id="rId6" Type="http://schemas.openxmlformats.org/officeDocument/2006/relationships/image" Target="../media/image14.png"/><Relationship Id="rId11" Type="http://schemas.openxmlformats.org/officeDocument/2006/relationships/image" Target="../media/image23.png"/><Relationship Id="rId5" Type="http://schemas.openxmlformats.org/officeDocument/2006/relationships/image" Target="../media/image13.png"/><Relationship Id="rId15" Type="http://schemas.openxmlformats.org/officeDocument/2006/relationships/image" Target="../media/image28.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1.bin"/><Relationship Id="rId1" Type="http://schemas.openxmlformats.org/officeDocument/2006/relationships/slideLayout" Target="../slideLayouts/slideLayout24.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4.xml"/><Relationship Id="rId5" Type="http://schemas.openxmlformats.org/officeDocument/2006/relationships/image" Target="../media/image39.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9.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4.png"/><Relationship Id="rId3" Type="http://schemas.openxmlformats.org/officeDocument/2006/relationships/image" Target="../media/image19.png"/><Relationship Id="rId7" Type="http://schemas.openxmlformats.org/officeDocument/2006/relationships/image" Target="../media/image49.png"/><Relationship Id="rId12"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image" Target="../media/image48.png"/><Relationship Id="rId11" Type="http://schemas.openxmlformats.org/officeDocument/2006/relationships/image" Target="../media/image22.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5.png"/></Relationships>
</file>

<file path=ppt/slides/_rels/slide2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image" Target="../media/image60.wmf"/><Relationship Id="rId7" Type="http://schemas.openxmlformats.org/officeDocument/2006/relationships/image" Target="../media/image62.wmf"/><Relationship Id="rId2" Type="http://schemas.openxmlformats.org/officeDocument/2006/relationships/oleObject" Target="../embeddings/oleObject2.bin"/><Relationship Id="rId1" Type="http://schemas.openxmlformats.org/officeDocument/2006/relationships/slideLayout" Target="../slideLayouts/slideLayout4.xml"/><Relationship Id="rId6" Type="http://schemas.openxmlformats.org/officeDocument/2006/relationships/image" Target="../media/image61.wmf"/><Relationship Id="rId5" Type="http://schemas.openxmlformats.org/officeDocument/2006/relationships/oleObject" Target="../embeddings/oleObject4.bin"/><Relationship Id="rId4" Type="http://schemas.openxmlformats.org/officeDocument/2006/relationships/oleObject" Target="../embeddings/oleObject3.bin"/><Relationship Id="rId9"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4.png"/><Relationship Id="rId7" Type="http://schemas.openxmlformats.org/officeDocument/2006/relationships/oleObject" Target="../embeddings/oleObject7.bin"/><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66.wmf"/><Relationship Id="rId5" Type="http://schemas.openxmlformats.org/officeDocument/2006/relationships/oleObject" Target="../embeddings/oleObject6.bin"/><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4.png"/><Relationship Id="rId7" Type="http://schemas.openxmlformats.org/officeDocument/2006/relationships/oleObject" Target="../embeddings/oleObject7.bin"/><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66.wmf"/><Relationship Id="rId5" Type="http://schemas.openxmlformats.org/officeDocument/2006/relationships/oleObject" Target="../embeddings/oleObject6.bin"/><Relationship Id="rId4" Type="http://schemas.openxmlformats.org/officeDocument/2006/relationships/image" Target="../media/image65.png"/></Relationships>
</file>

<file path=ppt/slides/_rels/slide28.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4.png"/><Relationship Id="rId7" Type="http://schemas.openxmlformats.org/officeDocument/2006/relationships/oleObject" Target="../embeddings/oleObject7.bin"/><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66.wmf"/><Relationship Id="rId5" Type="http://schemas.openxmlformats.org/officeDocument/2006/relationships/oleObject" Target="../embeddings/oleObject6.bin"/><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7.wmf"/><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oleObject" Target="../embeddings/oleObject7.bin"/><Relationship Id="rId5" Type="http://schemas.openxmlformats.org/officeDocument/2006/relationships/image" Target="../media/image66.wmf"/><Relationship Id="rId4"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4.png"/><Relationship Id="rId7" Type="http://schemas.openxmlformats.org/officeDocument/2006/relationships/oleObject" Target="../embeddings/oleObject7.bin"/><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66.wmf"/><Relationship Id="rId5" Type="http://schemas.openxmlformats.org/officeDocument/2006/relationships/oleObject" Target="../embeddings/oleObject6.bin"/><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67.wmf"/><Relationship Id="rId5" Type="http://schemas.openxmlformats.org/officeDocument/2006/relationships/oleObject" Target="../embeddings/oleObject7.bin"/><Relationship Id="rId4" Type="http://schemas.openxmlformats.org/officeDocument/2006/relationships/image" Target="../media/image66.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36.xml"/><Relationship Id="rId6" Type="http://schemas.openxmlformats.org/officeDocument/2006/relationships/image" Target="../media/image71.jpg"/><Relationship Id="rId5" Type="http://schemas.openxmlformats.org/officeDocument/2006/relationships/image" Target="../media/image70.png"/><Relationship Id="rId4" Type="http://schemas.openxmlformats.org/officeDocument/2006/relationships/image" Target="../media/image69.png"/></Relationships>
</file>

<file path=ppt/slides/_rels/slide3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36.xml"/><Relationship Id="rId5" Type="http://schemas.openxmlformats.org/officeDocument/2006/relationships/image" Target="../media/image77.png"/><Relationship Id="rId4" Type="http://schemas.openxmlformats.org/officeDocument/2006/relationships/image" Target="../media/image76.png"/></Relationships>
</file>

<file path=ppt/slides/_rels/slide43.x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slideLayout" Target="../slideLayouts/slideLayout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81.svg"/><Relationship Id="rId2" Type="http://schemas.openxmlformats.org/officeDocument/2006/relationships/notesSlide" Target="../notesSlides/notesSlide16.xml"/><Relationship Id="rId1" Type="http://schemas.openxmlformats.org/officeDocument/2006/relationships/slideLayout" Target="../slideLayouts/slideLayout36.xml"/><Relationship Id="rId6" Type="http://schemas.openxmlformats.org/officeDocument/2006/relationships/image" Target="../media/image80.png"/><Relationship Id="rId5" Type="http://schemas.openxmlformats.org/officeDocument/2006/relationships/image" Target="../media/image71.jpg"/><Relationship Id="rId4" Type="http://schemas.openxmlformats.org/officeDocument/2006/relationships/image" Target="../media/image69.png"/></Relationships>
</file>

<file path=ppt/slides/_rels/slide4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jpeg"/><Relationship Id="rId1" Type="http://schemas.openxmlformats.org/officeDocument/2006/relationships/slideLayout" Target="../slideLayouts/slideLayout36.xml"/><Relationship Id="rId4" Type="http://schemas.openxmlformats.org/officeDocument/2006/relationships/image" Target="../media/image8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36.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69.png"/></Relationships>
</file>

<file path=ppt/slides/_rels/slide52.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image" Target="../media/image87.png"/><Relationship Id="rId1" Type="http://schemas.openxmlformats.org/officeDocument/2006/relationships/slideLayout" Target="../slideLayouts/slideLayout36.xml"/><Relationship Id="rId4" Type="http://schemas.openxmlformats.org/officeDocument/2006/relationships/image" Target="../media/image89.png"/></Relationships>
</file>

<file path=ppt/slides/_rels/slide53.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36.xml"/></Relationships>
</file>

<file path=ppt/slides/_rels/slide5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36.xml"/></Relationships>
</file>

<file path=ppt/slides/_rels/slide5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36.xml"/></Relationships>
</file>

<file path=ppt/slides/_rels/slide5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jpg"/><Relationship Id="rId1" Type="http://schemas.openxmlformats.org/officeDocument/2006/relationships/slideLayout" Target="../slideLayouts/slideLayout36.xml"/><Relationship Id="rId4" Type="http://schemas.openxmlformats.org/officeDocument/2006/relationships/image" Target="../media/image97.png"/></Relationships>
</file>

<file path=ppt/slides/_rels/slide58.xml.rels><?xml version="1.0" encoding="UTF-8" standalone="yes"?>
<Relationships xmlns="http://schemas.openxmlformats.org/package/2006/relationships"><Relationship Id="rId2" Type="http://schemas.openxmlformats.org/officeDocument/2006/relationships/image" Target="../media/image98.jpg"/><Relationship Id="rId1" Type="http://schemas.openxmlformats.org/officeDocument/2006/relationships/slideLayout" Target="../slideLayouts/slideLayout3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3.xml.rels><?xml version="1.0" encoding="UTF-8" standalone="yes"?>
<Relationships xmlns="http://schemas.openxmlformats.org/package/2006/relationships"><Relationship Id="rId3" Type="http://schemas.openxmlformats.org/officeDocument/2006/relationships/hyperlink" Target="https://youtu.be/fNL7d_fbHKQ" TargetMode="External"/><Relationship Id="rId2" Type="http://schemas.openxmlformats.org/officeDocument/2006/relationships/hyperlink" Target="https://youtu.be/tYLU755T6_I" TargetMode="External"/><Relationship Id="rId1" Type="http://schemas.openxmlformats.org/officeDocument/2006/relationships/slideLayout" Target="../slideLayouts/slideLayout36.xml"/><Relationship Id="rId4" Type="http://schemas.openxmlformats.org/officeDocument/2006/relationships/hyperlink" Target="https://youtu.be/XaOcjHrdMFE" TargetMode="External"/></Relationships>
</file>

<file path=ppt/slides/_rels/slide64.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99.png"/><Relationship Id="rId7" Type="http://schemas.openxmlformats.org/officeDocument/2006/relationships/image" Target="../media/image85.png"/><Relationship Id="rId2" Type="http://schemas.openxmlformats.org/officeDocument/2006/relationships/notesSlide" Target="../notesSlides/notesSlide18.xml"/><Relationship Id="rId1" Type="http://schemas.openxmlformats.org/officeDocument/2006/relationships/slideLayout" Target="../slideLayouts/slideLayout36.xml"/><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69.png"/></Relationships>
</file>

<file path=ppt/slides/_rels/slide65.xml.rels><?xml version="1.0" encoding="UTF-8" standalone="yes"?>
<Relationships xmlns="http://schemas.openxmlformats.org/package/2006/relationships"><Relationship Id="rId2" Type="http://schemas.openxmlformats.org/officeDocument/2006/relationships/image" Target="../media/image100.jpg"/><Relationship Id="rId1" Type="http://schemas.openxmlformats.org/officeDocument/2006/relationships/slideLayout" Target="../slideLayouts/slideLayout36.xml"/></Relationships>
</file>

<file path=ppt/slides/_rels/slide6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4.png"/><Relationship Id="rId1" Type="http://schemas.openxmlformats.org/officeDocument/2006/relationships/slideLayout" Target="../slideLayouts/slideLayout36.xml"/><Relationship Id="rId4" Type="http://schemas.openxmlformats.org/officeDocument/2006/relationships/image" Target="../media/image102.png"/></Relationships>
</file>

<file path=ppt/slides/_rels/slide67.xml.rels><?xml version="1.0" encoding="UTF-8" standalone="yes"?>
<Relationships xmlns="http://schemas.openxmlformats.org/package/2006/relationships"><Relationship Id="rId3" Type="http://schemas.openxmlformats.org/officeDocument/2006/relationships/image" Target="../media/image104.jpg"/><Relationship Id="rId2" Type="http://schemas.openxmlformats.org/officeDocument/2006/relationships/image" Target="../media/image103.jpg"/><Relationship Id="rId1" Type="http://schemas.openxmlformats.org/officeDocument/2006/relationships/slideLayout" Target="../slideLayouts/slideLayout36.xml"/><Relationship Id="rId4" Type="http://schemas.openxmlformats.org/officeDocument/2006/relationships/image" Target="../media/image105.jpg"/></Relationships>
</file>

<file path=ppt/slides/_rels/slide68.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image" Target="../media/image106.png"/><Relationship Id="rId1" Type="http://schemas.openxmlformats.org/officeDocument/2006/relationships/slideLayout" Target="../slideLayouts/slideLayout3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2.xml"/></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1.xml"/><Relationship Id="rId1" Type="http://schemas.openxmlformats.org/officeDocument/2006/relationships/slideLayout" Target="../slideLayouts/slideLayout36.xml"/><Relationship Id="rId6" Type="http://schemas.openxmlformats.org/officeDocument/2006/relationships/image" Target="../media/image108.png"/><Relationship Id="rId5" Type="http://schemas.openxmlformats.org/officeDocument/2006/relationships/image" Target="../media/image85.png"/><Relationship Id="rId4" Type="http://schemas.openxmlformats.org/officeDocument/2006/relationships/image" Target="../media/image6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6.xml"/></Relationships>
</file>

<file path=ppt/slides/_rels/slide7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36.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42.xml"/></Relationships>
</file>

<file path=ppt/slides/_rels/slide81.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23.xml"/><Relationship Id="rId1" Type="http://schemas.openxmlformats.org/officeDocument/2006/relationships/slideLayout" Target="../slideLayouts/slideLayout36.xml"/></Relationships>
</file>

<file path=ppt/slides/_rels/slide82.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36.xml"/></Relationships>
</file>

<file path=ppt/slides/_rels/slide83.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36.xml"/></Relationships>
</file>

<file path=ppt/slides/_rels/slide8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4.xml"/><Relationship Id="rId1" Type="http://schemas.openxmlformats.org/officeDocument/2006/relationships/slideLayout" Target="../slideLayouts/slideLayout36.xml"/><Relationship Id="rId4" Type="http://schemas.openxmlformats.org/officeDocument/2006/relationships/image" Target="../media/image108.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9.xml"/><Relationship Id="rId1" Type="http://schemas.openxmlformats.org/officeDocument/2006/relationships/video" Target="https://www.youtube.com/embed/GM9v2RVuoGU?feature=oembed" TargetMode="External"/><Relationship Id="rId5" Type="http://schemas.openxmlformats.org/officeDocument/2006/relationships/image" Target="../media/image116.jpeg"/><Relationship Id="rId4" Type="http://schemas.openxmlformats.org/officeDocument/2006/relationships/image" Target="../media/image115.png"/></Relationships>
</file>

<file path=ppt/slides/_rels/slide86.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slideLayout" Target="../slideLayouts/slideLayout19.xml"/><Relationship Id="rId1" Type="http://schemas.openxmlformats.org/officeDocument/2006/relationships/video" Target="https://www.youtube.com/embed/uwoD5YsGACg?feature=oembed"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slideLayout" Target="../slideLayouts/slideLayout19.xml"/><Relationship Id="rId1" Type="http://schemas.openxmlformats.org/officeDocument/2006/relationships/video" Target="https://www.youtube.com/embed/HV8CHoWP9-o?feature=oembed"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9.xml"/></Relationships>
</file>

<file path=ppt/slides/_rels/slide9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21.png"/><Relationship Id="rId1" Type="http://schemas.openxmlformats.org/officeDocument/2006/relationships/slideLayout" Target="../slideLayouts/slideLayout19.xml"/></Relationships>
</file>

<file path=ppt/slides/_rels/slide9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9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28.xml"/><Relationship Id="rId1" Type="http://schemas.openxmlformats.org/officeDocument/2006/relationships/slideLayout" Target="../slideLayouts/slideLayout34.xml"/><Relationship Id="rId5" Type="http://schemas.openxmlformats.org/officeDocument/2006/relationships/image" Target="../media/image126.png"/><Relationship Id="rId4" Type="http://schemas.openxmlformats.org/officeDocument/2006/relationships/image" Target="../media/image125.png"/></Relationships>
</file>

<file path=ppt/slides/_rels/slide94.x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0.xml"/><Relationship Id="rId1" Type="http://schemas.openxmlformats.org/officeDocument/2006/relationships/slideLayout" Target="../slideLayouts/slideLayout36.xml"/><Relationship Id="rId4" Type="http://schemas.openxmlformats.org/officeDocument/2006/relationships/image" Target="../media/image10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9.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image" Target="../media/image129.jpeg"/><Relationship Id="rId1" Type="http://schemas.openxmlformats.org/officeDocument/2006/relationships/slideLayout" Target="../slideLayouts/slideLayout19.xml"/></Relationships>
</file>

<file path=ppt/slides/_rels/slide100.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33.xml"/></Relationships>
</file>

<file path=ppt/slides/_rels/slide102.xml.rels><?xml version="1.0" encoding="UTF-8" standalone="yes"?>
<Relationships xmlns="http://schemas.openxmlformats.org/package/2006/relationships"><Relationship Id="rId2" Type="http://schemas.openxmlformats.org/officeDocument/2006/relationships/image" Target="../media/image133.jpeg"/><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slideLayout" Target="../slideLayouts/slideLayout19.xml"/><Relationship Id="rId1" Type="http://schemas.openxmlformats.org/officeDocument/2006/relationships/video" Target="https://www.youtube.com/embed/jSoQWIqQAg8?feature=oembed" TargetMode="External"/></Relationships>
</file>

<file path=ppt/slides/_rels/slide104.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slideLayout" Target="../slideLayouts/slideLayout19.xml"/><Relationship Id="rId1" Type="http://schemas.openxmlformats.org/officeDocument/2006/relationships/video" Target="https://www.youtube.com/embed/d1DndVz9dAs?feature=oembed"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7.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slideLayout" Target="../slideLayouts/slideLayout19.xml"/><Relationship Id="rId1" Type="http://schemas.openxmlformats.org/officeDocument/2006/relationships/video" Target="https://www.youtube.com/embed/4SmJP8TdWTU?feature=oembed" TargetMode="External"/></Relationships>
</file>

<file path=ppt/slides/_rels/slide108.xml.rels><?xml version="1.0" encoding="UTF-8" standalone="yes"?>
<Relationships xmlns="http://schemas.openxmlformats.org/package/2006/relationships"><Relationship Id="rId8" Type="http://schemas.openxmlformats.org/officeDocument/2006/relationships/image" Target="../media/image142.svg"/><Relationship Id="rId3" Type="http://schemas.openxmlformats.org/officeDocument/2006/relationships/image" Target="../media/image138.jpg"/><Relationship Id="rId7" Type="http://schemas.openxmlformats.org/officeDocument/2006/relationships/image" Target="../media/image80.png"/><Relationship Id="rId2" Type="http://schemas.openxmlformats.org/officeDocument/2006/relationships/image" Target="../media/image137.png"/><Relationship Id="rId1" Type="http://schemas.openxmlformats.org/officeDocument/2006/relationships/slideLayout" Target="../slideLayouts/slideLayout19.xml"/><Relationship Id="rId6" Type="http://schemas.openxmlformats.org/officeDocument/2006/relationships/image" Target="../media/image141.jpeg"/><Relationship Id="rId11" Type="http://schemas.openxmlformats.org/officeDocument/2006/relationships/image" Target="../media/image145.jpeg"/><Relationship Id="rId5" Type="http://schemas.openxmlformats.org/officeDocument/2006/relationships/image" Target="../media/image140.jpeg"/><Relationship Id="rId10" Type="http://schemas.openxmlformats.org/officeDocument/2006/relationships/image" Target="../media/image144.png"/><Relationship Id="rId4" Type="http://schemas.openxmlformats.org/officeDocument/2006/relationships/image" Target="../media/image139.jpeg"/><Relationship Id="rId9" Type="http://schemas.openxmlformats.org/officeDocument/2006/relationships/image" Target="../media/image143.jpg"/></Relationships>
</file>

<file path=ppt/slides/_rels/slide109.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image" Target="../media/image146.jpeg"/><Relationship Id="rId1" Type="http://schemas.openxmlformats.org/officeDocument/2006/relationships/slideLayout" Target="../slideLayouts/slideLayout19.xml"/><Relationship Id="rId4" Type="http://schemas.openxmlformats.org/officeDocument/2006/relationships/image" Target="../media/image148.jpeg"/></Relationships>
</file>

<file path=ppt/slides/_rels/slide110.xml.rels><?xml version="1.0" encoding="UTF-8" standalone="yes"?>
<Relationships xmlns="http://schemas.openxmlformats.org/package/2006/relationships"><Relationship Id="rId2" Type="http://schemas.openxmlformats.org/officeDocument/2006/relationships/image" Target="../media/image149.jpeg"/><Relationship Id="rId1" Type="http://schemas.openxmlformats.org/officeDocument/2006/relationships/slideLayout" Target="../slideLayouts/slideLayout19.xml"/></Relationships>
</file>

<file path=ppt/slides/_rels/slide11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9.xml"/></Relationships>
</file>

<file path=ppt/slides/_rels/slide112.xml.rels><?xml version="1.0" encoding="UTF-8" standalone="yes"?>
<Relationships xmlns="http://schemas.openxmlformats.org/package/2006/relationships"><Relationship Id="rId2" Type="http://schemas.openxmlformats.org/officeDocument/2006/relationships/image" Target="../media/image151.jpg"/><Relationship Id="rId1" Type="http://schemas.openxmlformats.org/officeDocument/2006/relationships/slideLayout" Target="../slideLayouts/slideLayout19.xml"/></Relationships>
</file>

<file path=ppt/slides/_rels/slide113.xml.rels><?xml version="1.0" encoding="UTF-8" standalone="yes"?>
<Relationships xmlns="http://schemas.openxmlformats.org/package/2006/relationships"><Relationship Id="rId2" Type="http://schemas.openxmlformats.org/officeDocument/2006/relationships/image" Target="../media/image151.jpg"/><Relationship Id="rId1" Type="http://schemas.openxmlformats.org/officeDocument/2006/relationships/slideLayout" Target="../slideLayouts/slideLayout19.xml"/></Relationships>
</file>

<file path=ppt/slides/_rels/slide114.xml.rels><?xml version="1.0" encoding="UTF-8" standalone="yes"?>
<Relationships xmlns="http://schemas.openxmlformats.org/package/2006/relationships"><Relationship Id="rId2" Type="http://schemas.openxmlformats.org/officeDocument/2006/relationships/image" Target="../media/image152.jpg"/><Relationship Id="rId1" Type="http://schemas.openxmlformats.org/officeDocument/2006/relationships/slideLayout" Target="../slideLayouts/slideLayout19.xml"/></Relationships>
</file>

<file path=ppt/slides/_rels/slide115.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jpeg"/><Relationship Id="rId1" Type="http://schemas.openxmlformats.org/officeDocument/2006/relationships/slideLayout" Target="../slideLayouts/slideLayout19.xml"/></Relationships>
</file>

<file path=ppt/slides/_rels/slide116.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jpeg"/><Relationship Id="rId1" Type="http://schemas.openxmlformats.org/officeDocument/2006/relationships/slideLayout" Target="../slideLayouts/slideLayout19.xml"/></Relationships>
</file>

<file path=ppt/slides/_rels/slide117.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image" Target="../media/image157.png"/><Relationship Id="rId1" Type="http://schemas.openxmlformats.org/officeDocument/2006/relationships/slideLayout" Target="../slideLayouts/slideLayout19.xml"/></Relationships>
</file>

<file path=ppt/slides/_rels/slide1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jpeg"/><Relationship Id="rId1" Type="http://schemas.openxmlformats.org/officeDocument/2006/relationships/slideLayout" Target="../slideLayouts/slideLayout19.xml"/><Relationship Id="rId4" Type="http://schemas.openxmlformats.org/officeDocument/2006/relationships/image" Target="../media/image161.jpeg"/></Relationships>
</file>

<file path=ppt/slides/_rels/slide1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2.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63.jpeg"/><Relationship Id="rId3" Type="http://schemas.openxmlformats.org/officeDocument/2006/relationships/image" Target="../media/image61.wmf"/><Relationship Id="rId7" Type="http://schemas.openxmlformats.org/officeDocument/2006/relationships/oleObject" Target="../embeddings/oleObject11.bin"/><Relationship Id="rId12" Type="http://schemas.openxmlformats.org/officeDocument/2006/relationships/image" Target="../media/image162.jpeg"/><Relationship Id="rId2" Type="http://schemas.openxmlformats.org/officeDocument/2006/relationships/oleObject" Target="../embeddings/oleObject4.bin"/><Relationship Id="rId1" Type="http://schemas.openxmlformats.org/officeDocument/2006/relationships/slideLayout" Target="../slideLayouts/slideLayout36.xml"/><Relationship Id="rId6" Type="http://schemas.openxmlformats.org/officeDocument/2006/relationships/oleObject" Target="../embeddings/oleObject10.bin"/><Relationship Id="rId11" Type="http://schemas.openxmlformats.org/officeDocument/2006/relationships/oleObject" Target="../embeddings/oleObject3.bin"/><Relationship Id="rId5" Type="http://schemas.openxmlformats.org/officeDocument/2006/relationships/image" Target="../media/image60.wmf"/><Relationship Id="rId10" Type="http://schemas.openxmlformats.org/officeDocument/2006/relationships/oleObject" Target="../embeddings/oleObject2.bin"/><Relationship Id="rId4" Type="http://schemas.openxmlformats.org/officeDocument/2006/relationships/oleObject" Target="../embeddings/oleObject9.bin"/><Relationship Id="rId9" Type="http://schemas.openxmlformats.org/officeDocument/2006/relationships/oleObject" Target="../embeddings/oleObject5.bin"/></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152400" y="4343400"/>
            <a:ext cx="8763000" cy="0"/>
          </a:xfrm>
          <a:custGeom>
            <a:avLst/>
            <a:gdLst/>
            <a:ahLst/>
            <a:cxnLst/>
            <a:rect l="l" t="t" r="r" b="b"/>
            <a:pathLst>
              <a:path w="8763000">
                <a:moveTo>
                  <a:pt x="0" y="0"/>
                </a:moveTo>
                <a:lnTo>
                  <a:pt x="8763000" y="1"/>
                </a:lnTo>
              </a:path>
            </a:pathLst>
          </a:custGeom>
          <a:ln w="25400">
            <a:solidFill>
              <a:srgbClr val="FF6600"/>
            </a:solidFill>
          </a:ln>
        </p:spPr>
        <p:txBody>
          <a:bodyPr wrap="square" lIns="0" tIns="0" rIns="0" bIns="0" rtlCol="0"/>
          <a:lstStyle/>
          <a:p>
            <a:endParaRPr/>
          </a:p>
        </p:txBody>
      </p:sp>
      <p:sp>
        <p:nvSpPr>
          <p:cNvPr id="4" name="object 4"/>
          <p:cNvSpPr txBox="1">
            <a:spLocks noGrp="1"/>
          </p:cNvSpPr>
          <p:nvPr>
            <p:ph type="title"/>
          </p:nvPr>
        </p:nvSpPr>
        <p:spPr>
          <a:xfrm>
            <a:off x="1143000" y="673894"/>
            <a:ext cx="6016720" cy="526939"/>
          </a:xfrm>
          <a:prstGeom prst="rect">
            <a:avLst/>
          </a:prstGeom>
        </p:spPr>
        <p:txBody>
          <a:bodyPr vert="horz" wrap="square" lIns="0" tIns="27305" rIns="0" bIns="0" rtlCol="0">
            <a:spAutoFit/>
          </a:bodyPr>
          <a:lstStyle/>
          <a:p>
            <a:pPr marL="12700" marR="5080" indent="1079500" algn="l">
              <a:lnSpc>
                <a:spcPts val="4300"/>
              </a:lnSpc>
              <a:spcBef>
                <a:spcPts val="215"/>
              </a:spcBef>
            </a:pPr>
            <a:r>
              <a:rPr lang="en-US" sz="2800" dirty="0">
                <a:solidFill>
                  <a:srgbClr val="7030A0"/>
                </a:solidFill>
                <a:latin typeface="Amasis MT Pro Medium" panose="020F0502020204030204" pitchFamily="18" charset="0"/>
                <a:ea typeface="ADLaM Display" panose="020F0502020204030204" pitchFamily="2" charset="0"/>
                <a:cs typeface="ADLaM Display" panose="020F0502020204030204" pitchFamily="2" charset="0"/>
              </a:rPr>
              <a:t>CSE 4615:: Wireless Networks</a:t>
            </a:r>
            <a:endParaRPr sz="2800" b="0" spc="-10" dirty="0">
              <a:latin typeface="Amasis MT Pro Medium" panose="020F0502020204030204" pitchFamily="18" charset="0"/>
              <a:ea typeface="ADLaM Display" panose="020F0502020204030204" pitchFamily="2" charset="0"/>
              <a:cs typeface="ADLaM Display" panose="020F0502020204030204" pitchFamily="2" charset="0"/>
            </a:endParaRPr>
          </a:p>
        </p:txBody>
      </p:sp>
      <p:sp>
        <p:nvSpPr>
          <p:cNvPr id="5" name="object 5"/>
          <p:cNvSpPr txBox="1"/>
          <p:nvPr/>
        </p:nvSpPr>
        <p:spPr>
          <a:xfrm>
            <a:off x="2840863" y="2597828"/>
            <a:ext cx="3250565" cy="887422"/>
          </a:xfrm>
          <a:prstGeom prst="rect">
            <a:avLst/>
          </a:prstGeom>
        </p:spPr>
        <p:txBody>
          <a:bodyPr vert="horz" wrap="square" lIns="0" tIns="12700" rIns="0" bIns="0" rtlCol="0">
            <a:spAutoFit/>
          </a:bodyPr>
          <a:lstStyle/>
          <a:p>
            <a:pPr algn="ctr">
              <a:lnSpc>
                <a:spcPct val="100000"/>
              </a:lnSpc>
              <a:spcBef>
                <a:spcPts val="100"/>
              </a:spcBef>
            </a:pPr>
            <a:r>
              <a:rPr sz="2400" spc="-55" dirty="0">
                <a:latin typeface="Aharoni" panose="02010803020104030203" pitchFamily="2" charset="-79"/>
                <a:cs typeface="Aharoni" panose="02010803020104030203" pitchFamily="2" charset="-79"/>
              </a:rPr>
              <a:t>Lecture</a:t>
            </a:r>
            <a:r>
              <a:rPr sz="2400" spc="-130" dirty="0">
                <a:latin typeface="Aharoni" panose="02010803020104030203" pitchFamily="2" charset="-79"/>
                <a:cs typeface="Aharoni" panose="02010803020104030203" pitchFamily="2" charset="-79"/>
              </a:rPr>
              <a:t> </a:t>
            </a:r>
            <a:r>
              <a:rPr lang="en-US" sz="3200" spc="-25" dirty="0">
                <a:latin typeface="Aharoni" panose="02010803020104030203" pitchFamily="2" charset="-79"/>
                <a:cs typeface="Aharoni" panose="02010803020104030203" pitchFamily="2" charset="-79"/>
              </a:rPr>
              <a:t>2</a:t>
            </a:r>
            <a:endParaRPr sz="2400" dirty="0">
              <a:latin typeface="Aharoni" panose="02010803020104030203" pitchFamily="2" charset="-79"/>
              <a:cs typeface="Aharoni" panose="02010803020104030203" pitchFamily="2" charset="-79"/>
            </a:endParaRPr>
          </a:p>
          <a:p>
            <a:pPr>
              <a:lnSpc>
                <a:spcPct val="100000"/>
              </a:lnSpc>
              <a:spcBef>
                <a:spcPts val="114"/>
              </a:spcBef>
            </a:pPr>
            <a:endParaRPr sz="2400" dirty="0">
              <a:latin typeface="Aharoni" panose="02010803020104030203" pitchFamily="2" charset="-79"/>
              <a:cs typeface="Aharoni" panose="02010803020104030203" pitchFamily="2" charset="-79"/>
            </a:endParaRPr>
          </a:p>
        </p:txBody>
      </p:sp>
      <p:sp>
        <p:nvSpPr>
          <p:cNvPr id="6" name="object 5">
            <a:extLst>
              <a:ext uri="{FF2B5EF4-FFF2-40B4-BE49-F238E27FC236}">
                <a16:creationId xmlns:a16="http://schemas.microsoft.com/office/drawing/2014/main" id="{C823D681-9B18-28A0-BD4F-6029409F3304}"/>
              </a:ext>
            </a:extLst>
          </p:cNvPr>
          <p:cNvSpPr txBox="1"/>
          <p:nvPr/>
        </p:nvSpPr>
        <p:spPr>
          <a:xfrm>
            <a:off x="2971800" y="4358639"/>
            <a:ext cx="6172200" cy="2522550"/>
          </a:xfrm>
          <a:prstGeom prst="rect">
            <a:avLst/>
          </a:prstGeom>
        </p:spPr>
        <p:txBody>
          <a:bodyPr vert="horz" wrap="square" lIns="0" tIns="12700" rIns="0" bIns="0" rtlCol="0">
            <a:spAutoFit/>
          </a:bodyPr>
          <a:lstStyle/>
          <a:p>
            <a:pPr>
              <a:lnSpc>
                <a:spcPct val="100000"/>
              </a:lnSpc>
              <a:spcBef>
                <a:spcPts val="114"/>
              </a:spcBef>
            </a:pPr>
            <a:r>
              <a:rPr lang="en-US" dirty="0">
                <a:solidFill>
                  <a:srgbClr val="7030A0"/>
                </a:solidFill>
                <a:latin typeface="Arial MT"/>
                <a:cs typeface="Arial MT"/>
              </a:rPr>
              <a:t>Content Contributors:</a:t>
            </a:r>
            <a:endParaRPr dirty="0">
              <a:solidFill>
                <a:srgbClr val="7030A0"/>
              </a:solidFill>
              <a:latin typeface="Arial MT"/>
              <a:cs typeface="Arial MT"/>
            </a:endParaRPr>
          </a:p>
          <a:p>
            <a:pPr marL="5080" algn="l">
              <a:lnSpc>
                <a:spcPct val="150000"/>
              </a:lnSpc>
            </a:pPr>
            <a:r>
              <a:rPr sz="1600" kern="1200" dirty="0">
                <a:solidFill>
                  <a:srgbClr val="000000"/>
                </a:solidFill>
                <a:latin typeface="Georgia"/>
                <a:ea typeface="+mn-ea"/>
                <a:cs typeface="+mn-cs"/>
              </a:rPr>
              <a:t>Kyle Jamieson</a:t>
            </a:r>
            <a:r>
              <a:rPr lang="en-US" sz="1600" kern="1200" dirty="0">
                <a:solidFill>
                  <a:srgbClr val="000000"/>
                </a:solidFill>
                <a:latin typeface="Georgia"/>
                <a:ea typeface="+mn-ea"/>
                <a:cs typeface="+mn-cs"/>
              </a:rPr>
              <a:t> and </a:t>
            </a:r>
            <a:r>
              <a:rPr lang="en-US" altLang="en-US" sz="1600" kern="1200" dirty="0">
                <a:solidFill>
                  <a:srgbClr val="000000"/>
                </a:solidFill>
                <a:latin typeface="Georgia"/>
                <a:ea typeface="+mn-ea"/>
                <a:cs typeface="+mn-cs"/>
              </a:rPr>
              <a:t>Jennifer Rexford, </a:t>
            </a:r>
            <a:r>
              <a:rPr lang="en-US" altLang="en-US" sz="1200" kern="1200" dirty="0">
                <a:solidFill>
                  <a:srgbClr val="000000"/>
                </a:solidFill>
                <a:latin typeface="Georgia"/>
                <a:ea typeface="+mn-ea"/>
                <a:cs typeface="+mn-cs"/>
              </a:rPr>
              <a:t>Princeton University</a:t>
            </a:r>
          </a:p>
          <a:p>
            <a:pPr marL="5080" algn="l" rtl="0">
              <a:lnSpc>
                <a:spcPct val="150000"/>
              </a:lnSpc>
            </a:pPr>
            <a:r>
              <a:rPr lang="en-US" altLang="en-US" sz="1600" kern="1200" dirty="0">
                <a:solidFill>
                  <a:srgbClr val="000000"/>
                </a:solidFill>
                <a:latin typeface="Georgia"/>
                <a:ea typeface="+mn-ea"/>
                <a:cs typeface="+mn-cs"/>
              </a:rPr>
              <a:t>Volkan </a:t>
            </a:r>
            <a:r>
              <a:rPr lang="en-US" altLang="en-US" sz="1600" kern="1200" dirty="0" err="1">
                <a:solidFill>
                  <a:srgbClr val="000000"/>
                </a:solidFill>
                <a:latin typeface="Georgia"/>
                <a:ea typeface="+mn-ea"/>
                <a:cs typeface="+mn-cs"/>
              </a:rPr>
              <a:t>Rodoplu</a:t>
            </a:r>
            <a:r>
              <a:rPr lang="en-US" altLang="en-US" sz="1600" kern="1200" dirty="0">
                <a:solidFill>
                  <a:srgbClr val="000000"/>
                </a:solidFill>
                <a:latin typeface="Georgia"/>
                <a:ea typeface="+mn-ea"/>
                <a:cs typeface="+mn-cs"/>
              </a:rPr>
              <a:t>, </a:t>
            </a:r>
            <a:r>
              <a:rPr lang="en-US" altLang="en-US" sz="1200" kern="1200" dirty="0">
                <a:solidFill>
                  <a:srgbClr val="000000"/>
                </a:solidFill>
                <a:latin typeface="Georgia"/>
                <a:ea typeface="+mn-ea"/>
                <a:cs typeface="+mn-cs"/>
              </a:rPr>
              <a:t>UCSB</a:t>
            </a:r>
          </a:p>
          <a:p>
            <a:r>
              <a:rPr lang="en-US" altLang="en-US" sz="1600" kern="1200" dirty="0">
                <a:solidFill>
                  <a:srgbClr val="000000"/>
                </a:solidFill>
                <a:latin typeface="Georgia"/>
                <a:ea typeface="+mn-ea"/>
                <a:cs typeface="+mn-cs"/>
              </a:rPr>
              <a:t>Andrea Goldsmith, </a:t>
            </a:r>
            <a:r>
              <a:rPr lang="en-US" sz="1200" kern="1200" dirty="0">
                <a:solidFill>
                  <a:srgbClr val="000000"/>
                </a:solidFill>
                <a:latin typeface="Georgia"/>
                <a:ea typeface="+mn-ea"/>
                <a:cs typeface="+mn-cs"/>
              </a:rPr>
              <a:t>Princeton University</a:t>
            </a:r>
          </a:p>
          <a:p>
            <a:pPr algn="l"/>
            <a:r>
              <a:rPr lang="en-US" sz="1600" kern="1200" dirty="0">
                <a:solidFill>
                  <a:srgbClr val="000000"/>
                </a:solidFill>
                <a:latin typeface="Georgia"/>
                <a:ea typeface="+mn-ea"/>
                <a:cs typeface="+mn-cs"/>
              </a:rPr>
              <a:t>James F. Kurose and Keith W. Ross, </a:t>
            </a:r>
            <a:r>
              <a:rPr lang="en-US" sz="1200" kern="1200" dirty="0">
                <a:solidFill>
                  <a:srgbClr val="000000"/>
                </a:solidFill>
                <a:latin typeface="Georgia"/>
                <a:ea typeface="+mn-ea"/>
                <a:cs typeface="+mn-cs"/>
              </a:rPr>
              <a:t>University of Massachusetts Amherst</a:t>
            </a:r>
          </a:p>
          <a:p>
            <a:pPr algn="l"/>
            <a:r>
              <a:rPr lang="en-US" sz="1600" kern="1200" dirty="0">
                <a:solidFill>
                  <a:srgbClr val="000000"/>
                </a:solidFill>
                <a:latin typeface="Georgia"/>
                <a:ea typeface="+mn-ea"/>
                <a:cs typeface="+mn-cs"/>
              </a:rPr>
              <a:t>Christoph Sommer &amp; Falko Dressler</a:t>
            </a:r>
            <a:r>
              <a:rPr lang="en-US" sz="1200" b="0" i="0" dirty="0">
                <a:solidFill>
                  <a:srgbClr val="333333"/>
                </a:solidFill>
                <a:effectLst/>
                <a:latin typeface="Helvetica Neue"/>
              </a:rPr>
              <a:t>, </a:t>
            </a:r>
            <a:r>
              <a:rPr lang="en-US" sz="1200" kern="1200" dirty="0">
                <a:solidFill>
                  <a:srgbClr val="000000"/>
                </a:solidFill>
                <a:latin typeface="Georgia"/>
                <a:ea typeface="+mn-ea"/>
                <a:cs typeface="+mn-cs"/>
                <a:hlinkClick r:id="rId2">
                  <a:extLst>
                    <a:ext uri="{A12FA001-AC4F-418D-AE19-62706E023703}">
                      <ahyp:hlinkClr xmlns:ahyp="http://schemas.microsoft.com/office/drawing/2018/hyperlinkcolor" val="tx"/>
                    </a:ext>
                  </a:extLst>
                </a:hlinkClick>
              </a:rPr>
              <a:t>Paderborn University</a:t>
            </a:r>
            <a:endParaRPr lang="en-US" sz="1200" kern="1200" dirty="0">
              <a:solidFill>
                <a:srgbClr val="000000"/>
              </a:solidFill>
              <a:latin typeface="Georgia"/>
              <a:ea typeface="+mn-ea"/>
              <a:cs typeface="+mn-cs"/>
            </a:endParaRPr>
          </a:p>
          <a:p>
            <a:pPr algn="l"/>
            <a:endParaRPr lang="en-US" sz="1200" kern="1200" dirty="0">
              <a:solidFill>
                <a:srgbClr val="000000"/>
              </a:solidFill>
              <a:latin typeface="Georgia"/>
              <a:ea typeface="+mn-ea"/>
              <a:cs typeface="+mn-cs"/>
            </a:endParaRPr>
          </a:p>
          <a:p>
            <a:endParaRPr lang="en-US" altLang="en-US" sz="1600" kern="1200" dirty="0">
              <a:solidFill>
                <a:srgbClr val="000000"/>
              </a:solidFill>
              <a:latin typeface="Georgia"/>
              <a:ea typeface="+mn-ea"/>
              <a:cs typeface="+mn-cs"/>
            </a:endParaRPr>
          </a:p>
          <a:p>
            <a:pPr marL="5080" algn="l" rtl="0">
              <a:lnSpc>
                <a:spcPct val="150000"/>
              </a:lnSpc>
            </a:pPr>
            <a:endParaRPr sz="1600" kern="1200" dirty="0">
              <a:solidFill>
                <a:srgbClr val="000000"/>
              </a:solidFill>
              <a:latin typeface="Georgia"/>
              <a:ea typeface="+mn-ea"/>
              <a:cs typeface="+mn-cs"/>
            </a:endParaRPr>
          </a:p>
        </p:txBody>
      </p:sp>
      <p:sp>
        <p:nvSpPr>
          <p:cNvPr id="2" name="object 4">
            <a:extLst>
              <a:ext uri="{FF2B5EF4-FFF2-40B4-BE49-F238E27FC236}">
                <a16:creationId xmlns:a16="http://schemas.microsoft.com/office/drawing/2014/main" id="{572103B1-F818-B4AB-172E-D97E661BAD46}"/>
              </a:ext>
            </a:extLst>
          </p:cNvPr>
          <p:cNvSpPr txBox="1">
            <a:spLocks/>
          </p:cNvSpPr>
          <p:nvPr/>
        </p:nvSpPr>
        <p:spPr>
          <a:xfrm>
            <a:off x="-106688" y="2055651"/>
            <a:ext cx="8516096" cy="526939"/>
          </a:xfrm>
          <a:prstGeom prst="rect">
            <a:avLst/>
          </a:prstGeom>
        </p:spPr>
        <p:txBody>
          <a:bodyPr vert="horz" wrap="square" lIns="0" tIns="27305" rIns="0" bIns="0" rtlCol="0">
            <a:spAutoFit/>
          </a:bodyPr>
          <a:lstStyle>
            <a:lvl1pPr>
              <a:defRPr sz="3600" b="1" i="0">
                <a:solidFill>
                  <a:schemeClr val="tx1"/>
                </a:solidFill>
                <a:latin typeface="Arial"/>
                <a:ea typeface="+mj-ea"/>
                <a:cs typeface="Arial"/>
              </a:defRPr>
            </a:lvl1pPr>
          </a:lstStyle>
          <a:p>
            <a:pPr marL="12700" marR="5080" indent="1079500" algn="ctr">
              <a:lnSpc>
                <a:spcPts val="4300"/>
              </a:lnSpc>
              <a:spcBef>
                <a:spcPts val="215"/>
              </a:spcBef>
            </a:pPr>
            <a:r>
              <a:rPr lang="en-US" sz="2800" dirty="0">
                <a:solidFill>
                  <a:schemeClr val="accent6">
                    <a:lumMod val="75000"/>
                  </a:schemeClr>
                </a:solidFill>
                <a:latin typeface="Amasis MT Pro Medium" panose="020F0502020204030204" pitchFamily="18" charset="0"/>
                <a:ea typeface="ADLaM Display" panose="020F0502020204030204" pitchFamily="2" charset="0"/>
                <a:cs typeface="ADLaM Display" panose="020F0502020204030204" pitchFamily="2" charset="0"/>
              </a:rPr>
              <a:t>Overview of Wireless Access Networks</a:t>
            </a:r>
            <a:endParaRPr lang="en-US" sz="2800" spc="-10" dirty="0">
              <a:solidFill>
                <a:schemeClr val="accent6">
                  <a:lumMod val="75000"/>
                </a:schemeClr>
              </a:solidFill>
              <a:latin typeface="Amasis MT Pro Medium" panose="020F0502020204030204" pitchFamily="18" charset="0"/>
              <a:ea typeface="ADLaM Display" panose="020F0502020204030204" pitchFamily="2" charset="0"/>
              <a:cs typeface="ADLaM Display" panose="020F0502020204030204" pitchFamily="2" charset="0"/>
            </a:endParaRPr>
          </a:p>
        </p:txBody>
      </p:sp>
      <p:sp>
        <p:nvSpPr>
          <p:cNvPr id="8" name="TextBox 7">
            <a:extLst>
              <a:ext uri="{FF2B5EF4-FFF2-40B4-BE49-F238E27FC236}">
                <a16:creationId xmlns:a16="http://schemas.microsoft.com/office/drawing/2014/main" id="{AE3E767A-06E2-8A96-372C-342CD8362D8F}"/>
              </a:ext>
            </a:extLst>
          </p:cNvPr>
          <p:cNvSpPr txBox="1"/>
          <p:nvPr/>
        </p:nvSpPr>
        <p:spPr>
          <a:xfrm>
            <a:off x="152400" y="4343400"/>
            <a:ext cx="2667000" cy="892552"/>
          </a:xfrm>
          <a:prstGeom prst="rect">
            <a:avLst/>
          </a:prstGeom>
          <a:noFill/>
        </p:spPr>
        <p:txBody>
          <a:bodyPr wrap="square" rtlCol="0">
            <a:spAutoFit/>
          </a:bodyPr>
          <a:lstStyle/>
          <a:p>
            <a:r>
              <a:rPr lang="en-US" sz="2000" dirty="0">
                <a:solidFill>
                  <a:srgbClr val="7030A0"/>
                </a:solidFill>
                <a:latin typeface="Arial MT"/>
              </a:rPr>
              <a:t>Course Teacher:</a:t>
            </a:r>
          </a:p>
          <a:p>
            <a:r>
              <a:rPr lang="en-US" dirty="0"/>
              <a:t>Ashraful Alam Khan</a:t>
            </a:r>
          </a:p>
          <a:p>
            <a:r>
              <a:rPr lang="en-US" sz="1400" dirty="0"/>
              <a:t>Assistant Professor, CSE, IUT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 the bigger picture</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304800" y="990600"/>
            <a:ext cx="6355092" cy="5334000"/>
          </a:xfrm>
          <a:prstGeom prst="rect">
            <a:avLst/>
          </a:prstGeom>
        </p:spPr>
      </p:pic>
      <p:grpSp>
        <p:nvGrpSpPr>
          <p:cNvPr id="33" name="Group 32"/>
          <p:cNvGrpSpPr/>
          <p:nvPr/>
        </p:nvGrpSpPr>
        <p:grpSpPr>
          <a:xfrm>
            <a:off x="7089628" y="1003002"/>
            <a:ext cx="1909432" cy="2895600"/>
            <a:chOff x="7089628" y="1143000"/>
            <a:chExt cx="1909432" cy="2895600"/>
          </a:xfrm>
        </p:grpSpPr>
        <p:sp>
          <p:nvSpPr>
            <p:cNvPr id="21" name="Rectangle 20"/>
            <p:cNvSpPr/>
            <p:nvPr/>
          </p:nvSpPr>
          <p:spPr>
            <a:xfrm>
              <a:off x="7089628" y="1143000"/>
              <a:ext cx="1909432"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7" name="TextBox 6"/>
            <p:cNvSpPr txBox="1"/>
            <p:nvPr/>
          </p:nvSpPr>
          <p:spPr>
            <a:xfrm>
              <a:off x="7255222" y="3565729"/>
              <a:ext cx="1591193" cy="356596"/>
            </a:xfrm>
            <a:prstGeom prst="rect">
              <a:avLst/>
            </a:prstGeom>
            <a:noFill/>
            <a:ln>
              <a:solidFill>
                <a:schemeClr val="tx1"/>
              </a:solidFill>
              <a:prstDash val="solid"/>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The Internet</a:t>
              </a:r>
            </a:p>
          </p:txBody>
        </p:sp>
        <p:sp>
          <p:nvSpPr>
            <p:cNvPr id="10" name="TextBox 9"/>
            <p:cNvSpPr txBox="1"/>
            <p:nvPr/>
          </p:nvSpPr>
          <p:spPr>
            <a:xfrm>
              <a:off x="7356985" y="1899697"/>
              <a:ext cx="1352514" cy="624044"/>
            </a:xfrm>
            <a:prstGeom prst="rect">
              <a:avLst/>
            </a:prstGeom>
            <a:noFill/>
            <a:ln>
              <a:solidFill>
                <a:schemeClr val="tx1"/>
              </a:solidFill>
              <a:prstDash val="solid"/>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Computer Networks</a:t>
              </a:r>
            </a:p>
          </p:txBody>
        </p:sp>
        <p:sp>
          <p:nvSpPr>
            <p:cNvPr id="11" name="TextBox 10"/>
            <p:cNvSpPr txBox="1"/>
            <p:nvPr/>
          </p:nvSpPr>
          <p:spPr>
            <a:xfrm>
              <a:off x="7244120" y="2871070"/>
              <a:ext cx="1591193" cy="356596"/>
            </a:xfrm>
            <a:prstGeom prst="rect">
              <a:avLst/>
            </a:prstGeom>
            <a:noFill/>
            <a:ln>
              <a:solidFill>
                <a:schemeClr val="tx1"/>
              </a:solidFill>
              <a:prstDash val="solid"/>
            </a:ln>
          </p:spPr>
          <p:txBody>
            <a:bodyPr wrap="square" lIns="0" r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internetworks</a:t>
              </a:r>
            </a:p>
          </p:txBody>
        </p:sp>
        <p:sp>
          <p:nvSpPr>
            <p:cNvPr id="12" name="TextBox 11"/>
            <p:cNvSpPr txBox="1"/>
            <p:nvPr/>
          </p:nvSpPr>
          <p:spPr>
            <a:xfrm>
              <a:off x="7471697" y="1199438"/>
              <a:ext cx="1113835" cy="356596"/>
            </a:xfrm>
            <a:prstGeom prst="rect">
              <a:avLst/>
            </a:prstGeom>
            <a:noFill/>
            <a:ln>
              <a:solidFill>
                <a:schemeClr val="tx1"/>
              </a:solidFill>
              <a:prstDash val="solid"/>
            </a:ln>
          </p:spPr>
          <p:txBody>
            <a:bodyPr wrap="square" lIns="0" r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Networks</a:t>
              </a:r>
            </a:p>
          </p:txBody>
        </p:sp>
        <p:cxnSp>
          <p:nvCxnSpPr>
            <p:cNvPr id="18" name="Straight Arrow Connector 17"/>
            <p:cNvCxnSpPr/>
            <p:nvPr/>
          </p:nvCxnSpPr>
          <p:spPr>
            <a:xfrm>
              <a:off x="8039717" y="1556035"/>
              <a:ext cx="4627" cy="3436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p:nvPr/>
          </p:nvCxnSpPr>
          <p:spPr>
            <a:xfrm>
              <a:off x="8044344" y="2523741"/>
              <a:ext cx="4627" cy="3436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p:nvPr/>
          </p:nvCxnSpPr>
          <p:spPr>
            <a:xfrm>
              <a:off x="8039717" y="3213978"/>
              <a:ext cx="4627" cy="3436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32" name="Group 31"/>
          <p:cNvGrpSpPr/>
          <p:nvPr/>
        </p:nvGrpSpPr>
        <p:grpSpPr>
          <a:xfrm>
            <a:off x="7073420" y="4284411"/>
            <a:ext cx="1909432" cy="2040189"/>
            <a:chOff x="6938339" y="2074611"/>
            <a:chExt cx="1909432" cy="2040189"/>
          </a:xfrm>
        </p:grpSpPr>
        <p:sp>
          <p:nvSpPr>
            <p:cNvPr id="24" name="Rectangle 23"/>
            <p:cNvSpPr/>
            <p:nvPr/>
          </p:nvSpPr>
          <p:spPr>
            <a:xfrm>
              <a:off x="6938339" y="2074611"/>
              <a:ext cx="1909432" cy="2040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5" name="TextBox 24"/>
            <p:cNvSpPr txBox="1"/>
            <p:nvPr/>
          </p:nvSpPr>
          <p:spPr>
            <a:xfrm>
              <a:off x="7115952" y="3430252"/>
              <a:ext cx="1591193" cy="584775"/>
            </a:xfrm>
            <a:prstGeom prst="rect">
              <a:avLst/>
            </a:prstGeom>
            <a:noFill/>
            <a:ln>
              <a:solidFill>
                <a:schemeClr val="tx1"/>
              </a:solidFill>
              <a:prstDash val="solid"/>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Switches / routers</a:t>
              </a:r>
            </a:p>
          </p:txBody>
        </p:sp>
        <p:sp>
          <p:nvSpPr>
            <p:cNvPr id="26" name="TextBox 25"/>
            <p:cNvSpPr txBox="1"/>
            <p:nvPr/>
          </p:nvSpPr>
          <p:spPr>
            <a:xfrm>
              <a:off x="7103934" y="2150457"/>
              <a:ext cx="1602295" cy="584775"/>
            </a:xfrm>
            <a:prstGeom prst="rect">
              <a:avLst/>
            </a:prstGeom>
            <a:noFill/>
            <a:ln>
              <a:solidFill>
                <a:schemeClr val="tx1"/>
              </a:solidFill>
              <a:prstDash val="solid"/>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Communication Links</a:t>
              </a:r>
            </a:p>
          </p:txBody>
        </p:sp>
        <p:sp>
          <p:nvSpPr>
            <p:cNvPr id="27" name="TextBox 26"/>
            <p:cNvSpPr txBox="1"/>
            <p:nvPr/>
          </p:nvSpPr>
          <p:spPr>
            <a:xfrm>
              <a:off x="7115952" y="2784110"/>
              <a:ext cx="1591193" cy="584775"/>
            </a:xfrm>
            <a:prstGeom prst="rect">
              <a:avLst/>
            </a:prstGeom>
            <a:noFill/>
            <a:ln>
              <a:solidFill>
                <a:schemeClr val="tx1"/>
              </a:solidFill>
              <a:prstDash val="solid"/>
            </a:ln>
          </p:spPr>
          <p:txBody>
            <a:bodyPr wrap="square" lIns="0" r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End systems / hosts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1009" y="4648200"/>
            <a:ext cx="3937591" cy="166332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 name="Text Box 43"/>
          <p:cNvSpPr txBox="1"/>
          <p:nvPr/>
        </p:nvSpPr>
        <p:spPr>
          <a:xfrm>
            <a:off x="152401" y="1023509"/>
            <a:ext cx="3352799" cy="3091291"/>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base" latinLnBrk="0" hangingPunct="1">
              <a:lnSpc>
                <a:spcPct val="107000"/>
              </a:lnSpc>
              <a:spcBef>
                <a:spcPts val="0"/>
              </a:spcBef>
              <a:spcAft>
                <a:spcPts val="8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Times New Roman"/>
              <a:ea typeface="Calibri"/>
              <a:cs typeface="Vrinda"/>
            </a:endParaRPr>
          </a:p>
        </p:txBody>
      </p:sp>
      <p:sp>
        <p:nvSpPr>
          <p:cNvPr id="12" name="Text Box 43"/>
          <p:cNvSpPr txBox="1"/>
          <p:nvPr/>
        </p:nvSpPr>
        <p:spPr>
          <a:xfrm>
            <a:off x="4343401" y="3276600"/>
            <a:ext cx="4686300" cy="3034929"/>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base" latinLnBrk="0" hangingPunct="1">
              <a:lnSpc>
                <a:spcPct val="107000"/>
              </a:lnSpc>
              <a:spcBef>
                <a:spcPts val="0"/>
              </a:spcBef>
              <a:spcAft>
                <a:spcPts val="8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Times New Roman"/>
              <a:ea typeface="Calibri"/>
              <a:cs typeface="Vrinda"/>
            </a:endParaRPr>
          </a:p>
        </p:txBody>
      </p:sp>
      <p:sp>
        <p:nvSpPr>
          <p:cNvPr id="2" name="Title 1"/>
          <p:cNvSpPr>
            <a:spLocks noGrp="1"/>
          </p:cNvSpPr>
          <p:nvPr>
            <p:ph type="title"/>
          </p:nvPr>
        </p:nvSpPr>
        <p:spPr/>
        <p:txBody>
          <a:bodyPr/>
          <a:lstStyle/>
          <a:p>
            <a:r>
              <a:rPr lang="en-US" dirty="0"/>
              <a:t>Protocols and Standards</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1038"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7320" y="1023509"/>
            <a:ext cx="2697580" cy="1934114"/>
          </a:xfrm>
          <a:prstGeom prst="rect">
            <a:avLst/>
          </a:prstGeom>
          <a:solidFill>
            <a:schemeClr val="accent1">
              <a:lumMod val="75000"/>
              <a:alpha val="0"/>
            </a:schemeClr>
          </a:solidFill>
          <a:ln>
            <a:noFill/>
          </a:ln>
          <a:effectLst>
            <a:glow>
              <a:schemeClr val="accent1">
                <a:lumMod val="75000"/>
                <a:alpha val="0"/>
              </a:schemeClr>
            </a:glow>
            <a:outerShdw dist="35921" dir="2700000" algn="ctr" rotWithShape="0">
              <a:schemeClr val="accent1">
                <a:lumMod val="50000"/>
                <a:alpha val="0"/>
              </a:schemeClr>
            </a:outerShdw>
            <a:reflection stA="0" endPos="65000" dist="50800" dir="5400000" sy="-100000" algn="bl" rotWithShape="0"/>
          </a:effectLst>
        </p:spPr>
      </p:pic>
      <p:pic>
        <p:nvPicPr>
          <p:cNvPr id="1039"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618" y="1106797"/>
            <a:ext cx="3174364" cy="2924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3292" y="3346264"/>
            <a:ext cx="4526517"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1" y="4724400"/>
            <a:ext cx="3733799" cy="145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000126"/>
            <a:ext cx="3724940" cy="4279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The Transport Layer</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066800"/>
            <a:ext cx="3657600"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1577" y="4191000"/>
            <a:ext cx="3870497" cy="2133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Connector 7"/>
          <p:cNvCxnSpPr/>
          <p:nvPr/>
        </p:nvCxnSpPr>
        <p:spPr>
          <a:xfrm>
            <a:off x="4419600" y="914400"/>
            <a:ext cx="0" cy="5486400"/>
          </a:xfrm>
          <a:prstGeom prst="line">
            <a:avLst/>
          </a:prstGeom>
          <a:ln w="412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419600" y="3619611"/>
            <a:ext cx="47244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6200" y="5236534"/>
            <a:ext cx="3124200" cy="1077218"/>
          </a:xfrm>
          <a:prstGeom prst="rect">
            <a:avLst/>
          </a:prstGeom>
          <a:noFill/>
          <a:ln w="38100">
            <a:solidFill>
              <a:srgbClr val="00B0F0"/>
            </a:solidFill>
          </a:ln>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Multiplexing / de-multiplexing</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Reliability &amp; in-order delivery</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Congestion control</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Flow Control</a:t>
            </a:r>
          </a:p>
        </p:txBody>
      </p:sp>
    </p:spTree>
    <p:extLst>
      <p:ext uri="{BB962C8B-B14F-4D97-AF65-F5344CB8AC3E}">
        <p14:creationId xmlns:p14="http://schemas.microsoft.com/office/powerpoint/2010/main" val="945404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Network Layer</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4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581" y="1018953"/>
            <a:ext cx="4884295"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990600"/>
            <a:ext cx="3115606"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943600" y="4016276"/>
            <a:ext cx="2971800" cy="2154436"/>
          </a:xfrm>
          <a:prstGeom prst="rect">
            <a:avLst/>
          </a:prstGeom>
          <a:noFill/>
          <a:ln w="38100">
            <a:solidFill>
              <a:srgbClr val="00B0F0"/>
            </a:solidFill>
          </a:ln>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Routing</a:t>
            </a:r>
          </a:p>
          <a:p>
            <a:pPr marL="742950" marR="0" lvl="1"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mn-ea"/>
                <a:cs typeface="+mn-cs"/>
              </a:rPr>
              <a:t>Routing Metric</a:t>
            </a:r>
          </a:p>
          <a:p>
            <a:pPr marL="1200150" marR="0" lvl="2"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mn-cs"/>
              </a:rPr>
              <a:t>Hop-count, BW</a:t>
            </a:r>
          </a:p>
          <a:p>
            <a:pPr marL="1200150" marR="0" lvl="2"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mn-cs"/>
              </a:rPr>
              <a:t>ETX, ETT</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Routing Protocol</a:t>
            </a:r>
          </a:p>
          <a:p>
            <a:pPr marL="742950" marR="0" lvl="1"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mn-ea"/>
                <a:cs typeface="+mn-cs"/>
              </a:rPr>
              <a:t>RIP, OSPF</a:t>
            </a:r>
          </a:p>
          <a:p>
            <a:pPr marL="742950" marR="0" lvl="1"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mn-ea"/>
                <a:cs typeface="+mn-cs"/>
              </a:rPr>
              <a:t>BGP</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Packet Forwarding</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spc="0" normalizeH="0" baseline="0" noProof="0" dirty="0" err="1">
                <a:ln>
                  <a:noFill/>
                </a:ln>
                <a:solidFill>
                  <a:srgbClr val="000000"/>
                </a:solidFill>
                <a:effectLst/>
                <a:uLnTx/>
                <a:uFillTx/>
                <a:latin typeface="Arial" pitchFamily="34" charset="0"/>
                <a:ea typeface="+mn-ea"/>
                <a:cs typeface="+mn-cs"/>
              </a:rPr>
              <a:t>QoS</a:t>
            </a:r>
            <a:endPar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cxnSp>
        <p:nvCxnSpPr>
          <p:cNvPr id="6" name="Straight Connector 5"/>
          <p:cNvCxnSpPr/>
          <p:nvPr/>
        </p:nvCxnSpPr>
        <p:spPr>
          <a:xfrm>
            <a:off x="5334000" y="914400"/>
            <a:ext cx="0" cy="548640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636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4DA068-1FCD-65E2-4650-64BA89A2C0FA}"/>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640C55B-6545-4578-B0FE-B025BA1E4B20}"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 name="Rectangle 2">
            <a:extLst>
              <a:ext uri="{FF2B5EF4-FFF2-40B4-BE49-F238E27FC236}">
                <a16:creationId xmlns:a16="http://schemas.microsoft.com/office/drawing/2014/main" id="{364BDA8F-9A1B-B0E7-72D9-2630729CD3C9}"/>
              </a:ext>
            </a:extLst>
          </p:cNvPr>
          <p:cNvSpPr txBox="1">
            <a:spLocks noChangeArrowheads="1"/>
          </p:cNvSpPr>
          <p:nvPr/>
        </p:nvSpPr>
        <p:spPr bwMode="auto">
          <a:xfrm>
            <a:off x="762000" y="2743200"/>
            <a:ext cx="7772400" cy="892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000" b="0" i="0" u="none" strike="noStrike" kern="0" cap="none" spc="0" normalizeH="0" baseline="0" noProof="0" dirty="0">
                <a:ln>
                  <a:noFill/>
                </a:ln>
                <a:solidFill>
                  <a:srgbClr val="000000"/>
                </a:solidFill>
                <a:effectLst/>
                <a:uLnTx/>
                <a:uFillTx/>
                <a:latin typeface="Times New Roman"/>
                <a:ea typeface="ＭＳ Ｐゴシック" panose="020B0600070205080204" pitchFamily="34" charset="-128"/>
                <a:cs typeface="+mj-cs"/>
              </a:rPr>
              <a:t>A closer look at network structure</a:t>
            </a:r>
            <a:endParaRPr kumimoji="0" lang="en-US" altLang="en-US" sz="3600" b="0" i="0" u="none" strike="noStrike" kern="0" cap="none" spc="0" normalizeH="0" baseline="0" noProof="0" dirty="0">
              <a:ln>
                <a:noFill/>
              </a:ln>
              <a:solidFill>
                <a:srgbClr val="000000"/>
              </a:solidFill>
              <a:effectLst/>
              <a:uLnTx/>
              <a:uFillTx/>
              <a:latin typeface="Times New Roman"/>
              <a:ea typeface="ＭＳ Ｐゴシック" panose="020B0600070205080204" pitchFamily="34" charset="-128"/>
              <a:cs typeface="+mj-cs"/>
            </a:endParaRPr>
          </a:p>
        </p:txBody>
      </p:sp>
    </p:spTree>
    <p:extLst>
      <p:ext uri="{BB962C8B-B14F-4D97-AF65-F5344CB8AC3E}">
        <p14:creationId xmlns:p14="http://schemas.microsoft.com/office/powerpoint/2010/main" val="3611133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5CE8ADDB-7B20-3E3E-1DED-2929407BF5AC}"/>
              </a:ext>
            </a:extLst>
          </p:cNvPr>
          <p:cNvSpPr>
            <a:spLocks noGrp="1" noChangeArrowheads="1"/>
          </p:cNvSpPr>
          <p:nvPr>
            <p:ph type="title" idx="4294967295"/>
          </p:nvPr>
        </p:nvSpPr>
        <p:spPr>
          <a:xfrm>
            <a:off x="533400" y="201613"/>
            <a:ext cx="7772400" cy="892175"/>
          </a:xfrm>
        </p:spPr>
        <p:txBody>
          <a:bodyPr/>
          <a:lstStyle/>
          <a:p>
            <a:pPr eaLnBrk="1" hangingPunct="1"/>
            <a:r>
              <a:rPr lang="en-US" altLang="en-US" sz="4000" dirty="0">
                <a:ea typeface="ＭＳ Ｐゴシック" panose="020B0600070205080204" pitchFamily="34" charset="-128"/>
              </a:rPr>
              <a:t>A closer look at network structure:</a:t>
            </a:r>
            <a:endParaRPr lang="en-US" altLang="en-US" dirty="0">
              <a:ea typeface="ＭＳ Ｐゴシック" panose="020B0600070205080204" pitchFamily="34" charset="-128"/>
            </a:endParaRPr>
          </a:p>
        </p:txBody>
      </p:sp>
      <p:sp>
        <p:nvSpPr>
          <p:cNvPr id="9219" name="Rectangle 3">
            <a:extLst>
              <a:ext uri="{FF2B5EF4-FFF2-40B4-BE49-F238E27FC236}">
                <a16:creationId xmlns:a16="http://schemas.microsoft.com/office/drawing/2014/main" id="{D3E1AED8-859C-A9C4-2491-E0EF80E7FE8E}"/>
              </a:ext>
            </a:extLst>
          </p:cNvPr>
          <p:cNvSpPr>
            <a:spLocks noGrp="1" noChangeArrowheads="1"/>
          </p:cNvSpPr>
          <p:nvPr>
            <p:ph type="body" sz="half" idx="4294967295"/>
          </p:nvPr>
        </p:nvSpPr>
        <p:spPr>
          <a:xfrm>
            <a:off x="417513" y="1381125"/>
            <a:ext cx="4203700" cy="1047750"/>
          </a:xfrm>
        </p:spPr>
        <p:txBody>
          <a:bodyPr/>
          <a:lstStyle/>
          <a:p>
            <a:pPr eaLnBrk="1" hangingPunct="1">
              <a:buSzPct val="75000"/>
            </a:pPr>
            <a:r>
              <a:rPr lang="en-US" altLang="en-US" i="1" dirty="0">
                <a:solidFill>
                  <a:srgbClr val="CC0000"/>
                </a:solidFill>
                <a:ea typeface="ＭＳ Ｐゴシック" panose="020B0600070205080204" pitchFamily="34" charset="-128"/>
              </a:rPr>
              <a:t>network edge:</a:t>
            </a:r>
          </a:p>
          <a:p>
            <a:pPr lvl="1" eaLnBrk="1" hangingPunct="1">
              <a:buSzPct val="75000"/>
            </a:pPr>
            <a:r>
              <a:rPr lang="en-US" altLang="en-US" dirty="0">
                <a:ea typeface="ＭＳ Ｐゴシック" panose="020B0600070205080204" pitchFamily="34" charset="-128"/>
              </a:rPr>
              <a:t>hosts: clients and servers</a:t>
            </a:r>
          </a:p>
          <a:p>
            <a:pPr lvl="1" eaLnBrk="1" hangingPunct="1">
              <a:buSzPct val="75000"/>
            </a:pPr>
            <a:r>
              <a:rPr lang="en-US" altLang="en-US" dirty="0">
                <a:ea typeface="ＭＳ Ｐゴシック" panose="020B0600070205080204" pitchFamily="34" charset="-128"/>
              </a:rPr>
              <a:t>servers often in data centers</a:t>
            </a:r>
          </a:p>
          <a:p>
            <a:pPr lvl="1" eaLnBrk="1" hangingPunct="1">
              <a:buSzPct val="75000"/>
            </a:pPr>
            <a:endParaRPr lang="en-US" altLang="en-US" dirty="0">
              <a:ea typeface="ＭＳ Ｐゴシック" panose="020B0600070205080204" pitchFamily="34" charset="-128"/>
            </a:endParaRPr>
          </a:p>
        </p:txBody>
      </p:sp>
      <p:sp>
        <p:nvSpPr>
          <p:cNvPr id="10088" name="Rectangle 872">
            <a:extLst>
              <a:ext uri="{FF2B5EF4-FFF2-40B4-BE49-F238E27FC236}">
                <a16:creationId xmlns:a16="http://schemas.microsoft.com/office/drawing/2014/main" id="{C5437610-AF11-A6C2-4B9C-6BA04A274FE4}"/>
              </a:ext>
            </a:extLst>
          </p:cNvPr>
          <p:cNvSpPr>
            <a:spLocks noChangeArrowheads="1"/>
          </p:cNvSpPr>
          <p:nvPr/>
        </p:nvSpPr>
        <p:spPr bwMode="auto">
          <a:xfrm>
            <a:off x="456406" y="3816971"/>
            <a:ext cx="4027488" cy="141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342900" marR="0" lvl="0" indent="-342900" algn="l" defTabSz="914400" rtl="0" eaLnBrk="1" fontAlgn="base" latinLnBrk="0" hangingPunct="1">
              <a:lnSpc>
                <a:spcPct val="85000"/>
              </a:lnSpc>
              <a:spcBef>
                <a:spcPct val="20000"/>
              </a:spcBef>
              <a:spcAft>
                <a:spcPct val="0"/>
              </a:spcAft>
              <a:buClr>
                <a:srgbClr val="000099"/>
              </a:buClr>
              <a:buSzPct val="65000"/>
              <a:buFont typeface="Wingdings" panose="05000000000000000000" pitchFamily="2" charset="2"/>
              <a:buChar char="v"/>
              <a:tabLst/>
              <a:defRPr/>
            </a:pPr>
            <a:r>
              <a:rPr kumimoji="0" lang="en-US" altLang="en-US" sz="2800" b="0" i="1" u="none" strike="noStrike" kern="1200" cap="none" spc="0" normalizeH="0" baseline="0" noProof="0" dirty="0">
                <a:ln>
                  <a:noFill/>
                </a:ln>
                <a:solidFill>
                  <a:srgbClr val="CC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physical media:</a:t>
            </a:r>
            <a:r>
              <a:rPr kumimoji="0" lang="en-US" altLang="en-US" sz="28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 wired, wireless communication links</a:t>
            </a:r>
            <a:r>
              <a:rPr kumimoji="0" lang="en-US" altLang="en-US" sz="2800" b="0" i="0" u="none" strike="noStrike" kern="1200" cap="none" spc="0" normalizeH="0" baseline="0" noProof="0" dirty="0">
                <a:ln>
                  <a:noFill/>
                </a:ln>
                <a:solidFill>
                  <a:srgbClr val="FF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 </a:t>
            </a:r>
            <a:endParaRPr kumimoji="0" lang="en-US" altLang="en-US" sz="24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endParaRPr>
          </a:p>
        </p:txBody>
      </p:sp>
      <p:sp>
        <p:nvSpPr>
          <p:cNvPr id="10089" name="Rectangle 873">
            <a:extLst>
              <a:ext uri="{FF2B5EF4-FFF2-40B4-BE49-F238E27FC236}">
                <a16:creationId xmlns:a16="http://schemas.microsoft.com/office/drawing/2014/main" id="{9E46DA0E-49F3-0B6C-B757-A0A5AEFB416F}"/>
              </a:ext>
            </a:extLst>
          </p:cNvPr>
          <p:cNvSpPr>
            <a:spLocks noChangeArrowheads="1"/>
          </p:cNvSpPr>
          <p:nvPr/>
        </p:nvSpPr>
        <p:spPr bwMode="auto">
          <a:xfrm>
            <a:off x="450110" y="5070475"/>
            <a:ext cx="381000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628650" indent="-1714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342900" marR="0" lvl="0" indent="-342900" algn="l" defTabSz="914400" rtl="0" eaLnBrk="1" fontAlgn="base" latinLnBrk="0" hangingPunct="1">
              <a:lnSpc>
                <a:spcPct val="85000"/>
              </a:lnSpc>
              <a:spcBef>
                <a:spcPct val="15000"/>
              </a:spcBef>
              <a:spcAft>
                <a:spcPct val="0"/>
              </a:spcAft>
              <a:buClr>
                <a:srgbClr val="000099"/>
              </a:buClr>
              <a:buSzPct val="65000"/>
              <a:buFont typeface="Wingdings" panose="05000000000000000000" pitchFamily="2" charset="2"/>
              <a:buChar char="v"/>
              <a:tabLst/>
              <a:defRPr/>
            </a:pPr>
            <a:r>
              <a:rPr kumimoji="0" lang="en-US" altLang="en-US" sz="2800" b="0" i="1" u="none" strike="noStrike" kern="1200" cap="none" spc="0" normalizeH="0" baseline="0" noProof="0" dirty="0">
                <a:ln>
                  <a:noFill/>
                </a:ln>
                <a:solidFill>
                  <a:srgbClr val="CC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network core: </a:t>
            </a:r>
          </a:p>
          <a:p>
            <a:pPr marL="628650" marR="0" lvl="1" indent="-171450" algn="l" defTabSz="914400" rtl="0" eaLnBrk="1" fontAlgn="base" latinLnBrk="0" hangingPunct="1">
              <a:lnSpc>
                <a:spcPct val="85000"/>
              </a:lnSpc>
              <a:spcBef>
                <a:spcPct val="15000"/>
              </a:spcBef>
              <a:spcAft>
                <a:spcPct val="0"/>
              </a:spcAft>
              <a:buClr>
                <a:srgbClr val="000099"/>
              </a:buClr>
              <a:buSzPct val="95000"/>
              <a:buFont typeface="Wingdings" panose="05000000000000000000" pitchFamily="2" charset="2"/>
              <a:buChar char="§"/>
              <a:tabLst/>
              <a:defRPr/>
            </a:pPr>
            <a:r>
              <a:rPr kumimoji="0" lang="en-US" altLang="en-US" sz="24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interconnected routers</a:t>
            </a:r>
          </a:p>
          <a:p>
            <a:pPr marL="628650" marR="0" lvl="1" indent="-171450" algn="l" defTabSz="914400" rtl="0" eaLnBrk="1" fontAlgn="base" latinLnBrk="0" hangingPunct="1">
              <a:lnSpc>
                <a:spcPct val="85000"/>
              </a:lnSpc>
              <a:spcBef>
                <a:spcPct val="15000"/>
              </a:spcBef>
              <a:spcAft>
                <a:spcPct val="0"/>
              </a:spcAft>
              <a:buClr>
                <a:srgbClr val="000099"/>
              </a:buClr>
              <a:buSzPct val="95000"/>
              <a:buFont typeface="Wingdings" panose="05000000000000000000" pitchFamily="2" charset="2"/>
              <a:buChar char="§"/>
              <a:tabLst/>
              <a:defRPr/>
            </a:pPr>
            <a:r>
              <a:rPr kumimoji="0" lang="en-US" altLang="en-US" sz="24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network of networks</a:t>
            </a:r>
          </a:p>
          <a:p>
            <a:pPr marL="342900" marR="0" lvl="0" indent="-342900" algn="l" defTabSz="914400" rtl="0" eaLnBrk="1" fontAlgn="base" latinLnBrk="0" hangingPunct="1">
              <a:lnSpc>
                <a:spcPct val="100000"/>
              </a:lnSpc>
              <a:spcBef>
                <a:spcPct val="20000"/>
              </a:spcBef>
              <a:spcAft>
                <a:spcPct val="0"/>
              </a:spcAft>
              <a:buClr>
                <a:srgbClr val="333399"/>
              </a:buClr>
              <a:buSzPct val="85000"/>
              <a:buFont typeface="Wingdings" panose="05000000000000000000" pitchFamily="2" charset="2"/>
              <a:buChar char="q"/>
              <a:tabLst/>
              <a:defRPr/>
            </a:pPr>
            <a:endParaRPr kumimoji="0" lang="en-US" altLang="en-US" sz="24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endParaRPr>
          </a:p>
        </p:txBody>
      </p:sp>
      <p:grpSp>
        <p:nvGrpSpPr>
          <p:cNvPr id="29704" name="Group 733">
            <a:extLst>
              <a:ext uri="{FF2B5EF4-FFF2-40B4-BE49-F238E27FC236}">
                <a16:creationId xmlns:a16="http://schemas.microsoft.com/office/drawing/2014/main" id="{453033F0-4B23-A805-402E-0901D15D5DA6}"/>
              </a:ext>
            </a:extLst>
          </p:cNvPr>
          <p:cNvGrpSpPr>
            <a:grpSpLocks/>
          </p:cNvGrpSpPr>
          <p:nvPr/>
        </p:nvGrpSpPr>
        <p:grpSpPr bwMode="auto">
          <a:xfrm>
            <a:off x="5202238" y="1384300"/>
            <a:ext cx="3551237" cy="4743450"/>
            <a:chOff x="5202238" y="1384300"/>
            <a:chExt cx="3551237" cy="4743450"/>
          </a:xfrm>
        </p:grpSpPr>
        <p:sp>
          <p:nvSpPr>
            <p:cNvPr id="29706" name="Freeform 415">
              <a:extLst>
                <a:ext uri="{FF2B5EF4-FFF2-40B4-BE49-F238E27FC236}">
                  <a16:creationId xmlns:a16="http://schemas.microsoft.com/office/drawing/2014/main" id="{182BB832-107B-BF86-A99C-E26C4CD6F70F}"/>
                </a:ext>
              </a:extLst>
            </p:cNvPr>
            <p:cNvSpPr>
              <a:spLocks/>
            </p:cNvSpPr>
            <p:nvPr/>
          </p:nvSpPr>
          <p:spPr bwMode="auto">
            <a:xfrm>
              <a:off x="7004050" y="3527425"/>
              <a:ext cx="1314450" cy="674688"/>
            </a:xfrm>
            <a:custGeom>
              <a:avLst/>
              <a:gdLst>
                <a:gd name="T0" fmla="*/ 2147483646 w 828"/>
                <a:gd name="T1" fmla="*/ 2147483646 h 425"/>
                <a:gd name="T2" fmla="*/ 2147483646 w 828"/>
                <a:gd name="T3" fmla="*/ 2147483646 h 425"/>
                <a:gd name="T4" fmla="*/ 2147483646 w 828"/>
                <a:gd name="T5" fmla="*/ 2147483646 h 425"/>
                <a:gd name="T6" fmla="*/ 2147483646 w 828"/>
                <a:gd name="T7" fmla="*/ 2147483646 h 425"/>
                <a:gd name="T8" fmla="*/ 2147483646 w 828"/>
                <a:gd name="T9" fmla="*/ 2147483646 h 425"/>
                <a:gd name="T10" fmla="*/ 2147483646 w 828"/>
                <a:gd name="T11" fmla="*/ 2147483646 h 425"/>
                <a:gd name="T12" fmla="*/ 2147483646 w 828"/>
                <a:gd name="T13" fmla="*/ 2147483646 h 425"/>
                <a:gd name="T14" fmla="*/ 2147483646 w 828"/>
                <a:gd name="T15" fmla="*/ 2147483646 h 425"/>
                <a:gd name="T16" fmla="*/ 2147483646 w 828"/>
                <a:gd name="T17" fmla="*/ 2147483646 h 425"/>
                <a:gd name="T18" fmla="*/ 2147483646 w 828"/>
                <a:gd name="T19" fmla="*/ 2147483646 h 425"/>
                <a:gd name="T20" fmla="*/ 2147483646 w 828"/>
                <a:gd name="T21" fmla="*/ 2147483646 h 425"/>
                <a:gd name="T22" fmla="*/ 2147483646 w 828"/>
                <a:gd name="T23" fmla="*/ 2147483646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07" name="Freeform 416">
              <a:extLst>
                <a:ext uri="{FF2B5EF4-FFF2-40B4-BE49-F238E27FC236}">
                  <a16:creationId xmlns:a16="http://schemas.microsoft.com/office/drawing/2014/main" id="{B6A37464-0776-D71D-C2A6-BB0B187E2CDA}"/>
                </a:ext>
              </a:extLst>
            </p:cNvPr>
            <p:cNvSpPr>
              <a:spLocks/>
            </p:cNvSpPr>
            <p:nvPr/>
          </p:nvSpPr>
          <p:spPr bwMode="auto">
            <a:xfrm>
              <a:off x="7023100" y="2001838"/>
              <a:ext cx="1730375" cy="1125538"/>
            </a:xfrm>
            <a:custGeom>
              <a:avLst/>
              <a:gdLst>
                <a:gd name="T0" fmla="*/ 2147483646 w 765"/>
                <a:gd name="T1" fmla="*/ 2147483646 h 459"/>
                <a:gd name="T2" fmla="*/ 2147483646 w 765"/>
                <a:gd name="T3" fmla="*/ 2147483646 h 459"/>
                <a:gd name="T4" fmla="*/ 2147483646 w 765"/>
                <a:gd name="T5" fmla="*/ 2147483646 h 459"/>
                <a:gd name="T6" fmla="*/ 2147483646 w 765"/>
                <a:gd name="T7" fmla="*/ 2147483646 h 459"/>
                <a:gd name="T8" fmla="*/ 2147483646 w 765"/>
                <a:gd name="T9" fmla="*/ 2147483646 h 459"/>
                <a:gd name="T10" fmla="*/ 2147483646 w 765"/>
                <a:gd name="T11" fmla="*/ 2147483646 h 459"/>
                <a:gd name="T12" fmla="*/ 2147483646 w 765"/>
                <a:gd name="T13" fmla="*/ 2147483646 h 459"/>
                <a:gd name="T14" fmla="*/ 2147483646 w 765"/>
                <a:gd name="T15" fmla="*/ 2147483646 h 459"/>
                <a:gd name="T16" fmla="*/ 2147483646 w 765"/>
                <a:gd name="T17" fmla="*/ 2147483646 h 459"/>
                <a:gd name="T18" fmla="*/ 2147483646 w 765"/>
                <a:gd name="T19" fmla="*/ 2147483646 h 459"/>
                <a:gd name="T20" fmla="*/ 2147483646 w 765"/>
                <a:gd name="T21" fmla="*/ 2147483646 h 459"/>
                <a:gd name="T22" fmla="*/ 2147483646 w 765"/>
                <a:gd name="T23" fmla="*/ 2147483646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08" name="Freeform 417">
              <a:extLst>
                <a:ext uri="{FF2B5EF4-FFF2-40B4-BE49-F238E27FC236}">
                  <a16:creationId xmlns:a16="http://schemas.microsoft.com/office/drawing/2014/main" id="{4316C4F7-8CEC-BD8D-4E76-02C5B6995D23}"/>
                </a:ext>
              </a:extLst>
            </p:cNvPr>
            <p:cNvSpPr>
              <a:spLocks/>
            </p:cNvSpPr>
            <p:nvPr/>
          </p:nvSpPr>
          <p:spPr bwMode="auto">
            <a:xfrm>
              <a:off x="5202238" y="1709738"/>
              <a:ext cx="1736725" cy="107156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29709" name="Group 418">
              <a:extLst>
                <a:ext uri="{FF2B5EF4-FFF2-40B4-BE49-F238E27FC236}">
                  <a16:creationId xmlns:a16="http://schemas.microsoft.com/office/drawing/2014/main" id="{998844E5-ADF7-8861-B9C5-F73F518D3187}"/>
                </a:ext>
              </a:extLst>
            </p:cNvPr>
            <p:cNvGrpSpPr>
              <a:grpSpLocks/>
            </p:cNvGrpSpPr>
            <p:nvPr/>
          </p:nvGrpSpPr>
          <p:grpSpPr bwMode="auto">
            <a:xfrm>
              <a:off x="5278438" y="2974975"/>
              <a:ext cx="1458912" cy="933450"/>
              <a:chOff x="2889" y="1631"/>
              <a:chExt cx="980" cy="743"/>
            </a:xfrm>
          </p:grpSpPr>
          <p:sp>
            <p:nvSpPr>
              <p:cNvPr id="30059" name="Rectangle 419">
                <a:extLst>
                  <a:ext uri="{FF2B5EF4-FFF2-40B4-BE49-F238E27FC236}">
                    <a16:creationId xmlns:a16="http://schemas.microsoft.com/office/drawing/2014/main" id="{FA962FE9-1B51-608E-09F3-1D1485740498}"/>
                  </a:ext>
                </a:extLst>
              </p:cNvPr>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0060" name="AutoShape 420">
                <a:extLst>
                  <a:ext uri="{FF2B5EF4-FFF2-40B4-BE49-F238E27FC236}">
                    <a16:creationId xmlns:a16="http://schemas.microsoft.com/office/drawing/2014/main" id="{DB84FFAC-3ACC-994F-DDC2-4715C175F5EA}"/>
                  </a:ext>
                </a:extLst>
              </p:cNvPr>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710" name="Line 421">
              <a:extLst>
                <a:ext uri="{FF2B5EF4-FFF2-40B4-BE49-F238E27FC236}">
                  <a16:creationId xmlns:a16="http://schemas.microsoft.com/office/drawing/2014/main" id="{E7C63E20-2305-322E-D9FE-C110DD929EE1}"/>
                </a:ext>
              </a:extLst>
            </p:cNvPr>
            <p:cNvSpPr>
              <a:spLocks noChangeShapeType="1"/>
            </p:cNvSpPr>
            <p:nvPr/>
          </p:nvSpPr>
          <p:spPr bwMode="auto">
            <a:xfrm>
              <a:off x="7396163" y="3813175"/>
              <a:ext cx="163512" cy="120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11" name="Line 422">
              <a:extLst>
                <a:ext uri="{FF2B5EF4-FFF2-40B4-BE49-F238E27FC236}">
                  <a16:creationId xmlns:a16="http://schemas.microsoft.com/office/drawing/2014/main" id="{5088A537-B782-107F-491E-17E7948CC070}"/>
                </a:ext>
              </a:extLst>
            </p:cNvPr>
            <p:cNvSpPr>
              <a:spLocks noChangeShapeType="1"/>
            </p:cNvSpPr>
            <p:nvPr/>
          </p:nvSpPr>
          <p:spPr bwMode="auto">
            <a:xfrm>
              <a:off x="7493000" y="3733800"/>
              <a:ext cx="27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12" name="Line 423">
              <a:extLst>
                <a:ext uri="{FF2B5EF4-FFF2-40B4-BE49-F238E27FC236}">
                  <a16:creationId xmlns:a16="http://schemas.microsoft.com/office/drawing/2014/main" id="{2D3C0E3B-02E3-2C85-6696-C7D49B966864}"/>
                </a:ext>
              </a:extLst>
            </p:cNvPr>
            <p:cNvSpPr>
              <a:spLocks noChangeShapeType="1"/>
            </p:cNvSpPr>
            <p:nvPr/>
          </p:nvSpPr>
          <p:spPr bwMode="auto">
            <a:xfrm flipV="1">
              <a:off x="7729538" y="3819525"/>
              <a:ext cx="134937" cy="104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13" name="Line 424">
              <a:extLst>
                <a:ext uri="{FF2B5EF4-FFF2-40B4-BE49-F238E27FC236}">
                  <a16:creationId xmlns:a16="http://schemas.microsoft.com/office/drawing/2014/main" id="{AF1336B0-E459-61C9-88FA-FF02AFC93890}"/>
                </a:ext>
              </a:extLst>
            </p:cNvPr>
            <p:cNvSpPr>
              <a:spLocks noChangeShapeType="1"/>
            </p:cNvSpPr>
            <p:nvPr/>
          </p:nvSpPr>
          <p:spPr bwMode="auto">
            <a:xfrm>
              <a:off x="6427788" y="3740150"/>
              <a:ext cx="679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14" name="Line 425">
              <a:extLst>
                <a:ext uri="{FF2B5EF4-FFF2-40B4-BE49-F238E27FC236}">
                  <a16:creationId xmlns:a16="http://schemas.microsoft.com/office/drawing/2014/main" id="{81FCFB02-712D-BEDD-8EC5-562944D79D3F}"/>
                </a:ext>
              </a:extLst>
            </p:cNvPr>
            <p:cNvSpPr>
              <a:spLocks noChangeShapeType="1"/>
            </p:cNvSpPr>
            <p:nvPr/>
          </p:nvSpPr>
          <p:spPr bwMode="auto">
            <a:xfrm>
              <a:off x="6723063" y="2587625"/>
              <a:ext cx="509587"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15" name="Line 426">
              <a:extLst>
                <a:ext uri="{FF2B5EF4-FFF2-40B4-BE49-F238E27FC236}">
                  <a16:creationId xmlns:a16="http://schemas.microsoft.com/office/drawing/2014/main" id="{A7F06543-3822-1169-1914-E1D8D8C665A4}"/>
                </a:ext>
              </a:extLst>
            </p:cNvPr>
            <p:cNvSpPr>
              <a:spLocks noChangeShapeType="1"/>
            </p:cNvSpPr>
            <p:nvPr/>
          </p:nvSpPr>
          <p:spPr bwMode="auto">
            <a:xfrm>
              <a:off x="6289675" y="2403475"/>
              <a:ext cx="15240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16" name="Freeform 427">
              <a:extLst>
                <a:ext uri="{FF2B5EF4-FFF2-40B4-BE49-F238E27FC236}">
                  <a16:creationId xmlns:a16="http://schemas.microsoft.com/office/drawing/2014/main" id="{717A23DF-EED1-9DC2-B893-6797A3B0C913}"/>
                </a:ext>
              </a:extLst>
            </p:cNvPr>
            <p:cNvSpPr>
              <a:spLocks/>
            </p:cNvSpPr>
            <p:nvPr/>
          </p:nvSpPr>
          <p:spPr bwMode="auto">
            <a:xfrm>
              <a:off x="5497513" y="4378325"/>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17" name="Line 428">
              <a:extLst>
                <a:ext uri="{FF2B5EF4-FFF2-40B4-BE49-F238E27FC236}">
                  <a16:creationId xmlns:a16="http://schemas.microsoft.com/office/drawing/2014/main" id="{3D83325E-6087-0535-0311-68349E1B6B0C}"/>
                </a:ext>
              </a:extLst>
            </p:cNvPr>
            <p:cNvSpPr>
              <a:spLocks noChangeShapeType="1"/>
            </p:cNvSpPr>
            <p:nvPr/>
          </p:nvSpPr>
          <p:spPr bwMode="auto">
            <a:xfrm rot="-5400000">
              <a:off x="7845425" y="5159376"/>
              <a:ext cx="523875"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18" name="Line 429">
              <a:extLst>
                <a:ext uri="{FF2B5EF4-FFF2-40B4-BE49-F238E27FC236}">
                  <a16:creationId xmlns:a16="http://schemas.microsoft.com/office/drawing/2014/main" id="{3CF58225-0E88-EDA7-19CF-4321559F768C}"/>
                </a:ext>
              </a:extLst>
            </p:cNvPr>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19" name="Line 430">
              <a:extLst>
                <a:ext uri="{FF2B5EF4-FFF2-40B4-BE49-F238E27FC236}">
                  <a16:creationId xmlns:a16="http://schemas.microsoft.com/office/drawing/2014/main" id="{24B2919A-7F06-B89A-C74A-6210A7DFA4F0}"/>
                </a:ext>
              </a:extLst>
            </p:cNvPr>
            <p:cNvSpPr>
              <a:spLocks noChangeShapeType="1"/>
            </p:cNvSpPr>
            <p:nvPr/>
          </p:nvSpPr>
          <p:spPr bwMode="auto">
            <a:xfrm rot="-5400000">
              <a:off x="8177213" y="5116513"/>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0" name="Line 431">
              <a:extLst>
                <a:ext uri="{FF2B5EF4-FFF2-40B4-BE49-F238E27FC236}">
                  <a16:creationId xmlns:a16="http://schemas.microsoft.com/office/drawing/2014/main" id="{D9D89F36-AAD8-8E35-F838-8D36A564BE57}"/>
                </a:ext>
              </a:extLst>
            </p:cNvPr>
            <p:cNvSpPr>
              <a:spLocks noChangeShapeType="1"/>
            </p:cNvSpPr>
            <p:nvPr/>
          </p:nvSpPr>
          <p:spPr bwMode="auto">
            <a:xfrm>
              <a:off x="7358063" y="4697413"/>
              <a:ext cx="390525" cy="184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1" name="Line 432">
              <a:extLst>
                <a:ext uri="{FF2B5EF4-FFF2-40B4-BE49-F238E27FC236}">
                  <a16:creationId xmlns:a16="http://schemas.microsoft.com/office/drawing/2014/main" id="{71C4E011-FC01-CA7D-2C59-75E78BECD4FC}"/>
                </a:ext>
              </a:extLst>
            </p:cNvPr>
            <p:cNvSpPr>
              <a:spLocks noChangeShapeType="1"/>
            </p:cNvSpPr>
            <p:nvPr/>
          </p:nvSpPr>
          <p:spPr bwMode="auto">
            <a:xfrm flipV="1">
              <a:off x="6737350" y="4684713"/>
              <a:ext cx="322263" cy="198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2" name="Line 433">
              <a:extLst>
                <a:ext uri="{FF2B5EF4-FFF2-40B4-BE49-F238E27FC236}">
                  <a16:creationId xmlns:a16="http://schemas.microsoft.com/office/drawing/2014/main" id="{4FECFDD5-F49E-D85D-72CC-F31D64CCAA52}"/>
                </a:ext>
              </a:extLst>
            </p:cNvPr>
            <p:cNvSpPr>
              <a:spLocks noChangeShapeType="1"/>
            </p:cNvSpPr>
            <p:nvPr/>
          </p:nvSpPr>
          <p:spPr bwMode="auto">
            <a:xfrm flipV="1">
              <a:off x="6780213" y="4976813"/>
              <a:ext cx="971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3" name="Line 435">
              <a:extLst>
                <a:ext uri="{FF2B5EF4-FFF2-40B4-BE49-F238E27FC236}">
                  <a16:creationId xmlns:a16="http://schemas.microsoft.com/office/drawing/2014/main" id="{13A0B541-2706-6380-E68B-B8A10FA30F18}"/>
                </a:ext>
              </a:extLst>
            </p:cNvPr>
            <p:cNvSpPr>
              <a:spLocks noChangeShapeType="1"/>
            </p:cNvSpPr>
            <p:nvPr/>
          </p:nvSpPr>
          <p:spPr bwMode="auto">
            <a:xfrm>
              <a:off x="6100763" y="4773613"/>
              <a:ext cx="263525" cy="85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4" name="Line 436">
              <a:extLst>
                <a:ext uri="{FF2B5EF4-FFF2-40B4-BE49-F238E27FC236}">
                  <a16:creationId xmlns:a16="http://schemas.microsoft.com/office/drawing/2014/main" id="{25210804-A22B-6B71-B198-47E4E6642F32}"/>
                </a:ext>
              </a:extLst>
            </p:cNvPr>
            <p:cNvSpPr>
              <a:spLocks noChangeShapeType="1"/>
            </p:cNvSpPr>
            <p:nvPr/>
          </p:nvSpPr>
          <p:spPr bwMode="auto">
            <a:xfrm flipV="1">
              <a:off x="5842000" y="498316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5" name="Line 439">
              <a:extLst>
                <a:ext uri="{FF2B5EF4-FFF2-40B4-BE49-F238E27FC236}">
                  <a16:creationId xmlns:a16="http://schemas.microsoft.com/office/drawing/2014/main" id="{504524E6-5650-9B23-C05F-CFAD4AC3645D}"/>
                </a:ext>
              </a:extLst>
            </p:cNvPr>
            <p:cNvSpPr>
              <a:spLocks noChangeShapeType="1"/>
            </p:cNvSpPr>
            <p:nvPr/>
          </p:nvSpPr>
          <p:spPr bwMode="auto">
            <a:xfrm flipH="1">
              <a:off x="6267450" y="5070475"/>
              <a:ext cx="142875" cy="198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6" name="Line 440">
              <a:extLst>
                <a:ext uri="{FF2B5EF4-FFF2-40B4-BE49-F238E27FC236}">
                  <a16:creationId xmlns:a16="http://schemas.microsoft.com/office/drawing/2014/main" id="{C764BDC2-D7F9-4BB7-B3D0-7546CAF40236}"/>
                </a:ext>
              </a:extLst>
            </p:cNvPr>
            <p:cNvSpPr>
              <a:spLocks noChangeShapeType="1"/>
            </p:cNvSpPr>
            <p:nvPr/>
          </p:nvSpPr>
          <p:spPr bwMode="auto">
            <a:xfrm flipH="1" flipV="1">
              <a:off x="6588125" y="5097463"/>
              <a:ext cx="7461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7" name="Line 441">
              <a:extLst>
                <a:ext uri="{FF2B5EF4-FFF2-40B4-BE49-F238E27FC236}">
                  <a16:creationId xmlns:a16="http://schemas.microsoft.com/office/drawing/2014/main" id="{F8557E4B-E7AB-9099-41B3-0DAF8EBDB68F}"/>
                </a:ext>
              </a:extLst>
            </p:cNvPr>
            <p:cNvSpPr>
              <a:spLocks noChangeShapeType="1"/>
            </p:cNvSpPr>
            <p:nvPr/>
          </p:nvSpPr>
          <p:spPr bwMode="auto">
            <a:xfrm>
              <a:off x="6743700" y="5053013"/>
              <a:ext cx="503238" cy="269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8" name="Line 443">
              <a:extLst>
                <a:ext uri="{FF2B5EF4-FFF2-40B4-BE49-F238E27FC236}">
                  <a16:creationId xmlns:a16="http://schemas.microsoft.com/office/drawing/2014/main" id="{69CE7A46-A27E-1090-E9A0-2E3AEA49E11F}"/>
                </a:ext>
              </a:extLst>
            </p:cNvPr>
            <p:cNvSpPr>
              <a:spLocks noChangeShapeType="1"/>
            </p:cNvSpPr>
            <p:nvPr/>
          </p:nvSpPr>
          <p:spPr bwMode="auto">
            <a:xfrm>
              <a:off x="6281738" y="352266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29" name="Line 444">
              <a:extLst>
                <a:ext uri="{FF2B5EF4-FFF2-40B4-BE49-F238E27FC236}">
                  <a16:creationId xmlns:a16="http://schemas.microsoft.com/office/drawing/2014/main" id="{8140193A-C702-36DC-A882-0648CF42B87C}"/>
                </a:ext>
              </a:extLst>
            </p:cNvPr>
            <p:cNvSpPr>
              <a:spLocks noChangeShapeType="1"/>
            </p:cNvSpPr>
            <p:nvPr/>
          </p:nvSpPr>
          <p:spPr bwMode="auto">
            <a:xfrm flipV="1">
              <a:off x="7577138" y="2492375"/>
              <a:ext cx="123825" cy="873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30" name="Line 445">
              <a:extLst>
                <a:ext uri="{FF2B5EF4-FFF2-40B4-BE49-F238E27FC236}">
                  <a16:creationId xmlns:a16="http://schemas.microsoft.com/office/drawing/2014/main" id="{CAEC5A1B-924E-C6BE-9040-04CFB107D346}"/>
                </a:ext>
              </a:extLst>
            </p:cNvPr>
            <p:cNvSpPr>
              <a:spLocks noChangeShapeType="1"/>
            </p:cNvSpPr>
            <p:nvPr/>
          </p:nvSpPr>
          <p:spPr bwMode="auto">
            <a:xfrm>
              <a:off x="7405688" y="2665413"/>
              <a:ext cx="0" cy="8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31" name="Line 446">
              <a:extLst>
                <a:ext uri="{FF2B5EF4-FFF2-40B4-BE49-F238E27FC236}">
                  <a16:creationId xmlns:a16="http://schemas.microsoft.com/office/drawing/2014/main" id="{1175E15B-6B53-5223-8774-6580DFEC8272}"/>
                </a:ext>
              </a:extLst>
            </p:cNvPr>
            <p:cNvSpPr>
              <a:spLocks noChangeShapeType="1"/>
            </p:cNvSpPr>
            <p:nvPr/>
          </p:nvSpPr>
          <p:spPr bwMode="auto">
            <a:xfrm flipV="1">
              <a:off x="7577138" y="2562225"/>
              <a:ext cx="2635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32" name="Line 447">
              <a:extLst>
                <a:ext uri="{FF2B5EF4-FFF2-40B4-BE49-F238E27FC236}">
                  <a16:creationId xmlns:a16="http://schemas.microsoft.com/office/drawing/2014/main" id="{047EF138-BB50-FCD4-C849-55DBC9574304}"/>
                </a:ext>
              </a:extLst>
            </p:cNvPr>
            <p:cNvSpPr>
              <a:spLocks noChangeShapeType="1"/>
            </p:cNvSpPr>
            <p:nvPr/>
          </p:nvSpPr>
          <p:spPr bwMode="auto">
            <a:xfrm>
              <a:off x="7942263" y="2560638"/>
              <a:ext cx="0" cy="196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33" name="Line 448">
              <a:extLst>
                <a:ext uri="{FF2B5EF4-FFF2-40B4-BE49-F238E27FC236}">
                  <a16:creationId xmlns:a16="http://schemas.microsoft.com/office/drawing/2014/main" id="{CF026B69-09AE-B5C6-A13E-86BE54A378A1}"/>
                </a:ext>
              </a:extLst>
            </p:cNvPr>
            <p:cNvSpPr>
              <a:spLocks noChangeShapeType="1"/>
            </p:cNvSpPr>
            <p:nvPr/>
          </p:nvSpPr>
          <p:spPr bwMode="auto">
            <a:xfrm>
              <a:off x="7596188" y="2867025"/>
              <a:ext cx="188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34" name="Line 449">
              <a:extLst>
                <a:ext uri="{FF2B5EF4-FFF2-40B4-BE49-F238E27FC236}">
                  <a16:creationId xmlns:a16="http://schemas.microsoft.com/office/drawing/2014/main" id="{CFF5824E-E726-7881-E45F-E478837D364B}"/>
                </a:ext>
              </a:extLst>
            </p:cNvPr>
            <p:cNvSpPr>
              <a:spLocks noChangeShapeType="1"/>
            </p:cNvSpPr>
            <p:nvPr/>
          </p:nvSpPr>
          <p:spPr bwMode="auto">
            <a:xfrm flipV="1">
              <a:off x="5891213" y="373380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35" name="Line 450">
              <a:extLst>
                <a:ext uri="{FF2B5EF4-FFF2-40B4-BE49-F238E27FC236}">
                  <a16:creationId xmlns:a16="http://schemas.microsoft.com/office/drawing/2014/main" id="{D27636C8-1699-5857-7FEA-E984E13FB0DA}"/>
                </a:ext>
              </a:extLst>
            </p:cNvPr>
            <p:cNvSpPr>
              <a:spLocks noChangeShapeType="1"/>
            </p:cNvSpPr>
            <p:nvPr/>
          </p:nvSpPr>
          <p:spPr bwMode="auto">
            <a:xfrm>
              <a:off x="8150225" y="2857500"/>
              <a:ext cx="17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36" name="Line 451">
              <a:extLst>
                <a:ext uri="{FF2B5EF4-FFF2-40B4-BE49-F238E27FC236}">
                  <a16:creationId xmlns:a16="http://schemas.microsoft.com/office/drawing/2014/main" id="{FC68EEEE-6660-9CDE-ADF6-336FEA8CA2F9}"/>
                </a:ext>
              </a:extLst>
            </p:cNvPr>
            <p:cNvSpPr>
              <a:spLocks noChangeShapeType="1"/>
            </p:cNvSpPr>
            <p:nvPr/>
          </p:nvSpPr>
          <p:spPr bwMode="auto">
            <a:xfrm flipH="1">
              <a:off x="7296150" y="2933700"/>
              <a:ext cx="98425" cy="704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37" name="Line 452">
              <a:extLst>
                <a:ext uri="{FF2B5EF4-FFF2-40B4-BE49-F238E27FC236}">
                  <a16:creationId xmlns:a16="http://schemas.microsoft.com/office/drawing/2014/main" id="{AA4C97C9-CF8C-48EA-E90C-BD265FFD5FB2}"/>
                </a:ext>
              </a:extLst>
            </p:cNvPr>
            <p:cNvSpPr>
              <a:spLocks noChangeShapeType="1"/>
            </p:cNvSpPr>
            <p:nvPr/>
          </p:nvSpPr>
          <p:spPr bwMode="auto">
            <a:xfrm flipH="1">
              <a:off x="7888288" y="2933700"/>
              <a:ext cx="111125" cy="727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38" name="Line 541">
              <a:extLst>
                <a:ext uri="{FF2B5EF4-FFF2-40B4-BE49-F238E27FC236}">
                  <a16:creationId xmlns:a16="http://schemas.microsoft.com/office/drawing/2014/main" id="{E00732D2-6757-9710-DAE7-418EE0CAF781}"/>
                </a:ext>
              </a:extLst>
            </p:cNvPr>
            <p:cNvSpPr>
              <a:spLocks noChangeShapeType="1"/>
            </p:cNvSpPr>
            <p:nvPr/>
          </p:nvSpPr>
          <p:spPr bwMode="auto">
            <a:xfrm flipV="1">
              <a:off x="7272338" y="4075113"/>
              <a:ext cx="227012" cy="436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29739" name="Group 590">
              <a:extLst>
                <a:ext uri="{FF2B5EF4-FFF2-40B4-BE49-F238E27FC236}">
                  <a16:creationId xmlns:a16="http://schemas.microsoft.com/office/drawing/2014/main" id="{5C69A7FA-F66E-9CCE-5B7F-F5714805ED9B}"/>
                </a:ext>
              </a:extLst>
            </p:cNvPr>
            <p:cNvGrpSpPr>
              <a:grpSpLocks/>
            </p:cNvGrpSpPr>
            <p:nvPr/>
          </p:nvGrpSpPr>
          <p:grpSpPr bwMode="auto">
            <a:xfrm flipH="1">
              <a:off x="5775325" y="4533900"/>
              <a:ext cx="414337" cy="373063"/>
              <a:chOff x="2839" y="3501"/>
              <a:chExt cx="755" cy="803"/>
            </a:xfrm>
          </p:grpSpPr>
          <p:pic>
            <p:nvPicPr>
              <p:cNvPr id="30057" name="Picture 591" descr="desktop_computer_stylized_medium">
                <a:extLst>
                  <a:ext uri="{FF2B5EF4-FFF2-40B4-BE49-F238E27FC236}">
                    <a16:creationId xmlns:a16="http://schemas.microsoft.com/office/drawing/2014/main" id="{2A6714C3-AA3D-1FD3-BC07-3A95FC5904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058" name="Freeform 592">
                <a:extLst>
                  <a:ext uri="{FF2B5EF4-FFF2-40B4-BE49-F238E27FC236}">
                    <a16:creationId xmlns:a16="http://schemas.microsoft.com/office/drawing/2014/main" id="{B3E15CD3-95B8-87AC-D3C1-E8966C7F6605}"/>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40" name="Group 593">
              <a:extLst>
                <a:ext uri="{FF2B5EF4-FFF2-40B4-BE49-F238E27FC236}">
                  <a16:creationId xmlns:a16="http://schemas.microsoft.com/office/drawing/2014/main" id="{7146AA11-DC60-E23D-14D2-1DEE7DBEA376}"/>
                </a:ext>
              </a:extLst>
            </p:cNvPr>
            <p:cNvGrpSpPr>
              <a:grpSpLocks/>
            </p:cNvGrpSpPr>
            <p:nvPr/>
          </p:nvGrpSpPr>
          <p:grpSpPr bwMode="auto">
            <a:xfrm flipH="1">
              <a:off x="5457825" y="4954588"/>
              <a:ext cx="482600" cy="406400"/>
              <a:chOff x="2839" y="3501"/>
              <a:chExt cx="755" cy="803"/>
            </a:xfrm>
          </p:grpSpPr>
          <p:pic>
            <p:nvPicPr>
              <p:cNvPr id="30055" name="Picture 594" descr="desktop_computer_stylized_medium">
                <a:extLst>
                  <a:ext uri="{FF2B5EF4-FFF2-40B4-BE49-F238E27FC236}">
                    <a16:creationId xmlns:a16="http://schemas.microsoft.com/office/drawing/2014/main" id="{6DAFD2E4-7A26-AEC8-2F74-8BA9BFCBE3F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056" name="Freeform 595">
                <a:extLst>
                  <a:ext uri="{FF2B5EF4-FFF2-40B4-BE49-F238E27FC236}">
                    <a16:creationId xmlns:a16="http://schemas.microsoft.com/office/drawing/2014/main" id="{F66B27E4-BB05-E183-2F8D-B41D8B2B59F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41" name="Group 596">
              <a:extLst>
                <a:ext uri="{FF2B5EF4-FFF2-40B4-BE49-F238E27FC236}">
                  <a16:creationId xmlns:a16="http://schemas.microsoft.com/office/drawing/2014/main" id="{43F20077-B0C3-C6B6-84AF-F75986B83AB6}"/>
                </a:ext>
              </a:extLst>
            </p:cNvPr>
            <p:cNvGrpSpPr>
              <a:grpSpLocks/>
            </p:cNvGrpSpPr>
            <p:nvPr/>
          </p:nvGrpSpPr>
          <p:grpSpPr bwMode="auto">
            <a:xfrm flipH="1">
              <a:off x="5935663" y="5256213"/>
              <a:ext cx="427037" cy="349250"/>
              <a:chOff x="2839" y="3501"/>
              <a:chExt cx="755" cy="803"/>
            </a:xfrm>
          </p:grpSpPr>
          <p:pic>
            <p:nvPicPr>
              <p:cNvPr id="30053" name="Picture 597" descr="desktop_computer_stylized_medium">
                <a:extLst>
                  <a:ext uri="{FF2B5EF4-FFF2-40B4-BE49-F238E27FC236}">
                    <a16:creationId xmlns:a16="http://schemas.microsoft.com/office/drawing/2014/main" id="{AD984BC4-8F11-20F2-84AB-973572E33D3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054" name="Freeform 598">
                <a:extLst>
                  <a:ext uri="{FF2B5EF4-FFF2-40B4-BE49-F238E27FC236}">
                    <a16:creationId xmlns:a16="http://schemas.microsoft.com/office/drawing/2014/main" id="{E5B0167D-B2A0-69A7-0B39-9602073F81EB}"/>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42" name="Group 599">
              <a:extLst>
                <a:ext uri="{FF2B5EF4-FFF2-40B4-BE49-F238E27FC236}">
                  <a16:creationId xmlns:a16="http://schemas.microsoft.com/office/drawing/2014/main" id="{308712C4-96C7-547E-BC27-7D1889AE60B3}"/>
                </a:ext>
              </a:extLst>
            </p:cNvPr>
            <p:cNvGrpSpPr>
              <a:grpSpLocks/>
            </p:cNvGrpSpPr>
            <p:nvPr/>
          </p:nvGrpSpPr>
          <p:grpSpPr bwMode="auto">
            <a:xfrm>
              <a:off x="6550025" y="5238750"/>
              <a:ext cx="427037" cy="350838"/>
              <a:chOff x="2839" y="3501"/>
              <a:chExt cx="755" cy="803"/>
            </a:xfrm>
          </p:grpSpPr>
          <p:pic>
            <p:nvPicPr>
              <p:cNvPr id="30051" name="Picture 600" descr="desktop_computer_stylized_medium">
                <a:extLst>
                  <a:ext uri="{FF2B5EF4-FFF2-40B4-BE49-F238E27FC236}">
                    <a16:creationId xmlns:a16="http://schemas.microsoft.com/office/drawing/2014/main" id="{9CD4EBB1-1C71-D853-9B20-4ECE630887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052" name="Freeform 601">
                <a:extLst>
                  <a:ext uri="{FF2B5EF4-FFF2-40B4-BE49-F238E27FC236}">
                    <a16:creationId xmlns:a16="http://schemas.microsoft.com/office/drawing/2014/main" id="{5F382ED3-E501-15CE-264A-BF194CA4AC9B}"/>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29743" name="Picture 603" descr="car_icon_small">
              <a:extLst>
                <a:ext uri="{FF2B5EF4-FFF2-40B4-BE49-F238E27FC236}">
                  <a16:creationId xmlns:a16="http://schemas.microsoft.com/office/drawing/2014/main" id="{ADFC0ADF-E32E-2266-4125-9391723CB1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2063" y="1720850"/>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44" name="Group 652">
              <a:extLst>
                <a:ext uri="{FF2B5EF4-FFF2-40B4-BE49-F238E27FC236}">
                  <a16:creationId xmlns:a16="http://schemas.microsoft.com/office/drawing/2014/main" id="{945265BC-6A74-8571-32FB-41F09C146066}"/>
                </a:ext>
              </a:extLst>
            </p:cNvPr>
            <p:cNvGrpSpPr>
              <a:grpSpLocks/>
            </p:cNvGrpSpPr>
            <p:nvPr/>
          </p:nvGrpSpPr>
          <p:grpSpPr bwMode="auto">
            <a:xfrm>
              <a:off x="5613400" y="1546225"/>
              <a:ext cx="415925" cy="385763"/>
              <a:chOff x="2751" y="1851"/>
              <a:chExt cx="462" cy="478"/>
            </a:xfrm>
          </p:grpSpPr>
          <p:pic>
            <p:nvPicPr>
              <p:cNvPr id="30049" name="Picture 653" descr="iphone_stylized_small">
                <a:extLst>
                  <a:ext uri="{FF2B5EF4-FFF2-40B4-BE49-F238E27FC236}">
                    <a16:creationId xmlns:a16="http://schemas.microsoft.com/office/drawing/2014/main" id="{30FE76E2-3866-95FE-A405-79A6CC3E16D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050" name="Picture 654" descr="antenna_radiation_stylized">
                <a:extLst>
                  <a:ext uri="{FF2B5EF4-FFF2-40B4-BE49-F238E27FC236}">
                    <a16:creationId xmlns:a16="http://schemas.microsoft.com/office/drawing/2014/main" id="{71566944-4599-0DB2-B898-CE96F71AA5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45" name="Group 665">
              <a:extLst>
                <a:ext uri="{FF2B5EF4-FFF2-40B4-BE49-F238E27FC236}">
                  <a16:creationId xmlns:a16="http://schemas.microsoft.com/office/drawing/2014/main" id="{72574623-B3A4-CEE2-0426-A18562BF10A6}"/>
                </a:ext>
              </a:extLst>
            </p:cNvPr>
            <p:cNvGrpSpPr>
              <a:grpSpLocks/>
            </p:cNvGrpSpPr>
            <p:nvPr/>
          </p:nvGrpSpPr>
          <p:grpSpPr bwMode="auto">
            <a:xfrm>
              <a:off x="7689850" y="2395538"/>
              <a:ext cx="390525" cy="169863"/>
              <a:chOff x="4650" y="1129"/>
              <a:chExt cx="246" cy="95"/>
            </a:xfrm>
          </p:grpSpPr>
          <p:sp>
            <p:nvSpPr>
              <p:cNvPr id="30041" name="Oval 407">
                <a:extLst>
                  <a:ext uri="{FF2B5EF4-FFF2-40B4-BE49-F238E27FC236}">
                    <a16:creationId xmlns:a16="http://schemas.microsoft.com/office/drawing/2014/main" id="{13A6C105-1DB1-BBEA-A907-33D1116E56C0}"/>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42" name="Rectangle 410">
                <a:extLst>
                  <a:ext uri="{FF2B5EF4-FFF2-40B4-BE49-F238E27FC236}">
                    <a16:creationId xmlns:a16="http://schemas.microsoft.com/office/drawing/2014/main" id="{F3554B69-367C-A790-04C0-E0518F160941}"/>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43" name="Oval 411">
                <a:extLst>
                  <a:ext uri="{FF2B5EF4-FFF2-40B4-BE49-F238E27FC236}">
                    <a16:creationId xmlns:a16="http://schemas.microsoft.com/office/drawing/2014/main" id="{0A2FEE77-C204-BCC3-DFC8-47782574BCE7}"/>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0044" name="Group 659">
                <a:extLst>
                  <a:ext uri="{FF2B5EF4-FFF2-40B4-BE49-F238E27FC236}">
                    <a16:creationId xmlns:a16="http://schemas.microsoft.com/office/drawing/2014/main" id="{EBD3CA9B-2AB6-0D48-8ED4-D31A9695BD48}"/>
                  </a:ext>
                </a:extLst>
              </p:cNvPr>
              <p:cNvGrpSpPr>
                <a:grpSpLocks/>
              </p:cNvGrpSpPr>
              <p:nvPr/>
            </p:nvGrpSpPr>
            <p:grpSpPr bwMode="auto">
              <a:xfrm>
                <a:off x="4699" y="1145"/>
                <a:ext cx="138" cy="29"/>
                <a:chOff x="2468" y="1332"/>
                <a:chExt cx="310" cy="60"/>
              </a:xfrm>
            </p:grpSpPr>
            <p:sp>
              <p:nvSpPr>
                <p:cNvPr id="30047" name="Freeform 660">
                  <a:extLst>
                    <a:ext uri="{FF2B5EF4-FFF2-40B4-BE49-F238E27FC236}">
                      <a16:creationId xmlns:a16="http://schemas.microsoft.com/office/drawing/2014/main" id="{89DC0B06-75D6-49F2-0337-9C06E432AA1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48" name="Freeform 661">
                  <a:extLst>
                    <a:ext uri="{FF2B5EF4-FFF2-40B4-BE49-F238E27FC236}">
                      <a16:creationId xmlns:a16="http://schemas.microsoft.com/office/drawing/2014/main" id="{CA54B442-D317-6BEA-DFEE-9D3EDD7FD57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0045" name="Line 662">
                <a:extLst>
                  <a:ext uri="{FF2B5EF4-FFF2-40B4-BE49-F238E27FC236}">
                    <a16:creationId xmlns:a16="http://schemas.microsoft.com/office/drawing/2014/main" id="{6932DE6C-8949-49CF-4801-31D8770226EB}"/>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46" name="Line 663">
                <a:extLst>
                  <a:ext uri="{FF2B5EF4-FFF2-40B4-BE49-F238E27FC236}">
                    <a16:creationId xmlns:a16="http://schemas.microsoft.com/office/drawing/2014/main" id="{12674774-B01B-F959-4C2D-15B63CCBEF16}"/>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46" name="Group 666">
              <a:extLst>
                <a:ext uri="{FF2B5EF4-FFF2-40B4-BE49-F238E27FC236}">
                  <a16:creationId xmlns:a16="http://schemas.microsoft.com/office/drawing/2014/main" id="{EB2DF96A-B22F-2473-8408-6D350748D7A3}"/>
                </a:ext>
              </a:extLst>
            </p:cNvPr>
            <p:cNvGrpSpPr>
              <a:grpSpLocks/>
            </p:cNvGrpSpPr>
            <p:nvPr/>
          </p:nvGrpSpPr>
          <p:grpSpPr bwMode="auto">
            <a:xfrm>
              <a:off x="7762875" y="2757488"/>
              <a:ext cx="390525" cy="176213"/>
              <a:chOff x="4650" y="1129"/>
              <a:chExt cx="246" cy="95"/>
            </a:xfrm>
          </p:grpSpPr>
          <p:sp>
            <p:nvSpPr>
              <p:cNvPr id="30033" name="Oval 407">
                <a:extLst>
                  <a:ext uri="{FF2B5EF4-FFF2-40B4-BE49-F238E27FC236}">
                    <a16:creationId xmlns:a16="http://schemas.microsoft.com/office/drawing/2014/main" id="{CBC85FF9-3BB4-51A1-5C83-CC97854798E8}"/>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34" name="Rectangle 410">
                <a:extLst>
                  <a:ext uri="{FF2B5EF4-FFF2-40B4-BE49-F238E27FC236}">
                    <a16:creationId xmlns:a16="http://schemas.microsoft.com/office/drawing/2014/main" id="{E326DE31-726B-C7B0-B27C-7996CEA5B38C}"/>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35" name="Oval 411">
                <a:extLst>
                  <a:ext uri="{FF2B5EF4-FFF2-40B4-BE49-F238E27FC236}">
                    <a16:creationId xmlns:a16="http://schemas.microsoft.com/office/drawing/2014/main" id="{933F3694-53EA-7CD5-2208-E232BD71BAFE}"/>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0036" name="Group 670">
                <a:extLst>
                  <a:ext uri="{FF2B5EF4-FFF2-40B4-BE49-F238E27FC236}">
                    <a16:creationId xmlns:a16="http://schemas.microsoft.com/office/drawing/2014/main" id="{46A2A2D4-7ECD-B73B-D81C-FB09B0A31845}"/>
                  </a:ext>
                </a:extLst>
              </p:cNvPr>
              <p:cNvGrpSpPr>
                <a:grpSpLocks/>
              </p:cNvGrpSpPr>
              <p:nvPr/>
            </p:nvGrpSpPr>
            <p:grpSpPr bwMode="auto">
              <a:xfrm>
                <a:off x="4699" y="1145"/>
                <a:ext cx="138" cy="29"/>
                <a:chOff x="2468" y="1332"/>
                <a:chExt cx="310" cy="60"/>
              </a:xfrm>
            </p:grpSpPr>
            <p:sp>
              <p:nvSpPr>
                <p:cNvPr id="30039" name="Freeform 671">
                  <a:extLst>
                    <a:ext uri="{FF2B5EF4-FFF2-40B4-BE49-F238E27FC236}">
                      <a16:creationId xmlns:a16="http://schemas.microsoft.com/office/drawing/2014/main" id="{79FCD164-40DC-58C6-F87F-3049AF53997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40" name="Freeform 672">
                  <a:extLst>
                    <a:ext uri="{FF2B5EF4-FFF2-40B4-BE49-F238E27FC236}">
                      <a16:creationId xmlns:a16="http://schemas.microsoft.com/office/drawing/2014/main" id="{F85A9B18-7957-650E-4AC8-A937C2A173E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0037" name="Line 673">
                <a:extLst>
                  <a:ext uri="{FF2B5EF4-FFF2-40B4-BE49-F238E27FC236}">
                    <a16:creationId xmlns:a16="http://schemas.microsoft.com/office/drawing/2014/main" id="{3D726EDF-6D0F-1794-301E-6030B589686D}"/>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38" name="Line 674">
                <a:extLst>
                  <a:ext uri="{FF2B5EF4-FFF2-40B4-BE49-F238E27FC236}">
                    <a16:creationId xmlns:a16="http://schemas.microsoft.com/office/drawing/2014/main" id="{2EB91E7E-05C5-7B72-74D5-BE2171A577B2}"/>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47" name="Group 675">
              <a:extLst>
                <a:ext uri="{FF2B5EF4-FFF2-40B4-BE49-F238E27FC236}">
                  <a16:creationId xmlns:a16="http://schemas.microsoft.com/office/drawing/2014/main" id="{0837DFA5-9710-F6B7-DD89-783E616E6BA1}"/>
                </a:ext>
              </a:extLst>
            </p:cNvPr>
            <p:cNvGrpSpPr>
              <a:grpSpLocks/>
            </p:cNvGrpSpPr>
            <p:nvPr/>
          </p:nvGrpSpPr>
          <p:grpSpPr bwMode="auto">
            <a:xfrm>
              <a:off x="7204075" y="2493963"/>
              <a:ext cx="390525" cy="169863"/>
              <a:chOff x="4650" y="1129"/>
              <a:chExt cx="246" cy="95"/>
            </a:xfrm>
          </p:grpSpPr>
          <p:sp>
            <p:nvSpPr>
              <p:cNvPr id="30025" name="Oval 407">
                <a:extLst>
                  <a:ext uri="{FF2B5EF4-FFF2-40B4-BE49-F238E27FC236}">
                    <a16:creationId xmlns:a16="http://schemas.microsoft.com/office/drawing/2014/main" id="{78DEF4C4-D2B1-5FB4-D74C-4C3FD23C0EB0}"/>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26" name="Rectangle 410">
                <a:extLst>
                  <a:ext uri="{FF2B5EF4-FFF2-40B4-BE49-F238E27FC236}">
                    <a16:creationId xmlns:a16="http://schemas.microsoft.com/office/drawing/2014/main" id="{24F1E759-892A-CE25-706F-18C2F98EC900}"/>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27" name="Oval 411">
                <a:extLst>
                  <a:ext uri="{FF2B5EF4-FFF2-40B4-BE49-F238E27FC236}">
                    <a16:creationId xmlns:a16="http://schemas.microsoft.com/office/drawing/2014/main" id="{A55531A1-C8AC-5378-6104-58091541A8BC}"/>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0028" name="Group 679">
                <a:extLst>
                  <a:ext uri="{FF2B5EF4-FFF2-40B4-BE49-F238E27FC236}">
                    <a16:creationId xmlns:a16="http://schemas.microsoft.com/office/drawing/2014/main" id="{ED11B40C-4048-D643-693C-88C5A14209DE}"/>
                  </a:ext>
                </a:extLst>
              </p:cNvPr>
              <p:cNvGrpSpPr>
                <a:grpSpLocks/>
              </p:cNvGrpSpPr>
              <p:nvPr/>
            </p:nvGrpSpPr>
            <p:grpSpPr bwMode="auto">
              <a:xfrm>
                <a:off x="4699" y="1145"/>
                <a:ext cx="138" cy="29"/>
                <a:chOff x="2468" y="1332"/>
                <a:chExt cx="310" cy="60"/>
              </a:xfrm>
            </p:grpSpPr>
            <p:sp>
              <p:nvSpPr>
                <p:cNvPr id="30031" name="Freeform 680">
                  <a:extLst>
                    <a:ext uri="{FF2B5EF4-FFF2-40B4-BE49-F238E27FC236}">
                      <a16:creationId xmlns:a16="http://schemas.microsoft.com/office/drawing/2014/main" id="{83E045D3-B18B-F8E0-394B-E612056FD8C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32" name="Freeform 681">
                  <a:extLst>
                    <a:ext uri="{FF2B5EF4-FFF2-40B4-BE49-F238E27FC236}">
                      <a16:creationId xmlns:a16="http://schemas.microsoft.com/office/drawing/2014/main" id="{4C1CBA46-7412-E8A9-62EF-D8058E957AB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0029" name="Line 682">
                <a:extLst>
                  <a:ext uri="{FF2B5EF4-FFF2-40B4-BE49-F238E27FC236}">
                    <a16:creationId xmlns:a16="http://schemas.microsoft.com/office/drawing/2014/main" id="{9467223C-0564-FFB0-9FDD-D4EA31FACFDB}"/>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30" name="Line 683">
                <a:extLst>
                  <a:ext uri="{FF2B5EF4-FFF2-40B4-BE49-F238E27FC236}">
                    <a16:creationId xmlns:a16="http://schemas.microsoft.com/office/drawing/2014/main" id="{8BDDC872-0F73-81F9-442A-1D138AD4C030}"/>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48" name="Group 684">
              <a:extLst>
                <a:ext uri="{FF2B5EF4-FFF2-40B4-BE49-F238E27FC236}">
                  <a16:creationId xmlns:a16="http://schemas.microsoft.com/office/drawing/2014/main" id="{AA30C1EC-1A1B-4F0A-D9BC-4C38700C491B}"/>
                </a:ext>
              </a:extLst>
            </p:cNvPr>
            <p:cNvGrpSpPr>
              <a:grpSpLocks/>
            </p:cNvGrpSpPr>
            <p:nvPr/>
          </p:nvGrpSpPr>
          <p:grpSpPr bwMode="auto">
            <a:xfrm>
              <a:off x="7215188" y="2757488"/>
              <a:ext cx="390525" cy="169863"/>
              <a:chOff x="4650" y="1129"/>
              <a:chExt cx="246" cy="95"/>
            </a:xfrm>
          </p:grpSpPr>
          <p:sp>
            <p:nvSpPr>
              <p:cNvPr id="30017" name="Oval 407">
                <a:extLst>
                  <a:ext uri="{FF2B5EF4-FFF2-40B4-BE49-F238E27FC236}">
                    <a16:creationId xmlns:a16="http://schemas.microsoft.com/office/drawing/2014/main" id="{B0387183-6BB7-9813-4686-35AD2F1C884C}"/>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18" name="Rectangle 410">
                <a:extLst>
                  <a:ext uri="{FF2B5EF4-FFF2-40B4-BE49-F238E27FC236}">
                    <a16:creationId xmlns:a16="http://schemas.microsoft.com/office/drawing/2014/main" id="{55778072-EB65-9B96-6ED0-1A7C4C33B77B}"/>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19" name="Oval 411">
                <a:extLst>
                  <a:ext uri="{FF2B5EF4-FFF2-40B4-BE49-F238E27FC236}">
                    <a16:creationId xmlns:a16="http://schemas.microsoft.com/office/drawing/2014/main" id="{FDF9C52D-EEB3-95B1-E2BA-AE79779EB1F7}"/>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0020" name="Group 688">
                <a:extLst>
                  <a:ext uri="{FF2B5EF4-FFF2-40B4-BE49-F238E27FC236}">
                    <a16:creationId xmlns:a16="http://schemas.microsoft.com/office/drawing/2014/main" id="{A43FF0F6-3A56-7C26-60EF-617D3408254D}"/>
                  </a:ext>
                </a:extLst>
              </p:cNvPr>
              <p:cNvGrpSpPr>
                <a:grpSpLocks/>
              </p:cNvGrpSpPr>
              <p:nvPr/>
            </p:nvGrpSpPr>
            <p:grpSpPr bwMode="auto">
              <a:xfrm>
                <a:off x="4699" y="1145"/>
                <a:ext cx="138" cy="29"/>
                <a:chOff x="2468" y="1332"/>
                <a:chExt cx="310" cy="60"/>
              </a:xfrm>
            </p:grpSpPr>
            <p:sp>
              <p:nvSpPr>
                <p:cNvPr id="30023" name="Freeform 689">
                  <a:extLst>
                    <a:ext uri="{FF2B5EF4-FFF2-40B4-BE49-F238E27FC236}">
                      <a16:creationId xmlns:a16="http://schemas.microsoft.com/office/drawing/2014/main" id="{B91A57B8-A1AA-D5FA-B625-841674E493C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24" name="Freeform 690">
                  <a:extLst>
                    <a:ext uri="{FF2B5EF4-FFF2-40B4-BE49-F238E27FC236}">
                      <a16:creationId xmlns:a16="http://schemas.microsoft.com/office/drawing/2014/main" id="{5EBA1518-7AC7-CDEE-4D08-B29B4170638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0021" name="Line 691">
                <a:extLst>
                  <a:ext uri="{FF2B5EF4-FFF2-40B4-BE49-F238E27FC236}">
                    <a16:creationId xmlns:a16="http://schemas.microsoft.com/office/drawing/2014/main" id="{2496DDF9-B894-1A29-8C7D-148C8E0728DD}"/>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22" name="Line 692">
                <a:extLst>
                  <a:ext uri="{FF2B5EF4-FFF2-40B4-BE49-F238E27FC236}">
                    <a16:creationId xmlns:a16="http://schemas.microsoft.com/office/drawing/2014/main" id="{B732740B-F8FD-ED45-1F96-5B55B78A504A}"/>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749" name="Line 693">
              <a:extLst>
                <a:ext uri="{FF2B5EF4-FFF2-40B4-BE49-F238E27FC236}">
                  <a16:creationId xmlns:a16="http://schemas.microsoft.com/office/drawing/2014/main" id="{C322B26A-7829-0C0A-7C2A-746AED4F69C3}"/>
                </a:ext>
              </a:extLst>
            </p:cNvPr>
            <p:cNvSpPr>
              <a:spLocks noChangeShapeType="1"/>
            </p:cNvSpPr>
            <p:nvPr/>
          </p:nvSpPr>
          <p:spPr bwMode="auto">
            <a:xfrm>
              <a:off x="8345488" y="2855913"/>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29750" name="Group 694">
              <a:extLst>
                <a:ext uri="{FF2B5EF4-FFF2-40B4-BE49-F238E27FC236}">
                  <a16:creationId xmlns:a16="http://schemas.microsoft.com/office/drawing/2014/main" id="{E56FBE1D-F54F-850E-C8A5-511E33F92C13}"/>
                </a:ext>
              </a:extLst>
            </p:cNvPr>
            <p:cNvGrpSpPr>
              <a:grpSpLocks/>
            </p:cNvGrpSpPr>
            <p:nvPr/>
          </p:nvGrpSpPr>
          <p:grpSpPr bwMode="auto">
            <a:xfrm>
              <a:off x="7400925" y="3911600"/>
              <a:ext cx="485775" cy="203200"/>
              <a:chOff x="4650" y="1129"/>
              <a:chExt cx="246" cy="95"/>
            </a:xfrm>
          </p:grpSpPr>
          <p:sp>
            <p:nvSpPr>
              <p:cNvPr id="30009" name="Oval 407">
                <a:extLst>
                  <a:ext uri="{FF2B5EF4-FFF2-40B4-BE49-F238E27FC236}">
                    <a16:creationId xmlns:a16="http://schemas.microsoft.com/office/drawing/2014/main" id="{65D04DEF-DD1B-F5BC-774D-ADF7D6E53F6D}"/>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10" name="Rectangle 410">
                <a:extLst>
                  <a:ext uri="{FF2B5EF4-FFF2-40B4-BE49-F238E27FC236}">
                    <a16:creationId xmlns:a16="http://schemas.microsoft.com/office/drawing/2014/main" id="{8BB3F8A8-B5FF-60DD-75C1-6E8E010016BA}"/>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11" name="Oval 411">
                <a:extLst>
                  <a:ext uri="{FF2B5EF4-FFF2-40B4-BE49-F238E27FC236}">
                    <a16:creationId xmlns:a16="http://schemas.microsoft.com/office/drawing/2014/main" id="{373C2F75-9DA4-BC97-01CC-0290A4F09FB6}"/>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0012" name="Group 698">
                <a:extLst>
                  <a:ext uri="{FF2B5EF4-FFF2-40B4-BE49-F238E27FC236}">
                    <a16:creationId xmlns:a16="http://schemas.microsoft.com/office/drawing/2014/main" id="{0A983A4A-3118-C0AB-1C9C-A29679C3CD83}"/>
                  </a:ext>
                </a:extLst>
              </p:cNvPr>
              <p:cNvGrpSpPr>
                <a:grpSpLocks/>
              </p:cNvGrpSpPr>
              <p:nvPr/>
            </p:nvGrpSpPr>
            <p:grpSpPr bwMode="auto">
              <a:xfrm>
                <a:off x="4699" y="1145"/>
                <a:ext cx="138" cy="29"/>
                <a:chOff x="2468" y="1332"/>
                <a:chExt cx="310" cy="60"/>
              </a:xfrm>
            </p:grpSpPr>
            <p:sp>
              <p:nvSpPr>
                <p:cNvPr id="30015" name="Freeform 699">
                  <a:extLst>
                    <a:ext uri="{FF2B5EF4-FFF2-40B4-BE49-F238E27FC236}">
                      <a16:creationId xmlns:a16="http://schemas.microsoft.com/office/drawing/2014/main" id="{A12FF477-C965-A86F-2C6B-5D152EE5723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16" name="Freeform 700">
                  <a:extLst>
                    <a:ext uri="{FF2B5EF4-FFF2-40B4-BE49-F238E27FC236}">
                      <a16:creationId xmlns:a16="http://schemas.microsoft.com/office/drawing/2014/main" id="{7213F0A5-0274-4B68-20C9-413E6E5F8D9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0013" name="Line 701">
                <a:extLst>
                  <a:ext uri="{FF2B5EF4-FFF2-40B4-BE49-F238E27FC236}">
                    <a16:creationId xmlns:a16="http://schemas.microsoft.com/office/drawing/2014/main" id="{07D6D689-B1DB-6AAA-03CB-9C55D9FB10C1}"/>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14" name="Line 702">
                <a:extLst>
                  <a:ext uri="{FF2B5EF4-FFF2-40B4-BE49-F238E27FC236}">
                    <a16:creationId xmlns:a16="http://schemas.microsoft.com/office/drawing/2014/main" id="{EC0ED3F1-0B5A-A4B3-AA38-CF772A0844D1}"/>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51" name="Group 712">
              <a:extLst>
                <a:ext uri="{FF2B5EF4-FFF2-40B4-BE49-F238E27FC236}">
                  <a16:creationId xmlns:a16="http://schemas.microsoft.com/office/drawing/2014/main" id="{8F737E73-271C-55CD-AE39-74FAD40501A6}"/>
                </a:ext>
              </a:extLst>
            </p:cNvPr>
            <p:cNvGrpSpPr>
              <a:grpSpLocks/>
            </p:cNvGrpSpPr>
            <p:nvPr/>
          </p:nvGrpSpPr>
          <p:grpSpPr bwMode="auto">
            <a:xfrm>
              <a:off x="7081838" y="3630613"/>
              <a:ext cx="485775" cy="203200"/>
              <a:chOff x="4650" y="1129"/>
              <a:chExt cx="246" cy="95"/>
            </a:xfrm>
          </p:grpSpPr>
          <p:sp>
            <p:nvSpPr>
              <p:cNvPr id="30001" name="Oval 407">
                <a:extLst>
                  <a:ext uri="{FF2B5EF4-FFF2-40B4-BE49-F238E27FC236}">
                    <a16:creationId xmlns:a16="http://schemas.microsoft.com/office/drawing/2014/main" id="{C29DBCA8-6532-5A42-2E8B-F6BBDAFCD5D9}"/>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02" name="Rectangle 410">
                <a:extLst>
                  <a:ext uri="{FF2B5EF4-FFF2-40B4-BE49-F238E27FC236}">
                    <a16:creationId xmlns:a16="http://schemas.microsoft.com/office/drawing/2014/main" id="{6F02A791-A70B-160E-4172-76D0BEE9990A}"/>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0003" name="Oval 411">
                <a:extLst>
                  <a:ext uri="{FF2B5EF4-FFF2-40B4-BE49-F238E27FC236}">
                    <a16:creationId xmlns:a16="http://schemas.microsoft.com/office/drawing/2014/main" id="{F2F86DB6-D521-5931-4CFB-46E853E8C0AF}"/>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0004" name="Group 716">
                <a:extLst>
                  <a:ext uri="{FF2B5EF4-FFF2-40B4-BE49-F238E27FC236}">
                    <a16:creationId xmlns:a16="http://schemas.microsoft.com/office/drawing/2014/main" id="{3567C619-3242-8CDD-464A-ACC975BAF802}"/>
                  </a:ext>
                </a:extLst>
              </p:cNvPr>
              <p:cNvGrpSpPr>
                <a:grpSpLocks/>
              </p:cNvGrpSpPr>
              <p:nvPr/>
            </p:nvGrpSpPr>
            <p:grpSpPr bwMode="auto">
              <a:xfrm>
                <a:off x="4699" y="1145"/>
                <a:ext cx="138" cy="29"/>
                <a:chOff x="2468" y="1332"/>
                <a:chExt cx="310" cy="60"/>
              </a:xfrm>
            </p:grpSpPr>
            <p:sp>
              <p:nvSpPr>
                <p:cNvPr id="30007" name="Freeform 717">
                  <a:extLst>
                    <a:ext uri="{FF2B5EF4-FFF2-40B4-BE49-F238E27FC236}">
                      <a16:creationId xmlns:a16="http://schemas.microsoft.com/office/drawing/2014/main" id="{0BFA1504-D325-25E5-053E-EC07D478C44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08" name="Freeform 718">
                  <a:extLst>
                    <a:ext uri="{FF2B5EF4-FFF2-40B4-BE49-F238E27FC236}">
                      <a16:creationId xmlns:a16="http://schemas.microsoft.com/office/drawing/2014/main" id="{9E07E69F-412D-9A34-2DF5-491AD998454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0005" name="Line 719">
                <a:extLst>
                  <a:ext uri="{FF2B5EF4-FFF2-40B4-BE49-F238E27FC236}">
                    <a16:creationId xmlns:a16="http://schemas.microsoft.com/office/drawing/2014/main" id="{AFA04544-BF86-0DA2-798F-BC08573611AA}"/>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06" name="Line 720">
                <a:extLst>
                  <a:ext uri="{FF2B5EF4-FFF2-40B4-BE49-F238E27FC236}">
                    <a16:creationId xmlns:a16="http://schemas.microsoft.com/office/drawing/2014/main" id="{16CF07CB-86D2-ADE0-9F82-D76C1ED8C359}"/>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52" name="Group 721">
              <a:extLst>
                <a:ext uri="{FF2B5EF4-FFF2-40B4-BE49-F238E27FC236}">
                  <a16:creationId xmlns:a16="http://schemas.microsoft.com/office/drawing/2014/main" id="{9285B32C-0FA0-0AB7-F125-D7FA548375D4}"/>
                </a:ext>
              </a:extLst>
            </p:cNvPr>
            <p:cNvGrpSpPr>
              <a:grpSpLocks/>
            </p:cNvGrpSpPr>
            <p:nvPr/>
          </p:nvGrpSpPr>
          <p:grpSpPr bwMode="auto">
            <a:xfrm>
              <a:off x="7743825" y="3643313"/>
              <a:ext cx="485775" cy="203200"/>
              <a:chOff x="4650" y="1129"/>
              <a:chExt cx="246" cy="95"/>
            </a:xfrm>
          </p:grpSpPr>
          <p:sp>
            <p:nvSpPr>
              <p:cNvPr id="29993" name="Oval 407">
                <a:extLst>
                  <a:ext uri="{FF2B5EF4-FFF2-40B4-BE49-F238E27FC236}">
                    <a16:creationId xmlns:a16="http://schemas.microsoft.com/office/drawing/2014/main" id="{1946A4F6-1116-2388-C200-D5038D363455}"/>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94" name="Rectangle 410">
                <a:extLst>
                  <a:ext uri="{FF2B5EF4-FFF2-40B4-BE49-F238E27FC236}">
                    <a16:creationId xmlns:a16="http://schemas.microsoft.com/office/drawing/2014/main" id="{A6C3A940-CB17-A214-9D0C-5A53D6C7C2CF}"/>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95" name="Oval 411">
                <a:extLst>
                  <a:ext uri="{FF2B5EF4-FFF2-40B4-BE49-F238E27FC236}">
                    <a16:creationId xmlns:a16="http://schemas.microsoft.com/office/drawing/2014/main" id="{5ECCA27C-CACF-6FC7-F7E4-7C0C0FF54901}"/>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29996" name="Group 725">
                <a:extLst>
                  <a:ext uri="{FF2B5EF4-FFF2-40B4-BE49-F238E27FC236}">
                    <a16:creationId xmlns:a16="http://schemas.microsoft.com/office/drawing/2014/main" id="{5E0A1081-1F5D-9917-C419-152B807838A8}"/>
                  </a:ext>
                </a:extLst>
              </p:cNvPr>
              <p:cNvGrpSpPr>
                <a:grpSpLocks/>
              </p:cNvGrpSpPr>
              <p:nvPr/>
            </p:nvGrpSpPr>
            <p:grpSpPr bwMode="auto">
              <a:xfrm>
                <a:off x="4699" y="1145"/>
                <a:ext cx="138" cy="29"/>
                <a:chOff x="2468" y="1332"/>
                <a:chExt cx="310" cy="60"/>
              </a:xfrm>
            </p:grpSpPr>
            <p:sp>
              <p:nvSpPr>
                <p:cNvPr id="29999" name="Freeform 726">
                  <a:extLst>
                    <a:ext uri="{FF2B5EF4-FFF2-40B4-BE49-F238E27FC236}">
                      <a16:creationId xmlns:a16="http://schemas.microsoft.com/office/drawing/2014/main" id="{A137B3F0-5566-9D91-A62E-F47AF46B585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0000" name="Freeform 727">
                  <a:extLst>
                    <a:ext uri="{FF2B5EF4-FFF2-40B4-BE49-F238E27FC236}">
                      <a16:creationId xmlns:a16="http://schemas.microsoft.com/office/drawing/2014/main" id="{EF4F134E-AAC2-2D77-7A2B-DE338285CBD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997" name="Line 728">
                <a:extLst>
                  <a:ext uri="{FF2B5EF4-FFF2-40B4-BE49-F238E27FC236}">
                    <a16:creationId xmlns:a16="http://schemas.microsoft.com/office/drawing/2014/main" id="{8F12F1F9-A680-6C26-1650-76899DB0B5D8}"/>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98" name="Line 729">
                <a:extLst>
                  <a:ext uri="{FF2B5EF4-FFF2-40B4-BE49-F238E27FC236}">
                    <a16:creationId xmlns:a16="http://schemas.microsoft.com/office/drawing/2014/main" id="{61AD0B47-4A58-63E6-A65A-ED2BDBA5E278}"/>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53" name="Group 730">
              <a:extLst>
                <a:ext uri="{FF2B5EF4-FFF2-40B4-BE49-F238E27FC236}">
                  <a16:creationId xmlns:a16="http://schemas.microsoft.com/office/drawing/2014/main" id="{4ECE5A6D-1EE0-311F-BA9F-B2DD6AD3814B}"/>
                </a:ext>
              </a:extLst>
            </p:cNvPr>
            <p:cNvGrpSpPr>
              <a:grpSpLocks/>
            </p:cNvGrpSpPr>
            <p:nvPr/>
          </p:nvGrpSpPr>
          <p:grpSpPr bwMode="auto">
            <a:xfrm>
              <a:off x="6962775" y="4505325"/>
              <a:ext cx="619125" cy="242888"/>
              <a:chOff x="4650" y="1129"/>
              <a:chExt cx="246" cy="95"/>
            </a:xfrm>
          </p:grpSpPr>
          <p:sp>
            <p:nvSpPr>
              <p:cNvPr id="29985" name="Oval 407">
                <a:extLst>
                  <a:ext uri="{FF2B5EF4-FFF2-40B4-BE49-F238E27FC236}">
                    <a16:creationId xmlns:a16="http://schemas.microsoft.com/office/drawing/2014/main" id="{0B590F69-DE7B-04F6-5E8A-408118E501BE}"/>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86" name="Rectangle 410">
                <a:extLst>
                  <a:ext uri="{FF2B5EF4-FFF2-40B4-BE49-F238E27FC236}">
                    <a16:creationId xmlns:a16="http://schemas.microsoft.com/office/drawing/2014/main" id="{11C0BC71-10A5-32CB-799F-95F04F9353A6}"/>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87" name="Oval 411">
                <a:extLst>
                  <a:ext uri="{FF2B5EF4-FFF2-40B4-BE49-F238E27FC236}">
                    <a16:creationId xmlns:a16="http://schemas.microsoft.com/office/drawing/2014/main" id="{4B3BB41D-0570-3CA5-41F8-CF659B657E7C}"/>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29988" name="Group 734">
                <a:extLst>
                  <a:ext uri="{FF2B5EF4-FFF2-40B4-BE49-F238E27FC236}">
                    <a16:creationId xmlns:a16="http://schemas.microsoft.com/office/drawing/2014/main" id="{BC8E17B7-250E-B63D-176D-8DA2D0B98AFA}"/>
                  </a:ext>
                </a:extLst>
              </p:cNvPr>
              <p:cNvGrpSpPr>
                <a:grpSpLocks/>
              </p:cNvGrpSpPr>
              <p:nvPr/>
            </p:nvGrpSpPr>
            <p:grpSpPr bwMode="auto">
              <a:xfrm>
                <a:off x="4699" y="1145"/>
                <a:ext cx="138" cy="29"/>
                <a:chOff x="2468" y="1332"/>
                <a:chExt cx="310" cy="60"/>
              </a:xfrm>
            </p:grpSpPr>
            <p:sp>
              <p:nvSpPr>
                <p:cNvPr id="29991" name="Freeform 735">
                  <a:extLst>
                    <a:ext uri="{FF2B5EF4-FFF2-40B4-BE49-F238E27FC236}">
                      <a16:creationId xmlns:a16="http://schemas.microsoft.com/office/drawing/2014/main" id="{2381498D-0781-55A3-E020-B3AAEF9C695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92" name="Freeform 736">
                  <a:extLst>
                    <a:ext uri="{FF2B5EF4-FFF2-40B4-BE49-F238E27FC236}">
                      <a16:creationId xmlns:a16="http://schemas.microsoft.com/office/drawing/2014/main" id="{0CCD1EF5-227C-28EE-18E2-5DE5BA4EDA6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989" name="Line 737">
                <a:extLst>
                  <a:ext uri="{FF2B5EF4-FFF2-40B4-BE49-F238E27FC236}">
                    <a16:creationId xmlns:a16="http://schemas.microsoft.com/office/drawing/2014/main" id="{26DD8A76-0F31-BB29-8437-91D2EE56E515}"/>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90" name="Line 738">
                <a:extLst>
                  <a:ext uri="{FF2B5EF4-FFF2-40B4-BE49-F238E27FC236}">
                    <a16:creationId xmlns:a16="http://schemas.microsoft.com/office/drawing/2014/main" id="{F413EE4F-7984-FC69-8112-136CD0D2E14D}"/>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54" name="Group 739">
              <a:extLst>
                <a:ext uri="{FF2B5EF4-FFF2-40B4-BE49-F238E27FC236}">
                  <a16:creationId xmlns:a16="http://schemas.microsoft.com/office/drawing/2014/main" id="{3327ED27-BF9A-97A2-65AF-DB0ECA0EF6AF}"/>
                </a:ext>
              </a:extLst>
            </p:cNvPr>
            <p:cNvGrpSpPr>
              <a:grpSpLocks/>
            </p:cNvGrpSpPr>
            <p:nvPr/>
          </p:nvGrpSpPr>
          <p:grpSpPr bwMode="auto">
            <a:xfrm>
              <a:off x="7596188" y="4803775"/>
              <a:ext cx="619125" cy="242888"/>
              <a:chOff x="4650" y="1129"/>
              <a:chExt cx="246" cy="95"/>
            </a:xfrm>
          </p:grpSpPr>
          <p:sp>
            <p:nvSpPr>
              <p:cNvPr id="29977" name="Oval 407">
                <a:extLst>
                  <a:ext uri="{FF2B5EF4-FFF2-40B4-BE49-F238E27FC236}">
                    <a16:creationId xmlns:a16="http://schemas.microsoft.com/office/drawing/2014/main" id="{8530CB5D-1E11-3B5A-ED67-8BCDF012E8CD}"/>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78" name="Rectangle 410">
                <a:extLst>
                  <a:ext uri="{FF2B5EF4-FFF2-40B4-BE49-F238E27FC236}">
                    <a16:creationId xmlns:a16="http://schemas.microsoft.com/office/drawing/2014/main" id="{C1BEEA7B-2460-8D73-655C-8EC2DCF8491B}"/>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79" name="Oval 411">
                <a:extLst>
                  <a:ext uri="{FF2B5EF4-FFF2-40B4-BE49-F238E27FC236}">
                    <a16:creationId xmlns:a16="http://schemas.microsoft.com/office/drawing/2014/main" id="{E3E1F07A-0A24-D26A-1AD3-B2487BF4D525}"/>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29980" name="Group 743">
                <a:extLst>
                  <a:ext uri="{FF2B5EF4-FFF2-40B4-BE49-F238E27FC236}">
                    <a16:creationId xmlns:a16="http://schemas.microsoft.com/office/drawing/2014/main" id="{C1830A46-E57A-A872-C23D-D7540F4DCF98}"/>
                  </a:ext>
                </a:extLst>
              </p:cNvPr>
              <p:cNvGrpSpPr>
                <a:grpSpLocks/>
              </p:cNvGrpSpPr>
              <p:nvPr/>
            </p:nvGrpSpPr>
            <p:grpSpPr bwMode="auto">
              <a:xfrm>
                <a:off x="4699" y="1145"/>
                <a:ext cx="138" cy="29"/>
                <a:chOff x="2468" y="1332"/>
                <a:chExt cx="310" cy="60"/>
              </a:xfrm>
            </p:grpSpPr>
            <p:sp>
              <p:nvSpPr>
                <p:cNvPr id="29983" name="Freeform 744">
                  <a:extLst>
                    <a:ext uri="{FF2B5EF4-FFF2-40B4-BE49-F238E27FC236}">
                      <a16:creationId xmlns:a16="http://schemas.microsoft.com/office/drawing/2014/main" id="{2E5AD09D-D255-91D4-FAF1-E2EECD4F1B8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84" name="Freeform 745">
                  <a:extLst>
                    <a:ext uri="{FF2B5EF4-FFF2-40B4-BE49-F238E27FC236}">
                      <a16:creationId xmlns:a16="http://schemas.microsoft.com/office/drawing/2014/main" id="{F7633227-240D-65FD-F40C-5B24BBE9378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981" name="Line 746">
                <a:extLst>
                  <a:ext uri="{FF2B5EF4-FFF2-40B4-BE49-F238E27FC236}">
                    <a16:creationId xmlns:a16="http://schemas.microsoft.com/office/drawing/2014/main" id="{8A3D8093-9ED1-E89F-1B18-A0C72DAB8E0B}"/>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82" name="Line 747">
                <a:extLst>
                  <a:ext uri="{FF2B5EF4-FFF2-40B4-BE49-F238E27FC236}">
                    <a16:creationId xmlns:a16="http://schemas.microsoft.com/office/drawing/2014/main" id="{B2F91F40-DEAE-83F3-0FC1-BBC60620B41A}"/>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55" name="Group 748">
              <a:extLst>
                <a:ext uri="{FF2B5EF4-FFF2-40B4-BE49-F238E27FC236}">
                  <a16:creationId xmlns:a16="http://schemas.microsoft.com/office/drawing/2014/main" id="{E1701E8D-F7C1-0B7F-6431-3160C08F5104}"/>
                </a:ext>
              </a:extLst>
            </p:cNvPr>
            <p:cNvGrpSpPr>
              <a:grpSpLocks/>
            </p:cNvGrpSpPr>
            <p:nvPr/>
          </p:nvGrpSpPr>
          <p:grpSpPr bwMode="auto">
            <a:xfrm>
              <a:off x="6246813" y="4848225"/>
              <a:ext cx="619125" cy="242888"/>
              <a:chOff x="4650" y="1129"/>
              <a:chExt cx="246" cy="95"/>
            </a:xfrm>
          </p:grpSpPr>
          <p:sp>
            <p:nvSpPr>
              <p:cNvPr id="29969" name="Oval 407">
                <a:extLst>
                  <a:ext uri="{FF2B5EF4-FFF2-40B4-BE49-F238E27FC236}">
                    <a16:creationId xmlns:a16="http://schemas.microsoft.com/office/drawing/2014/main" id="{24027EE6-F994-D7AE-3A1B-2BDCF2ED92EE}"/>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70" name="Rectangle 410">
                <a:extLst>
                  <a:ext uri="{FF2B5EF4-FFF2-40B4-BE49-F238E27FC236}">
                    <a16:creationId xmlns:a16="http://schemas.microsoft.com/office/drawing/2014/main" id="{EF15722F-114D-1AEB-D2A8-994C9C74AD91}"/>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71" name="Oval 411">
                <a:extLst>
                  <a:ext uri="{FF2B5EF4-FFF2-40B4-BE49-F238E27FC236}">
                    <a16:creationId xmlns:a16="http://schemas.microsoft.com/office/drawing/2014/main" id="{C4EA15A5-E4F2-4511-8522-ABA71124EC8E}"/>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29972" name="Group 752">
                <a:extLst>
                  <a:ext uri="{FF2B5EF4-FFF2-40B4-BE49-F238E27FC236}">
                    <a16:creationId xmlns:a16="http://schemas.microsoft.com/office/drawing/2014/main" id="{F9E1252C-7CAA-1176-A03A-BE3923EA8273}"/>
                  </a:ext>
                </a:extLst>
              </p:cNvPr>
              <p:cNvGrpSpPr>
                <a:grpSpLocks/>
              </p:cNvGrpSpPr>
              <p:nvPr/>
            </p:nvGrpSpPr>
            <p:grpSpPr bwMode="auto">
              <a:xfrm>
                <a:off x="4699" y="1145"/>
                <a:ext cx="138" cy="29"/>
                <a:chOff x="2468" y="1332"/>
                <a:chExt cx="310" cy="60"/>
              </a:xfrm>
            </p:grpSpPr>
            <p:sp>
              <p:nvSpPr>
                <p:cNvPr id="29975" name="Freeform 753">
                  <a:extLst>
                    <a:ext uri="{FF2B5EF4-FFF2-40B4-BE49-F238E27FC236}">
                      <a16:creationId xmlns:a16="http://schemas.microsoft.com/office/drawing/2014/main" id="{F7E54BA3-1643-1604-A8BD-CC7CE50FCB4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76" name="Freeform 754">
                  <a:extLst>
                    <a:ext uri="{FF2B5EF4-FFF2-40B4-BE49-F238E27FC236}">
                      <a16:creationId xmlns:a16="http://schemas.microsoft.com/office/drawing/2014/main" id="{3A42AE8B-7222-97FF-0177-6C240D45332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973" name="Line 755">
                <a:extLst>
                  <a:ext uri="{FF2B5EF4-FFF2-40B4-BE49-F238E27FC236}">
                    <a16:creationId xmlns:a16="http://schemas.microsoft.com/office/drawing/2014/main" id="{DAD69B7E-D222-D836-2D1A-0F6284D57731}"/>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74" name="Line 756">
                <a:extLst>
                  <a:ext uri="{FF2B5EF4-FFF2-40B4-BE49-F238E27FC236}">
                    <a16:creationId xmlns:a16="http://schemas.microsoft.com/office/drawing/2014/main" id="{8A39F2CC-F8C1-CA71-8A98-6B861B66DF25}"/>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56" name="Group 757">
              <a:extLst>
                <a:ext uri="{FF2B5EF4-FFF2-40B4-BE49-F238E27FC236}">
                  <a16:creationId xmlns:a16="http://schemas.microsoft.com/office/drawing/2014/main" id="{51B47359-657D-599B-74BB-73E2032678EE}"/>
                </a:ext>
              </a:extLst>
            </p:cNvPr>
            <p:cNvGrpSpPr>
              <a:grpSpLocks/>
            </p:cNvGrpSpPr>
            <p:nvPr/>
          </p:nvGrpSpPr>
          <p:grpSpPr bwMode="auto">
            <a:xfrm>
              <a:off x="6053138" y="3640138"/>
              <a:ext cx="390525" cy="169863"/>
              <a:chOff x="4650" y="1129"/>
              <a:chExt cx="246" cy="95"/>
            </a:xfrm>
          </p:grpSpPr>
          <p:sp>
            <p:nvSpPr>
              <p:cNvPr id="29961" name="Oval 407">
                <a:extLst>
                  <a:ext uri="{FF2B5EF4-FFF2-40B4-BE49-F238E27FC236}">
                    <a16:creationId xmlns:a16="http://schemas.microsoft.com/office/drawing/2014/main" id="{FBC6B53B-1526-AF48-D88F-B78C10B4A3D9}"/>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62" name="Rectangle 410">
                <a:extLst>
                  <a:ext uri="{FF2B5EF4-FFF2-40B4-BE49-F238E27FC236}">
                    <a16:creationId xmlns:a16="http://schemas.microsoft.com/office/drawing/2014/main" id="{707AFBBA-292C-DF2A-9B3E-25EB1983C568}"/>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63" name="Oval 411">
                <a:extLst>
                  <a:ext uri="{FF2B5EF4-FFF2-40B4-BE49-F238E27FC236}">
                    <a16:creationId xmlns:a16="http://schemas.microsoft.com/office/drawing/2014/main" id="{7E71D9F4-E83A-8EA2-882C-B6B6FC636B90}"/>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29964" name="Group 761">
                <a:extLst>
                  <a:ext uri="{FF2B5EF4-FFF2-40B4-BE49-F238E27FC236}">
                    <a16:creationId xmlns:a16="http://schemas.microsoft.com/office/drawing/2014/main" id="{58E69035-D8D5-C024-DBF7-468C2BE9334F}"/>
                  </a:ext>
                </a:extLst>
              </p:cNvPr>
              <p:cNvGrpSpPr>
                <a:grpSpLocks/>
              </p:cNvGrpSpPr>
              <p:nvPr/>
            </p:nvGrpSpPr>
            <p:grpSpPr bwMode="auto">
              <a:xfrm>
                <a:off x="4699" y="1145"/>
                <a:ext cx="138" cy="29"/>
                <a:chOff x="2468" y="1332"/>
                <a:chExt cx="310" cy="60"/>
              </a:xfrm>
            </p:grpSpPr>
            <p:sp>
              <p:nvSpPr>
                <p:cNvPr id="29967" name="Freeform 762">
                  <a:extLst>
                    <a:ext uri="{FF2B5EF4-FFF2-40B4-BE49-F238E27FC236}">
                      <a16:creationId xmlns:a16="http://schemas.microsoft.com/office/drawing/2014/main" id="{AAFC5238-3A82-2B80-6CEB-7C236E7C0F0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68" name="Freeform 763">
                  <a:extLst>
                    <a:ext uri="{FF2B5EF4-FFF2-40B4-BE49-F238E27FC236}">
                      <a16:creationId xmlns:a16="http://schemas.microsoft.com/office/drawing/2014/main" id="{743FA334-6E3E-74BC-1E3D-AD6E0DDECDE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965" name="Line 764">
                <a:extLst>
                  <a:ext uri="{FF2B5EF4-FFF2-40B4-BE49-F238E27FC236}">
                    <a16:creationId xmlns:a16="http://schemas.microsoft.com/office/drawing/2014/main" id="{F9E3A480-1830-41FC-96E7-614DAA0C7CF0}"/>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66" name="Line 765">
                <a:extLst>
                  <a:ext uri="{FF2B5EF4-FFF2-40B4-BE49-F238E27FC236}">
                    <a16:creationId xmlns:a16="http://schemas.microsoft.com/office/drawing/2014/main" id="{72E3D2D2-ED2C-5C7B-C9CD-2D23B75C2768}"/>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57" name="Group 767">
              <a:extLst>
                <a:ext uri="{FF2B5EF4-FFF2-40B4-BE49-F238E27FC236}">
                  <a16:creationId xmlns:a16="http://schemas.microsoft.com/office/drawing/2014/main" id="{DC455FAF-9E7E-D498-6553-03033AA7405F}"/>
                </a:ext>
              </a:extLst>
            </p:cNvPr>
            <p:cNvGrpSpPr>
              <a:grpSpLocks/>
            </p:cNvGrpSpPr>
            <p:nvPr/>
          </p:nvGrpSpPr>
          <p:grpSpPr bwMode="auto">
            <a:xfrm>
              <a:off x="6353175" y="2487613"/>
              <a:ext cx="390525" cy="169863"/>
              <a:chOff x="4650" y="1129"/>
              <a:chExt cx="246" cy="95"/>
            </a:xfrm>
          </p:grpSpPr>
          <p:sp>
            <p:nvSpPr>
              <p:cNvPr id="29953" name="Oval 407">
                <a:extLst>
                  <a:ext uri="{FF2B5EF4-FFF2-40B4-BE49-F238E27FC236}">
                    <a16:creationId xmlns:a16="http://schemas.microsoft.com/office/drawing/2014/main" id="{B1926AE8-4A38-698A-70E6-D55ABC843C07}"/>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54" name="Rectangle 410">
                <a:extLst>
                  <a:ext uri="{FF2B5EF4-FFF2-40B4-BE49-F238E27FC236}">
                    <a16:creationId xmlns:a16="http://schemas.microsoft.com/office/drawing/2014/main" id="{6298925D-3A7D-4ED8-7067-5EA03E816831}"/>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9955" name="Oval 411">
                <a:extLst>
                  <a:ext uri="{FF2B5EF4-FFF2-40B4-BE49-F238E27FC236}">
                    <a16:creationId xmlns:a16="http://schemas.microsoft.com/office/drawing/2014/main" id="{ADDA80C2-4518-5038-1598-FECA3CBA7AD2}"/>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29956" name="Group 771">
                <a:extLst>
                  <a:ext uri="{FF2B5EF4-FFF2-40B4-BE49-F238E27FC236}">
                    <a16:creationId xmlns:a16="http://schemas.microsoft.com/office/drawing/2014/main" id="{3D659DBE-04D7-CF17-3B20-0DD052386372}"/>
                  </a:ext>
                </a:extLst>
              </p:cNvPr>
              <p:cNvGrpSpPr>
                <a:grpSpLocks/>
              </p:cNvGrpSpPr>
              <p:nvPr/>
            </p:nvGrpSpPr>
            <p:grpSpPr bwMode="auto">
              <a:xfrm>
                <a:off x="4699" y="1145"/>
                <a:ext cx="138" cy="29"/>
                <a:chOff x="2468" y="1332"/>
                <a:chExt cx="310" cy="60"/>
              </a:xfrm>
            </p:grpSpPr>
            <p:sp>
              <p:nvSpPr>
                <p:cNvPr id="29959" name="Freeform 772">
                  <a:extLst>
                    <a:ext uri="{FF2B5EF4-FFF2-40B4-BE49-F238E27FC236}">
                      <a16:creationId xmlns:a16="http://schemas.microsoft.com/office/drawing/2014/main" id="{0F928D1A-955E-8608-0897-D27C33BD20DA}"/>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60" name="Freeform 773">
                  <a:extLst>
                    <a:ext uri="{FF2B5EF4-FFF2-40B4-BE49-F238E27FC236}">
                      <a16:creationId xmlns:a16="http://schemas.microsoft.com/office/drawing/2014/main" id="{B542A5D5-83C0-0D5A-3F2B-1C7A2306268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957" name="Line 774">
                <a:extLst>
                  <a:ext uri="{FF2B5EF4-FFF2-40B4-BE49-F238E27FC236}">
                    <a16:creationId xmlns:a16="http://schemas.microsoft.com/office/drawing/2014/main" id="{EB73DE65-6CA5-AC4D-B403-AC4F9B84C1F8}"/>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58" name="Line 775">
                <a:extLst>
                  <a:ext uri="{FF2B5EF4-FFF2-40B4-BE49-F238E27FC236}">
                    <a16:creationId xmlns:a16="http://schemas.microsoft.com/office/drawing/2014/main" id="{D8912CFB-7FFD-A0C4-2FE9-71AB91695949}"/>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58" name="Group 776">
              <a:extLst>
                <a:ext uri="{FF2B5EF4-FFF2-40B4-BE49-F238E27FC236}">
                  <a16:creationId xmlns:a16="http://schemas.microsoft.com/office/drawing/2014/main" id="{E64C73D7-2A01-6789-A016-EBA79F9792DB}"/>
                </a:ext>
              </a:extLst>
            </p:cNvPr>
            <p:cNvGrpSpPr>
              <a:grpSpLocks/>
            </p:cNvGrpSpPr>
            <p:nvPr/>
          </p:nvGrpSpPr>
          <p:grpSpPr bwMode="auto">
            <a:xfrm>
              <a:off x="5611813" y="3500438"/>
              <a:ext cx="506412" cy="352425"/>
              <a:chOff x="2967" y="478"/>
              <a:chExt cx="788" cy="625"/>
            </a:xfrm>
          </p:grpSpPr>
          <p:pic>
            <p:nvPicPr>
              <p:cNvPr id="29951" name="Picture 777" descr="access_point_stylized_small">
                <a:extLst>
                  <a:ext uri="{FF2B5EF4-FFF2-40B4-BE49-F238E27FC236}">
                    <a16:creationId xmlns:a16="http://schemas.microsoft.com/office/drawing/2014/main" id="{33B1AF14-1F32-9F36-C49D-5CB47E83B8E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952" name="Picture 778" descr="antenna_radiation_stylized">
                <a:extLst>
                  <a:ext uri="{FF2B5EF4-FFF2-40B4-BE49-F238E27FC236}">
                    <a16:creationId xmlns:a16="http://schemas.microsoft.com/office/drawing/2014/main" id="{CD714ED3-232A-4E7F-FE16-B18C493434B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59" name="Group 779">
              <a:extLst>
                <a:ext uri="{FF2B5EF4-FFF2-40B4-BE49-F238E27FC236}">
                  <a16:creationId xmlns:a16="http://schemas.microsoft.com/office/drawing/2014/main" id="{B100E417-BCA2-9D48-C4A8-F87B43246DF0}"/>
                </a:ext>
              </a:extLst>
            </p:cNvPr>
            <p:cNvGrpSpPr>
              <a:grpSpLocks/>
            </p:cNvGrpSpPr>
            <p:nvPr/>
          </p:nvGrpSpPr>
          <p:grpSpPr bwMode="auto">
            <a:xfrm>
              <a:off x="7132638" y="5003800"/>
              <a:ext cx="563562" cy="420688"/>
              <a:chOff x="2967" y="478"/>
              <a:chExt cx="788" cy="625"/>
            </a:xfrm>
          </p:grpSpPr>
          <p:pic>
            <p:nvPicPr>
              <p:cNvPr id="29949" name="Picture 780" descr="access_point_stylized_small">
                <a:extLst>
                  <a:ext uri="{FF2B5EF4-FFF2-40B4-BE49-F238E27FC236}">
                    <a16:creationId xmlns:a16="http://schemas.microsoft.com/office/drawing/2014/main" id="{F51EA44E-EAD1-EB3B-BDE9-0B6DB534664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950" name="Picture 781" descr="antenna_radiation_stylized">
                <a:extLst>
                  <a:ext uri="{FF2B5EF4-FFF2-40B4-BE49-F238E27FC236}">
                    <a16:creationId xmlns:a16="http://schemas.microsoft.com/office/drawing/2014/main" id="{6717BB88-A9D7-B98F-FD90-D525D7193D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60" name="Group 782">
              <a:extLst>
                <a:ext uri="{FF2B5EF4-FFF2-40B4-BE49-F238E27FC236}">
                  <a16:creationId xmlns:a16="http://schemas.microsoft.com/office/drawing/2014/main" id="{4817F9BF-A9D1-CF93-C6CA-EC24040C5B00}"/>
                </a:ext>
              </a:extLst>
            </p:cNvPr>
            <p:cNvGrpSpPr>
              <a:grpSpLocks/>
            </p:cNvGrpSpPr>
            <p:nvPr/>
          </p:nvGrpSpPr>
          <p:grpSpPr bwMode="auto">
            <a:xfrm>
              <a:off x="6061075" y="1844675"/>
              <a:ext cx="457200" cy="631825"/>
              <a:chOff x="742" y="2409"/>
              <a:chExt cx="576" cy="881"/>
            </a:xfrm>
          </p:grpSpPr>
          <p:grpSp>
            <p:nvGrpSpPr>
              <p:cNvPr id="29931" name="Group 783">
                <a:extLst>
                  <a:ext uri="{FF2B5EF4-FFF2-40B4-BE49-F238E27FC236}">
                    <a16:creationId xmlns:a16="http://schemas.microsoft.com/office/drawing/2014/main" id="{F82DD443-940F-735A-403B-789C153A24B8}"/>
                  </a:ext>
                </a:extLst>
              </p:cNvPr>
              <p:cNvGrpSpPr>
                <a:grpSpLocks/>
              </p:cNvGrpSpPr>
              <p:nvPr/>
            </p:nvGrpSpPr>
            <p:grpSpPr bwMode="auto">
              <a:xfrm>
                <a:off x="832" y="2643"/>
                <a:ext cx="376" cy="647"/>
                <a:chOff x="3130" y="3288"/>
                <a:chExt cx="410" cy="742"/>
              </a:xfrm>
            </p:grpSpPr>
            <p:sp>
              <p:nvSpPr>
                <p:cNvPr id="29934" name="Line 270">
                  <a:extLst>
                    <a:ext uri="{FF2B5EF4-FFF2-40B4-BE49-F238E27FC236}">
                      <a16:creationId xmlns:a16="http://schemas.microsoft.com/office/drawing/2014/main" id="{24093983-E868-DF51-7C84-4E7ECC816281}"/>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35" name="Line 271">
                  <a:extLst>
                    <a:ext uri="{FF2B5EF4-FFF2-40B4-BE49-F238E27FC236}">
                      <a16:creationId xmlns:a16="http://schemas.microsoft.com/office/drawing/2014/main" id="{8373D624-486E-25BB-13F3-B041D7FB30B0}"/>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36" name="Line 272">
                  <a:extLst>
                    <a:ext uri="{FF2B5EF4-FFF2-40B4-BE49-F238E27FC236}">
                      <a16:creationId xmlns:a16="http://schemas.microsoft.com/office/drawing/2014/main" id="{3932F00F-82A7-4871-9195-4DB8D540C8A3}"/>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37" name="Line 273">
                  <a:extLst>
                    <a:ext uri="{FF2B5EF4-FFF2-40B4-BE49-F238E27FC236}">
                      <a16:creationId xmlns:a16="http://schemas.microsoft.com/office/drawing/2014/main" id="{01735405-67C0-2887-D6F9-56D10BD1B070}"/>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38" name="Line 274">
                  <a:extLst>
                    <a:ext uri="{FF2B5EF4-FFF2-40B4-BE49-F238E27FC236}">
                      <a16:creationId xmlns:a16="http://schemas.microsoft.com/office/drawing/2014/main" id="{F550F945-3B5B-6074-4D3E-B7110D0DC355}"/>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39" name="Line 275">
                  <a:extLst>
                    <a:ext uri="{FF2B5EF4-FFF2-40B4-BE49-F238E27FC236}">
                      <a16:creationId xmlns:a16="http://schemas.microsoft.com/office/drawing/2014/main" id="{FA00294D-6D97-C38A-D19D-59187714FFAB}"/>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40" name="Line 276">
                  <a:extLst>
                    <a:ext uri="{FF2B5EF4-FFF2-40B4-BE49-F238E27FC236}">
                      <a16:creationId xmlns:a16="http://schemas.microsoft.com/office/drawing/2014/main" id="{DE5F8208-B726-4844-F10E-01288AB6B417}"/>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41" name="Line 277">
                  <a:extLst>
                    <a:ext uri="{FF2B5EF4-FFF2-40B4-BE49-F238E27FC236}">
                      <a16:creationId xmlns:a16="http://schemas.microsoft.com/office/drawing/2014/main" id="{E3A64045-576A-B7CD-1FC2-0F175DED26E9}"/>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42" name="Line 278">
                  <a:extLst>
                    <a:ext uri="{FF2B5EF4-FFF2-40B4-BE49-F238E27FC236}">
                      <a16:creationId xmlns:a16="http://schemas.microsoft.com/office/drawing/2014/main" id="{F81C0BC8-5B3F-FDA5-88B6-0029F5039D81}"/>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43" name="Line 279">
                  <a:extLst>
                    <a:ext uri="{FF2B5EF4-FFF2-40B4-BE49-F238E27FC236}">
                      <a16:creationId xmlns:a16="http://schemas.microsoft.com/office/drawing/2014/main" id="{907B3107-4AB6-A337-750A-9C53EBD38C24}"/>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44" name="Line 280">
                  <a:extLst>
                    <a:ext uri="{FF2B5EF4-FFF2-40B4-BE49-F238E27FC236}">
                      <a16:creationId xmlns:a16="http://schemas.microsoft.com/office/drawing/2014/main" id="{14ED4AD9-3CB7-E162-7E37-4AF4A4DC0EBD}"/>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45" name="Line 281">
                  <a:extLst>
                    <a:ext uri="{FF2B5EF4-FFF2-40B4-BE49-F238E27FC236}">
                      <a16:creationId xmlns:a16="http://schemas.microsoft.com/office/drawing/2014/main" id="{A7BFB1C4-7E33-6851-77F2-F7A920916F4D}"/>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46" name="Line 282">
                  <a:extLst>
                    <a:ext uri="{FF2B5EF4-FFF2-40B4-BE49-F238E27FC236}">
                      <a16:creationId xmlns:a16="http://schemas.microsoft.com/office/drawing/2014/main" id="{4319DC53-4FB6-2ECD-4617-A1D61FFC4EF3}"/>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47" name="Line 283">
                  <a:extLst>
                    <a:ext uri="{FF2B5EF4-FFF2-40B4-BE49-F238E27FC236}">
                      <a16:creationId xmlns:a16="http://schemas.microsoft.com/office/drawing/2014/main" id="{CCA2A40A-DC38-0E59-EEBA-BF366C2AB69B}"/>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48" name="Line 284">
                  <a:extLst>
                    <a:ext uri="{FF2B5EF4-FFF2-40B4-BE49-F238E27FC236}">
                      <a16:creationId xmlns:a16="http://schemas.microsoft.com/office/drawing/2014/main" id="{518DBFC2-05AF-D148-627E-74862EA8D36D}"/>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29932" name="Picture 799" descr="cell_tower_radiation copy">
                <a:extLst>
                  <a:ext uri="{FF2B5EF4-FFF2-40B4-BE49-F238E27FC236}">
                    <a16:creationId xmlns:a16="http://schemas.microsoft.com/office/drawing/2014/main" id="{652A7C06-805B-F365-8E27-D5722D4FAC3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33" name="Oval 800">
                <a:extLst>
                  <a:ext uri="{FF2B5EF4-FFF2-40B4-BE49-F238E27FC236}">
                    <a16:creationId xmlns:a16="http://schemas.microsoft.com/office/drawing/2014/main" id="{C97F4A6D-F588-2927-A966-288DDC59A917}"/>
                  </a:ext>
                </a:extLst>
              </p:cNvPr>
              <p:cNvSpPr>
                <a:spLocks noChangeArrowheads="1"/>
              </p:cNvSpPr>
              <p:nvPr/>
            </p:nvSpPr>
            <p:spPr bwMode="auto">
              <a:xfrm>
                <a:off x="986" y="2597"/>
                <a:ext cx="66" cy="69"/>
              </a:xfrm>
              <a:prstGeom prst="ellipse">
                <a:avLst/>
              </a:prstGeom>
              <a:solidFill>
                <a:schemeClr val="tx2"/>
              </a:soli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761" name="Text Box 580">
              <a:extLst>
                <a:ext uri="{FF2B5EF4-FFF2-40B4-BE49-F238E27FC236}">
                  <a16:creationId xmlns:a16="http://schemas.microsoft.com/office/drawing/2014/main" id="{3D4C3621-0159-C707-6D6C-CB1D40CCE507}"/>
                </a:ext>
              </a:extLst>
            </p:cNvPr>
            <p:cNvSpPr txBox="1">
              <a:spLocks noChangeArrowheads="1"/>
            </p:cNvSpPr>
            <p:nvPr/>
          </p:nvSpPr>
          <p:spPr bwMode="auto">
            <a:xfrm>
              <a:off x="5957888" y="1384300"/>
              <a:ext cx="1549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mobile network</a:t>
              </a:r>
            </a:p>
          </p:txBody>
        </p:sp>
        <p:sp>
          <p:nvSpPr>
            <p:cNvPr id="29762" name="Text Box 580">
              <a:extLst>
                <a:ext uri="{FF2B5EF4-FFF2-40B4-BE49-F238E27FC236}">
                  <a16:creationId xmlns:a16="http://schemas.microsoft.com/office/drawing/2014/main" id="{1183C0FE-4106-47AA-FB2F-0F9D7AA26C11}"/>
                </a:ext>
              </a:extLst>
            </p:cNvPr>
            <p:cNvSpPr txBox="1">
              <a:spLocks noChangeArrowheads="1"/>
            </p:cNvSpPr>
            <p:nvPr/>
          </p:nvSpPr>
          <p:spPr bwMode="auto">
            <a:xfrm>
              <a:off x="7561263" y="2071688"/>
              <a:ext cx="1108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global ISP</a:t>
              </a:r>
            </a:p>
          </p:txBody>
        </p:sp>
        <p:sp>
          <p:nvSpPr>
            <p:cNvPr id="29763" name="Text Box 580">
              <a:extLst>
                <a:ext uri="{FF2B5EF4-FFF2-40B4-BE49-F238E27FC236}">
                  <a16:creationId xmlns:a16="http://schemas.microsoft.com/office/drawing/2014/main" id="{5185DB2E-39EE-FDF5-F638-D94BF39D34EF}"/>
                </a:ext>
              </a:extLst>
            </p:cNvPr>
            <p:cNvSpPr txBox="1">
              <a:spLocks noChangeArrowheads="1"/>
            </p:cNvSpPr>
            <p:nvPr/>
          </p:nvSpPr>
          <p:spPr bwMode="auto">
            <a:xfrm>
              <a:off x="7337425" y="3298825"/>
              <a:ext cx="1289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regional ISP</a:t>
              </a:r>
            </a:p>
          </p:txBody>
        </p:sp>
        <p:sp>
          <p:nvSpPr>
            <p:cNvPr id="29764" name="Text Box 580">
              <a:extLst>
                <a:ext uri="{FF2B5EF4-FFF2-40B4-BE49-F238E27FC236}">
                  <a16:creationId xmlns:a16="http://schemas.microsoft.com/office/drawing/2014/main" id="{B0973EEF-19BE-C923-B0A1-228AE9ABBB04}"/>
                </a:ext>
              </a:extLst>
            </p:cNvPr>
            <p:cNvSpPr txBox="1">
              <a:spLocks noChangeArrowheads="1"/>
            </p:cNvSpPr>
            <p:nvPr/>
          </p:nvSpPr>
          <p:spPr bwMode="auto">
            <a:xfrm>
              <a:off x="6324600" y="2963863"/>
              <a:ext cx="8953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home </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network</a:t>
              </a:r>
            </a:p>
          </p:txBody>
        </p:sp>
        <p:sp>
          <p:nvSpPr>
            <p:cNvPr id="29765" name="Text Box 580">
              <a:extLst>
                <a:ext uri="{FF2B5EF4-FFF2-40B4-BE49-F238E27FC236}">
                  <a16:creationId xmlns:a16="http://schemas.microsoft.com/office/drawing/2014/main" id="{F71DFBEC-3F39-381B-94A6-2B235C8488D4}"/>
                </a:ext>
              </a:extLst>
            </p:cNvPr>
            <p:cNvSpPr txBox="1">
              <a:spLocks noChangeArrowheads="1"/>
            </p:cNvSpPr>
            <p:nvPr/>
          </p:nvSpPr>
          <p:spPr bwMode="auto">
            <a:xfrm>
              <a:off x="5584825" y="5645150"/>
              <a:ext cx="1295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institutional</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network</a:t>
              </a:r>
            </a:p>
          </p:txBody>
        </p:sp>
        <p:grpSp>
          <p:nvGrpSpPr>
            <p:cNvPr id="29766" name="Group 950">
              <a:extLst>
                <a:ext uri="{FF2B5EF4-FFF2-40B4-BE49-F238E27FC236}">
                  <a16:creationId xmlns:a16="http://schemas.microsoft.com/office/drawing/2014/main" id="{7D5408E8-62AA-EB82-3F14-BDBFB7F39F1A}"/>
                </a:ext>
              </a:extLst>
            </p:cNvPr>
            <p:cNvGrpSpPr>
              <a:grpSpLocks/>
            </p:cNvGrpSpPr>
            <p:nvPr/>
          </p:nvGrpSpPr>
          <p:grpSpPr bwMode="auto">
            <a:xfrm>
              <a:off x="8240713" y="5002213"/>
              <a:ext cx="227012" cy="481013"/>
              <a:chOff x="4140" y="429"/>
              <a:chExt cx="1425" cy="2396"/>
            </a:xfrm>
          </p:grpSpPr>
          <p:sp>
            <p:nvSpPr>
              <p:cNvPr id="29899" name="Freeform 951">
                <a:extLst>
                  <a:ext uri="{FF2B5EF4-FFF2-40B4-BE49-F238E27FC236}">
                    <a16:creationId xmlns:a16="http://schemas.microsoft.com/office/drawing/2014/main" id="{75B33E77-1B95-CFAE-4C01-E9F87F15784B}"/>
                  </a:ext>
                </a:extLst>
              </p:cNvPr>
              <p:cNvSpPr>
                <a:spLocks/>
              </p:cNvSpPr>
              <p:nvPr/>
            </p:nvSpPr>
            <p:spPr bwMode="auto">
              <a:xfrm>
                <a:off x="5268" y="433"/>
                <a:ext cx="283" cy="2286"/>
              </a:xfrm>
              <a:custGeom>
                <a:avLst/>
                <a:gdLst>
                  <a:gd name="T0" fmla="*/ 5 w 354"/>
                  <a:gd name="T1" fmla="*/ 0 h 2742"/>
                  <a:gd name="T2" fmla="*/ 24 w 354"/>
                  <a:gd name="T3" fmla="*/ 38 h 2742"/>
                  <a:gd name="T4" fmla="*/ 24 w 354"/>
                  <a:gd name="T5" fmla="*/ 295 h 2742"/>
                  <a:gd name="T6" fmla="*/ 0 w 354"/>
                  <a:gd name="T7" fmla="*/ 309 h 2742"/>
                  <a:gd name="T8" fmla="*/ 5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00" name="Rectangle 952">
                <a:extLst>
                  <a:ext uri="{FF2B5EF4-FFF2-40B4-BE49-F238E27FC236}">
                    <a16:creationId xmlns:a16="http://schemas.microsoft.com/office/drawing/2014/main" id="{DC408C8C-22DD-7DD3-F02E-471342178BFF}"/>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01" name="Freeform 953">
                <a:extLst>
                  <a:ext uri="{FF2B5EF4-FFF2-40B4-BE49-F238E27FC236}">
                    <a16:creationId xmlns:a16="http://schemas.microsoft.com/office/drawing/2014/main" id="{2C43AFD1-DC58-E4D1-759D-AD376693AB31}"/>
                  </a:ext>
                </a:extLst>
              </p:cNvPr>
              <p:cNvSpPr>
                <a:spLocks/>
              </p:cNvSpPr>
              <p:nvPr/>
            </p:nvSpPr>
            <p:spPr bwMode="auto">
              <a:xfrm>
                <a:off x="5321" y="570"/>
                <a:ext cx="169" cy="2115"/>
              </a:xfrm>
              <a:custGeom>
                <a:avLst/>
                <a:gdLst>
                  <a:gd name="T0" fmla="*/ 2 w 211"/>
                  <a:gd name="T1" fmla="*/ 0 h 2537"/>
                  <a:gd name="T2" fmla="*/ 14 w 211"/>
                  <a:gd name="T3" fmla="*/ 25 h 2537"/>
                  <a:gd name="T4" fmla="*/ 2 w 211"/>
                  <a:gd name="T5" fmla="*/ 282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02" name="Freeform 954">
                <a:extLst>
                  <a:ext uri="{FF2B5EF4-FFF2-40B4-BE49-F238E27FC236}">
                    <a16:creationId xmlns:a16="http://schemas.microsoft.com/office/drawing/2014/main" id="{103FB9BD-10EC-A0E3-772A-BD1A32785BCA}"/>
                  </a:ext>
                </a:extLst>
              </p:cNvPr>
              <p:cNvSpPr>
                <a:spLocks/>
              </p:cNvSpPr>
              <p:nvPr/>
            </p:nvSpPr>
            <p:spPr bwMode="auto">
              <a:xfrm>
                <a:off x="5284" y="1640"/>
                <a:ext cx="263" cy="189"/>
              </a:xfrm>
              <a:custGeom>
                <a:avLst/>
                <a:gdLst>
                  <a:gd name="T0" fmla="*/ 2 w 328"/>
                  <a:gd name="T1" fmla="*/ 0 h 226"/>
                  <a:gd name="T2" fmla="*/ 23 w 328"/>
                  <a:gd name="T3" fmla="*/ 15 h 226"/>
                  <a:gd name="T4" fmla="*/ 23 w 328"/>
                  <a:gd name="T5" fmla="*/ 27 h 226"/>
                  <a:gd name="T6" fmla="*/ 0 w 328"/>
                  <a:gd name="T7" fmla="*/ 11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03" name="Rectangle 955">
                <a:extLst>
                  <a:ext uri="{FF2B5EF4-FFF2-40B4-BE49-F238E27FC236}">
                    <a16:creationId xmlns:a16="http://schemas.microsoft.com/office/drawing/2014/main" id="{0B5E4F46-AD14-8F67-677D-8B38F63C6C3A}"/>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29904" name="Group 956">
                <a:extLst>
                  <a:ext uri="{FF2B5EF4-FFF2-40B4-BE49-F238E27FC236}">
                    <a16:creationId xmlns:a16="http://schemas.microsoft.com/office/drawing/2014/main" id="{4FF39FBE-F0BA-34CF-4B08-59A6CB6C12BC}"/>
                  </a:ext>
                </a:extLst>
              </p:cNvPr>
              <p:cNvGrpSpPr>
                <a:grpSpLocks/>
              </p:cNvGrpSpPr>
              <p:nvPr/>
            </p:nvGrpSpPr>
            <p:grpSpPr bwMode="auto">
              <a:xfrm>
                <a:off x="4749" y="668"/>
                <a:ext cx="581" cy="145"/>
                <a:chOff x="614" y="2568"/>
                <a:chExt cx="725" cy="139"/>
              </a:xfrm>
            </p:grpSpPr>
            <p:sp>
              <p:nvSpPr>
                <p:cNvPr id="29929" name="AutoShape 957">
                  <a:extLst>
                    <a:ext uri="{FF2B5EF4-FFF2-40B4-BE49-F238E27FC236}">
                      <a16:creationId xmlns:a16="http://schemas.microsoft.com/office/drawing/2014/main" id="{ACC5FD67-6512-29B0-205C-14DD008EFAED}"/>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30" name="AutoShape 958">
                  <a:extLst>
                    <a:ext uri="{FF2B5EF4-FFF2-40B4-BE49-F238E27FC236}">
                      <a16:creationId xmlns:a16="http://schemas.microsoft.com/office/drawing/2014/main" id="{FA744110-5B8D-6027-C888-E2FA7791DDB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905" name="Rectangle 959">
                <a:extLst>
                  <a:ext uri="{FF2B5EF4-FFF2-40B4-BE49-F238E27FC236}">
                    <a16:creationId xmlns:a16="http://schemas.microsoft.com/office/drawing/2014/main" id="{5D7731FC-D61D-C990-15F3-09AB651FEE87}"/>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29906" name="Group 960">
                <a:extLst>
                  <a:ext uri="{FF2B5EF4-FFF2-40B4-BE49-F238E27FC236}">
                    <a16:creationId xmlns:a16="http://schemas.microsoft.com/office/drawing/2014/main" id="{5C21779C-3C51-7B36-7F8F-EB1B23FA9239}"/>
                  </a:ext>
                </a:extLst>
              </p:cNvPr>
              <p:cNvGrpSpPr>
                <a:grpSpLocks/>
              </p:cNvGrpSpPr>
              <p:nvPr/>
            </p:nvGrpSpPr>
            <p:grpSpPr bwMode="auto">
              <a:xfrm>
                <a:off x="4747" y="994"/>
                <a:ext cx="581" cy="134"/>
                <a:chOff x="614" y="2568"/>
                <a:chExt cx="725" cy="139"/>
              </a:xfrm>
            </p:grpSpPr>
            <p:sp>
              <p:nvSpPr>
                <p:cNvPr id="29927" name="AutoShape 961">
                  <a:extLst>
                    <a:ext uri="{FF2B5EF4-FFF2-40B4-BE49-F238E27FC236}">
                      <a16:creationId xmlns:a16="http://schemas.microsoft.com/office/drawing/2014/main" id="{B0B53E32-FF92-EEE7-894A-971CAE829E8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28" name="AutoShape 962">
                  <a:extLst>
                    <a:ext uri="{FF2B5EF4-FFF2-40B4-BE49-F238E27FC236}">
                      <a16:creationId xmlns:a16="http://schemas.microsoft.com/office/drawing/2014/main" id="{78E8CDAB-FCAB-DE76-344B-A9E7C4B37B8C}"/>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907" name="Rectangle 963">
                <a:extLst>
                  <a:ext uri="{FF2B5EF4-FFF2-40B4-BE49-F238E27FC236}">
                    <a16:creationId xmlns:a16="http://schemas.microsoft.com/office/drawing/2014/main" id="{42765EDD-0696-4449-469A-A5D1113BE156}"/>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08" name="Rectangle 964">
                <a:extLst>
                  <a:ext uri="{FF2B5EF4-FFF2-40B4-BE49-F238E27FC236}">
                    <a16:creationId xmlns:a16="http://schemas.microsoft.com/office/drawing/2014/main" id="{3CF3FE51-B703-5B27-E9F5-6ED45CF77BA7}"/>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29909" name="Group 965">
                <a:extLst>
                  <a:ext uri="{FF2B5EF4-FFF2-40B4-BE49-F238E27FC236}">
                    <a16:creationId xmlns:a16="http://schemas.microsoft.com/office/drawing/2014/main" id="{266E6D93-A0EF-0273-4DC7-B41080ED2C25}"/>
                  </a:ext>
                </a:extLst>
              </p:cNvPr>
              <p:cNvGrpSpPr>
                <a:grpSpLocks/>
              </p:cNvGrpSpPr>
              <p:nvPr/>
            </p:nvGrpSpPr>
            <p:grpSpPr bwMode="auto">
              <a:xfrm>
                <a:off x="4735" y="1627"/>
                <a:ext cx="582" cy="151"/>
                <a:chOff x="614" y="2568"/>
                <a:chExt cx="725" cy="139"/>
              </a:xfrm>
            </p:grpSpPr>
            <p:sp>
              <p:nvSpPr>
                <p:cNvPr id="29925" name="AutoShape 966">
                  <a:extLst>
                    <a:ext uri="{FF2B5EF4-FFF2-40B4-BE49-F238E27FC236}">
                      <a16:creationId xmlns:a16="http://schemas.microsoft.com/office/drawing/2014/main" id="{9B168838-52DC-D2EB-ED93-D07AE9F941D5}"/>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26" name="AutoShape 967">
                  <a:extLst>
                    <a:ext uri="{FF2B5EF4-FFF2-40B4-BE49-F238E27FC236}">
                      <a16:creationId xmlns:a16="http://schemas.microsoft.com/office/drawing/2014/main" id="{DD458F40-E997-700C-1667-2AD16A031F91}"/>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910" name="Freeform 968">
                <a:extLst>
                  <a:ext uri="{FF2B5EF4-FFF2-40B4-BE49-F238E27FC236}">
                    <a16:creationId xmlns:a16="http://schemas.microsoft.com/office/drawing/2014/main" id="{E77903B0-F904-A780-1FCF-74C67187A2F4}"/>
                  </a:ext>
                </a:extLst>
              </p:cNvPr>
              <p:cNvSpPr>
                <a:spLocks/>
              </p:cNvSpPr>
              <p:nvPr/>
            </p:nvSpPr>
            <p:spPr bwMode="auto">
              <a:xfrm>
                <a:off x="5288" y="1354"/>
                <a:ext cx="263" cy="188"/>
              </a:xfrm>
              <a:custGeom>
                <a:avLst/>
                <a:gdLst>
                  <a:gd name="T0" fmla="*/ 2 w 328"/>
                  <a:gd name="T1" fmla="*/ 0 h 226"/>
                  <a:gd name="T2" fmla="*/ 23 w 328"/>
                  <a:gd name="T3" fmla="*/ 14 h 226"/>
                  <a:gd name="T4" fmla="*/ 23 w 328"/>
                  <a:gd name="T5" fmla="*/ 25 h 226"/>
                  <a:gd name="T6" fmla="*/ 0 w 328"/>
                  <a:gd name="T7" fmla="*/ 10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29911" name="Group 969">
                <a:extLst>
                  <a:ext uri="{FF2B5EF4-FFF2-40B4-BE49-F238E27FC236}">
                    <a16:creationId xmlns:a16="http://schemas.microsoft.com/office/drawing/2014/main" id="{C183964A-65E1-ECAA-7B45-823FD3FD615D}"/>
                  </a:ext>
                </a:extLst>
              </p:cNvPr>
              <p:cNvGrpSpPr>
                <a:grpSpLocks/>
              </p:cNvGrpSpPr>
              <p:nvPr/>
            </p:nvGrpSpPr>
            <p:grpSpPr bwMode="auto">
              <a:xfrm>
                <a:off x="4739" y="1327"/>
                <a:ext cx="582" cy="139"/>
                <a:chOff x="614" y="2568"/>
                <a:chExt cx="725" cy="139"/>
              </a:xfrm>
            </p:grpSpPr>
            <p:sp>
              <p:nvSpPr>
                <p:cNvPr id="29923" name="AutoShape 970">
                  <a:extLst>
                    <a:ext uri="{FF2B5EF4-FFF2-40B4-BE49-F238E27FC236}">
                      <a16:creationId xmlns:a16="http://schemas.microsoft.com/office/drawing/2014/main" id="{989F0B5A-C881-DC26-8AB2-551C775DA290}"/>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24" name="AutoShape 971">
                  <a:extLst>
                    <a:ext uri="{FF2B5EF4-FFF2-40B4-BE49-F238E27FC236}">
                      <a16:creationId xmlns:a16="http://schemas.microsoft.com/office/drawing/2014/main" id="{57669FA2-44BD-B89D-F9EA-479EC09C9B6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912" name="Rectangle 972">
                <a:extLst>
                  <a:ext uri="{FF2B5EF4-FFF2-40B4-BE49-F238E27FC236}">
                    <a16:creationId xmlns:a16="http://schemas.microsoft.com/office/drawing/2014/main" id="{B4C247E7-B300-9BD5-FE90-4417553DF40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13" name="Freeform 973">
                <a:extLst>
                  <a:ext uri="{FF2B5EF4-FFF2-40B4-BE49-F238E27FC236}">
                    <a16:creationId xmlns:a16="http://schemas.microsoft.com/office/drawing/2014/main" id="{F273A6D8-CEB4-A3CC-554C-5DDB94C49782}"/>
                  </a:ext>
                </a:extLst>
              </p:cNvPr>
              <p:cNvSpPr>
                <a:spLocks/>
              </p:cNvSpPr>
              <p:nvPr/>
            </p:nvSpPr>
            <p:spPr bwMode="auto">
              <a:xfrm>
                <a:off x="5312" y="1007"/>
                <a:ext cx="237" cy="213"/>
              </a:xfrm>
              <a:custGeom>
                <a:avLst/>
                <a:gdLst>
                  <a:gd name="T0" fmla="*/ 2 w 296"/>
                  <a:gd name="T1" fmla="*/ 0 h 256"/>
                  <a:gd name="T2" fmla="*/ 21 w 296"/>
                  <a:gd name="T3" fmla="*/ 15 h 256"/>
                  <a:gd name="T4" fmla="*/ 21 w 296"/>
                  <a:gd name="T5" fmla="*/ 28 h 256"/>
                  <a:gd name="T6" fmla="*/ 0 w 296"/>
                  <a:gd name="T7" fmla="*/ 10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14" name="Freeform 974">
                <a:extLst>
                  <a:ext uri="{FF2B5EF4-FFF2-40B4-BE49-F238E27FC236}">
                    <a16:creationId xmlns:a16="http://schemas.microsoft.com/office/drawing/2014/main" id="{2EFC3757-6168-43CB-1984-06AA83AEDF43}"/>
                  </a:ext>
                </a:extLst>
              </p:cNvPr>
              <p:cNvSpPr>
                <a:spLocks/>
              </p:cNvSpPr>
              <p:nvPr/>
            </p:nvSpPr>
            <p:spPr bwMode="auto">
              <a:xfrm>
                <a:off x="5315" y="680"/>
                <a:ext cx="244" cy="240"/>
              </a:xfrm>
              <a:custGeom>
                <a:avLst/>
                <a:gdLst>
                  <a:gd name="T0" fmla="*/ 0 w 304"/>
                  <a:gd name="T1" fmla="*/ 0 h 288"/>
                  <a:gd name="T2" fmla="*/ 22 w 304"/>
                  <a:gd name="T3" fmla="*/ 19 h 288"/>
                  <a:gd name="T4" fmla="*/ 20 w 304"/>
                  <a:gd name="T5" fmla="*/ 33 h 288"/>
                  <a:gd name="T6" fmla="*/ 2 w 304"/>
                  <a:gd name="T7" fmla="*/ 14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15" name="Oval 975">
                <a:extLst>
                  <a:ext uri="{FF2B5EF4-FFF2-40B4-BE49-F238E27FC236}">
                    <a16:creationId xmlns:a16="http://schemas.microsoft.com/office/drawing/2014/main" id="{78B9D2AB-EBBF-5AD3-5D64-98F42E143EB6}"/>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16" name="Freeform 976">
                <a:extLst>
                  <a:ext uri="{FF2B5EF4-FFF2-40B4-BE49-F238E27FC236}">
                    <a16:creationId xmlns:a16="http://schemas.microsoft.com/office/drawing/2014/main" id="{767264CC-D643-F218-D688-B19B68FE90AD}"/>
                  </a:ext>
                </a:extLst>
              </p:cNvPr>
              <p:cNvSpPr>
                <a:spLocks/>
              </p:cNvSpPr>
              <p:nvPr/>
            </p:nvSpPr>
            <p:spPr bwMode="auto">
              <a:xfrm>
                <a:off x="5302" y="2614"/>
                <a:ext cx="245" cy="200"/>
              </a:xfrm>
              <a:custGeom>
                <a:avLst/>
                <a:gdLst>
                  <a:gd name="T0" fmla="*/ 0 w 306"/>
                  <a:gd name="T1" fmla="*/ 13 h 240"/>
                  <a:gd name="T2" fmla="*/ 2 w 306"/>
                  <a:gd name="T3" fmla="*/ 28 h 240"/>
                  <a:gd name="T4" fmla="*/ 22 w 306"/>
                  <a:gd name="T5" fmla="*/ 13 h 240"/>
                  <a:gd name="T6" fmla="*/ 21 w 306"/>
                  <a:gd name="T7" fmla="*/ 0 h 240"/>
                  <a:gd name="T8" fmla="*/ 0 w 306"/>
                  <a:gd name="T9" fmla="*/ 1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917" name="AutoShape 977">
                <a:extLst>
                  <a:ext uri="{FF2B5EF4-FFF2-40B4-BE49-F238E27FC236}">
                    <a16:creationId xmlns:a16="http://schemas.microsoft.com/office/drawing/2014/main" id="{404B58D3-F03D-B66C-EF3B-03E7819A908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18" name="AutoShape 978">
                <a:extLst>
                  <a:ext uri="{FF2B5EF4-FFF2-40B4-BE49-F238E27FC236}">
                    <a16:creationId xmlns:a16="http://schemas.microsoft.com/office/drawing/2014/main" id="{383E3341-F51C-544B-7D75-A50DB892CE09}"/>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19" name="Oval 979">
                <a:extLst>
                  <a:ext uri="{FF2B5EF4-FFF2-40B4-BE49-F238E27FC236}">
                    <a16:creationId xmlns:a16="http://schemas.microsoft.com/office/drawing/2014/main" id="{873B2C97-D0C5-4886-F974-32E7204B2FBA}"/>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20" name="Oval 980">
                <a:extLst>
                  <a:ext uri="{FF2B5EF4-FFF2-40B4-BE49-F238E27FC236}">
                    <a16:creationId xmlns:a16="http://schemas.microsoft.com/office/drawing/2014/main" id="{A38A0B6A-6AFA-E26B-821C-00D6B58182CE}"/>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21" name="Oval 981">
                <a:extLst>
                  <a:ext uri="{FF2B5EF4-FFF2-40B4-BE49-F238E27FC236}">
                    <a16:creationId xmlns:a16="http://schemas.microsoft.com/office/drawing/2014/main" id="{12458E51-4C67-503C-1007-08C7AB4A46E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922" name="Rectangle 982">
                <a:extLst>
                  <a:ext uri="{FF2B5EF4-FFF2-40B4-BE49-F238E27FC236}">
                    <a16:creationId xmlns:a16="http://schemas.microsoft.com/office/drawing/2014/main" id="{5051D324-C725-EFCD-1DCA-06100E17678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grpSp>
          <p:nvGrpSpPr>
            <p:cNvPr id="29767" name="Group 983">
              <a:extLst>
                <a:ext uri="{FF2B5EF4-FFF2-40B4-BE49-F238E27FC236}">
                  <a16:creationId xmlns:a16="http://schemas.microsoft.com/office/drawing/2014/main" id="{9AC96DED-A0F0-7290-69C5-FDB7960DFA81}"/>
                </a:ext>
              </a:extLst>
            </p:cNvPr>
            <p:cNvGrpSpPr>
              <a:grpSpLocks/>
            </p:cNvGrpSpPr>
            <p:nvPr/>
          </p:nvGrpSpPr>
          <p:grpSpPr bwMode="auto">
            <a:xfrm>
              <a:off x="7924800" y="5303838"/>
              <a:ext cx="227012" cy="481013"/>
              <a:chOff x="4140" y="429"/>
              <a:chExt cx="1425" cy="2396"/>
            </a:xfrm>
          </p:grpSpPr>
          <p:sp>
            <p:nvSpPr>
              <p:cNvPr id="29867" name="Freeform 984">
                <a:extLst>
                  <a:ext uri="{FF2B5EF4-FFF2-40B4-BE49-F238E27FC236}">
                    <a16:creationId xmlns:a16="http://schemas.microsoft.com/office/drawing/2014/main" id="{D7A6613C-0DBB-C755-F1D1-871C395C3C96}"/>
                  </a:ext>
                </a:extLst>
              </p:cNvPr>
              <p:cNvSpPr>
                <a:spLocks/>
              </p:cNvSpPr>
              <p:nvPr/>
            </p:nvSpPr>
            <p:spPr bwMode="auto">
              <a:xfrm>
                <a:off x="5268" y="433"/>
                <a:ext cx="283" cy="2286"/>
              </a:xfrm>
              <a:custGeom>
                <a:avLst/>
                <a:gdLst>
                  <a:gd name="T0" fmla="*/ 5 w 354"/>
                  <a:gd name="T1" fmla="*/ 0 h 2742"/>
                  <a:gd name="T2" fmla="*/ 24 w 354"/>
                  <a:gd name="T3" fmla="*/ 38 h 2742"/>
                  <a:gd name="T4" fmla="*/ 24 w 354"/>
                  <a:gd name="T5" fmla="*/ 295 h 2742"/>
                  <a:gd name="T6" fmla="*/ 0 w 354"/>
                  <a:gd name="T7" fmla="*/ 309 h 2742"/>
                  <a:gd name="T8" fmla="*/ 5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68" name="Rectangle 985">
                <a:extLst>
                  <a:ext uri="{FF2B5EF4-FFF2-40B4-BE49-F238E27FC236}">
                    <a16:creationId xmlns:a16="http://schemas.microsoft.com/office/drawing/2014/main" id="{D9C808CB-6946-9DD8-4E15-08C0A4F2A4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69" name="Freeform 986">
                <a:extLst>
                  <a:ext uri="{FF2B5EF4-FFF2-40B4-BE49-F238E27FC236}">
                    <a16:creationId xmlns:a16="http://schemas.microsoft.com/office/drawing/2014/main" id="{E9A49A78-E089-A0D9-ED16-92BE75A9FD8C}"/>
                  </a:ext>
                </a:extLst>
              </p:cNvPr>
              <p:cNvSpPr>
                <a:spLocks/>
              </p:cNvSpPr>
              <p:nvPr/>
            </p:nvSpPr>
            <p:spPr bwMode="auto">
              <a:xfrm>
                <a:off x="5321" y="570"/>
                <a:ext cx="169" cy="2115"/>
              </a:xfrm>
              <a:custGeom>
                <a:avLst/>
                <a:gdLst>
                  <a:gd name="T0" fmla="*/ 2 w 211"/>
                  <a:gd name="T1" fmla="*/ 0 h 2537"/>
                  <a:gd name="T2" fmla="*/ 14 w 211"/>
                  <a:gd name="T3" fmla="*/ 25 h 2537"/>
                  <a:gd name="T4" fmla="*/ 2 w 211"/>
                  <a:gd name="T5" fmla="*/ 282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70" name="Freeform 987">
                <a:extLst>
                  <a:ext uri="{FF2B5EF4-FFF2-40B4-BE49-F238E27FC236}">
                    <a16:creationId xmlns:a16="http://schemas.microsoft.com/office/drawing/2014/main" id="{786F7B70-B556-71FE-0056-E597B7C6E191}"/>
                  </a:ext>
                </a:extLst>
              </p:cNvPr>
              <p:cNvSpPr>
                <a:spLocks/>
              </p:cNvSpPr>
              <p:nvPr/>
            </p:nvSpPr>
            <p:spPr bwMode="auto">
              <a:xfrm>
                <a:off x="5284" y="1640"/>
                <a:ext cx="263" cy="189"/>
              </a:xfrm>
              <a:custGeom>
                <a:avLst/>
                <a:gdLst>
                  <a:gd name="T0" fmla="*/ 2 w 328"/>
                  <a:gd name="T1" fmla="*/ 0 h 226"/>
                  <a:gd name="T2" fmla="*/ 23 w 328"/>
                  <a:gd name="T3" fmla="*/ 15 h 226"/>
                  <a:gd name="T4" fmla="*/ 23 w 328"/>
                  <a:gd name="T5" fmla="*/ 27 h 226"/>
                  <a:gd name="T6" fmla="*/ 0 w 328"/>
                  <a:gd name="T7" fmla="*/ 11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71" name="Rectangle 988">
                <a:extLst>
                  <a:ext uri="{FF2B5EF4-FFF2-40B4-BE49-F238E27FC236}">
                    <a16:creationId xmlns:a16="http://schemas.microsoft.com/office/drawing/2014/main" id="{9217F94E-E610-047C-AE46-DE732962A620}"/>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29872" name="Group 989">
                <a:extLst>
                  <a:ext uri="{FF2B5EF4-FFF2-40B4-BE49-F238E27FC236}">
                    <a16:creationId xmlns:a16="http://schemas.microsoft.com/office/drawing/2014/main" id="{0D813617-22E7-BADE-6860-832751532FFA}"/>
                  </a:ext>
                </a:extLst>
              </p:cNvPr>
              <p:cNvGrpSpPr>
                <a:grpSpLocks/>
              </p:cNvGrpSpPr>
              <p:nvPr/>
            </p:nvGrpSpPr>
            <p:grpSpPr bwMode="auto">
              <a:xfrm>
                <a:off x="4749" y="668"/>
                <a:ext cx="581" cy="145"/>
                <a:chOff x="614" y="2568"/>
                <a:chExt cx="725" cy="139"/>
              </a:xfrm>
            </p:grpSpPr>
            <p:sp>
              <p:nvSpPr>
                <p:cNvPr id="29897" name="AutoShape 990">
                  <a:extLst>
                    <a:ext uri="{FF2B5EF4-FFF2-40B4-BE49-F238E27FC236}">
                      <a16:creationId xmlns:a16="http://schemas.microsoft.com/office/drawing/2014/main" id="{CA16B195-0BE9-E4CA-295F-E233988E65B4}"/>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98" name="AutoShape 991">
                  <a:extLst>
                    <a:ext uri="{FF2B5EF4-FFF2-40B4-BE49-F238E27FC236}">
                      <a16:creationId xmlns:a16="http://schemas.microsoft.com/office/drawing/2014/main" id="{CACC07E5-6D5F-BA24-D5B8-6A1ADF076F65}"/>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873" name="Rectangle 992">
                <a:extLst>
                  <a:ext uri="{FF2B5EF4-FFF2-40B4-BE49-F238E27FC236}">
                    <a16:creationId xmlns:a16="http://schemas.microsoft.com/office/drawing/2014/main" id="{7A69A248-F70C-6B2A-FB42-AEBFCFA03EE0}"/>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29874" name="Group 993">
                <a:extLst>
                  <a:ext uri="{FF2B5EF4-FFF2-40B4-BE49-F238E27FC236}">
                    <a16:creationId xmlns:a16="http://schemas.microsoft.com/office/drawing/2014/main" id="{0525EF11-C2C4-3291-F516-3CD70A2EE68F}"/>
                  </a:ext>
                </a:extLst>
              </p:cNvPr>
              <p:cNvGrpSpPr>
                <a:grpSpLocks/>
              </p:cNvGrpSpPr>
              <p:nvPr/>
            </p:nvGrpSpPr>
            <p:grpSpPr bwMode="auto">
              <a:xfrm>
                <a:off x="4747" y="994"/>
                <a:ext cx="581" cy="134"/>
                <a:chOff x="614" y="2568"/>
                <a:chExt cx="725" cy="139"/>
              </a:xfrm>
            </p:grpSpPr>
            <p:sp>
              <p:nvSpPr>
                <p:cNvPr id="29895" name="AutoShape 994">
                  <a:extLst>
                    <a:ext uri="{FF2B5EF4-FFF2-40B4-BE49-F238E27FC236}">
                      <a16:creationId xmlns:a16="http://schemas.microsoft.com/office/drawing/2014/main" id="{D3DA6A88-D9F5-427C-DF66-C6D0C9E39178}"/>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96" name="AutoShape 995">
                  <a:extLst>
                    <a:ext uri="{FF2B5EF4-FFF2-40B4-BE49-F238E27FC236}">
                      <a16:creationId xmlns:a16="http://schemas.microsoft.com/office/drawing/2014/main" id="{032F427C-1C46-0F76-6BB7-FDF5544B7322}"/>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875" name="Rectangle 996">
                <a:extLst>
                  <a:ext uri="{FF2B5EF4-FFF2-40B4-BE49-F238E27FC236}">
                    <a16:creationId xmlns:a16="http://schemas.microsoft.com/office/drawing/2014/main" id="{59EC71C6-6269-041F-48EC-C28C9ACE952D}"/>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76" name="Rectangle 997">
                <a:extLst>
                  <a:ext uri="{FF2B5EF4-FFF2-40B4-BE49-F238E27FC236}">
                    <a16:creationId xmlns:a16="http://schemas.microsoft.com/office/drawing/2014/main" id="{8ECFF685-C2A9-3568-D7E1-A1AF75998EFF}"/>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29877" name="Group 998">
                <a:extLst>
                  <a:ext uri="{FF2B5EF4-FFF2-40B4-BE49-F238E27FC236}">
                    <a16:creationId xmlns:a16="http://schemas.microsoft.com/office/drawing/2014/main" id="{4F81C05C-5F7C-E66A-13DD-DF517B1CE21F}"/>
                  </a:ext>
                </a:extLst>
              </p:cNvPr>
              <p:cNvGrpSpPr>
                <a:grpSpLocks/>
              </p:cNvGrpSpPr>
              <p:nvPr/>
            </p:nvGrpSpPr>
            <p:grpSpPr bwMode="auto">
              <a:xfrm>
                <a:off x="4735" y="1627"/>
                <a:ext cx="582" cy="151"/>
                <a:chOff x="614" y="2568"/>
                <a:chExt cx="725" cy="139"/>
              </a:xfrm>
            </p:grpSpPr>
            <p:sp>
              <p:nvSpPr>
                <p:cNvPr id="29893" name="AutoShape 999">
                  <a:extLst>
                    <a:ext uri="{FF2B5EF4-FFF2-40B4-BE49-F238E27FC236}">
                      <a16:creationId xmlns:a16="http://schemas.microsoft.com/office/drawing/2014/main" id="{D20015A4-3C19-0733-AA66-3DF028EF6A1D}"/>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94" name="AutoShape 1000">
                  <a:extLst>
                    <a:ext uri="{FF2B5EF4-FFF2-40B4-BE49-F238E27FC236}">
                      <a16:creationId xmlns:a16="http://schemas.microsoft.com/office/drawing/2014/main" id="{19201C76-7E36-101F-CC1B-26342AC209EA}"/>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878" name="Freeform 1001">
                <a:extLst>
                  <a:ext uri="{FF2B5EF4-FFF2-40B4-BE49-F238E27FC236}">
                    <a16:creationId xmlns:a16="http://schemas.microsoft.com/office/drawing/2014/main" id="{08395E92-BD49-A1B5-F72C-AFD80FA89959}"/>
                  </a:ext>
                </a:extLst>
              </p:cNvPr>
              <p:cNvSpPr>
                <a:spLocks/>
              </p:cNvSpPr>
              <p:nvPr/>
            </p:nvSpPr>
            <p:spPr bwMode="auto">
              <a:xfrm>
                <a:off x="5288" y="1354"/>
                <a:ext cx="263" cy="188"/>
              </a:xfrm>
              <a:custGeom>
                <a:avLst/>
                <a:gdLst>
                  <a:gd name="T0" fmla="*/ 2 w 328"/>
                  <a:gd name="T1" fmla="*/ 0 h 226"/>
                  <a:gd name="T2" fmla="*/ 23 w 328"/>
                  <a:gd name="T3" fmla="*/ 14 h 226"/>
                  <a:gd name="T4" fmla="*/ 23 w 328"/>
                  <a:gd name="T5" fmla="*/ 25 h 226"/>
                  <a:gd name="T6" fmla="*/ 0 w 328"/>
                  <a:gd name="T7" fmla="*/ 10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29879" name="Group 1002">
                <a:extLst>
                  <a:ext uri="{FF2B5EF4-FFF2-40B4-BE49-F238E27FC236}">
                    <a16:creationId xmlns:a16="http://schemas.microsoft.com/office/drawing/2014/main" id="{4B6199D0-11A6-3FD1-AFA0-BD3F8B56D8FC}"/>
                  </a:ext>
                </a:extLst>
              </p:cNvPr>
              <p:cNvGrpSpPr>
                <a:grpSpLocks/>
              </p:cNvGrpSpPr>
              <p:nvPr/>
            </p:nvGrpSpPr>
            <p:grpSpPr bwMode="auto">
              <a:xfrm>
                <a:off x="4739" y="1327"/>
                <a:ext cx="582" cy="139"/>
                <a:chOff x="614" y="2568"/>
                <a:chExt cx="725" cy="139"/>
              </a:xfrm>
            </p:grpSpPr>
            <p:sp>
              <p:nvSpPr>
                <p:cNvPr id="29891" name="AutoShape 1003">
                  <a:extLst>
                    <a:ext uri="{FF2B5EF4-FFF2-40B4-BE49-F238E27FC236}">
                      <a16:creationId xmlns:a16="http://schemas.microsoft.com/office/drawing/2014/main" id="{885D59FF-5CEB-A028-FB23-41A117E198AB}"/>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92" name="AutoShape 1004">
                  <a:extLst>
                    <a:ext uri="{FF2B5EF4-FFF2-40B4-BE49-F238E27FC236}">
                      <a16:creationId xmlns:a16="http://schemas.microsoft.com/office/drawing/2014/main" id="{AA39D488-B17F-9BB2-08C4-25F2E9F68A5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29880" name="Rectangle 1005">
                <a:extLst>
                  <a:ext uri="{FF2B5EF4-FFF2-40B4-BE49-F238E27FC236}">
                    <a16:creationId xmlns:a16="http://schemas.microsoft.com/office/drawing/2014/main" id="{A2D50109-1BDC-37B2-1B2C-60B3CB548FEF}"/>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81" name="Freeform 1006">
                <a:extLst>
                  <a:ext uri="{FF2B5EF4-FFF2-40B4-BE49-F238E27FC236}">
                    <a16:creationId xmlns:a16="http://schemas.microsoft.com/office/drawing/2014/main" id="{CD2E1206-C402-FE3E-E727-74D486B4753A}"/>
                  </a:ext>
                </a:extLst>
              </p:cNvPr>
              <p:cNvSpPr>
                <a:spLocks/>
              </p:cNvSpPr>
              <p:nvPr/>
            </p:nvSpPr>
            <p:spPr bwMode="auto">
              <a:xfrm>
                <a:off x="5312" y="1007"/>
                <a:ext cx="237" cy="213"/>
              </a:xfrm>
              <a:custGeom>
                <a:avLst/>
                <a:gdLst>
                  <a:gd name="T0" fmla="*/ 2 w 296"/>
                  <a:gd name="T1" fmla="*/ 0 h 256"/>
                  <a:gd name="T2" fmla="*/ 21 w 296"/>
                  <a:gd name="T3" fmla="*/ 15 h 256"/>
                  <a:gd name="T4" fmla="*/ 21 w 296"/>
                  <a:gd name="T5" fmla="*/ 28 h 256"/>
                  <a:gd name="T6" fmla="*/ 0 w 296"/>
                  <a:gd name="T7" fmla="*/ 10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82" name="Freeform 1007">
                <a:extLst>
                  <a:ext uri="{FF2B5EF4-FFF2-40B4-BE49-F238E27FC236}">
                    <a16:creationId xmlns:a16="http://schemas.microsoft.com/office/drawing/2014/main" id="{59EF5B40-5E08-C41E-1048-59B8CF7832E0}"/>
                  </a:ext>
                </a:extLst>
              </p:cNvPr>
              <p:cNvSpPr>
                <a:spLocks/>
              </p:cNvSpPr>
              <p:nvPr/>
            </p:nvSpPr>
            <p:spPr bwMode="auto">
              <a:xfrm>
                <a:off x="5315" y="680"/>
                <a:ext cx="244" cy="240"/>
              </a:xfrm>
              <a:custGeom>
                <a:avLst/>
                <a:gdLst>
                  <a:gd name="T0" fmla="*/ 0 w 304"/>
                  <a:gd name="T1" fmla="*/ 0 h 288"/>
                  <a:gd name="T2" fmla="*/ 22 w 304"/>
                  <a:gd name="T3" fmla="*/ 19 h 288"/>
                  <a:gd name="T4" fmla="*/ 20 w 304"/>
                  <a:gd name="T5" fmla="*/ 33 h 288"/>
                  <a:gd name="T6" fmla="*/ 2 w 304"/>
                  <a:gd name="T7" fmla="*/ 14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83" name="Oval 1008">
                <a:extLst>
                  <a:ext uri="{FF2B5EF4-FFF2-40B4-BE49-F238E27FC236}">
                    <a16:creationId xmlns:a16="http://schemas.microsoft.com/office/drawing/2014/main" id="{7128CAB5-6869-C2C9-0EAC-F94BD530520C}"/>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84" name="Freeform 1009">
                <a:extLst>
                  <a:ext uri="{FF2B5EF4-FFF2-40B4-BE49-F238E27FC236}">
                    <a16:creationId xmlns:a16="http://schemas.microsoft.com/office/drawing/2014/main" id="{7D30A880-505A-0693-E394-F939756203B9}"/>
                  </a:ext>
                </a:extLst>
              </p:cNvPr>
              <p:cNvSpPr>
                <a:spLocks/>
              </p:cNvSpPr>
              <p:nvPr/>
            </p:nvSpPr>
            <p:spPr bwMode="auto">
              <a:xfrm>
                <a:off x="5302" y="2614"/>
                <a:ext cx="245" cy="200"/>
              </a:xfrm>
              <a:custGeom>
                <a:avLst/>
                <a:gdLst>
                  <a:gd name="T0" fmla="*/ 0 w 306"/>
                  <a:gd name="T1" fmla="*/ 13 h 240"/>
                  <a:gd name="T2" fmla="*/ 2 w 306"/>
                  <a:gd name="T3" fmla="*/ 28 h 240"/>
                  <a:gd name="T4" fmla="*/ 22 w 306"/>
                  <a:gd name="T5" fmla="*/ 13 h 240"/>
                  <a:gd name="T6" fmla="*/ 21 w 306"/>
                  <a:gd name="T7" fmla="*/ 0 h 240"/>
                  <a:gd name="T8" fmla="*/ 0 w 306"/>
                  <a:gd name="T9" fmla="*/ 1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85" name="AutoShape 1010">
                <a:extLst>
                  <a:ext uri="{FF2B5EF4-FFF2-40B4-BE49-F238E27FC236}">
                    <a16:creationId xmlns:a16="http://schemas.microsoft.com/office/drawing/2014/main" id="{DCA4DF59-DE23-3749-16F6-C748724780DA}"/>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86" name="AutoShape 1011">
                <a:extLst>
                  <a:ext uri="{FF2B5EF4-FFF2-40B4-BE49-F238E27FC236}">
                    <a16:creationId xmlns:a16="http://schemas.microsoft.com/office/drawing/2014/main" id="{C0BA3459-DE79-6D0C-4FFC-42F813F995C8}"/>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87" name="Oval 1012">
                <a:extLst>
                  <a:ext uri="{FF2B5EF4-FFF2-40B4-BE49-F238E27FC236}">
                    <a16:creationId xmlns:a16="http://schemas.microsoft.com/office/drawing/2014/main" id="{34EA0B9F-9FD1-C04E-8C0B-5EA6BCAE9D41}"/>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88" name="Oval 1013">
                <a:extLst>
                  <a:ext uri="{FF2B5EF4-FFF2-40B4-BE49-F238E27FC236}">
                    <a16:creationId xmlns:a16="http://schemas.microsoft.com/office/drawing/2014/main" id="{264E516B-3CB6-D482-EE2F-0F5F61138786}"/>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89" name="Oval 1014">
                <a:extLst>
                  <a:ext uri="{FF2B5EF4-FFF2-40B4-BE49-F238E27FC236}">
                    <a16:creationId xmlns:a16="http://schemas.microsoft.com/office/drawing/2014/main" id="{44335395-CE76-B072-5BC7-F031258179A2}"/>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9890" name="Rectangle 1015">
                <a:extLst>
                  <a:ext uri="{FF2B5EF4-FFF2-40B4-BE49-F238E27FC236}">
                    <a16:creationId xmlns:a16="http://schemas.microsoft.com/office/drawing/2014/main" id="{A5D43876-54AF-534F-1DBB-36119C109A61}"/>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grpSp>
          <p:nvGrpSpPr>
            <p:cNvPr id="29768" name="Group 1016">
              <a:extLst>
                <a:ext uri="{FF2B5EF4-FFF2-40B4-BE49-F238E27FC236}">
                  <a16:creationId xmlns:a16="http://schemas.microsoft.com/office/drawing/2014/main" id="{ECDEFA16-B887-1367-2FDE-24CB3DBAD8E4}"/>
                </a:ext>
              </a:extLst>
            </p:cNvPr>
            <p:cNvGrpSpPr>
              <a:grpSpLocks/>
            </p:cNvGrpSpPr>
            <p:nvPr/>
          </p:nvGrpSpPr>
          <p:grpSpPr bwMode="auto">
            <a:xfrm>
              <a:off x="5302250" y="2043113"/>
              <a:ext cx="534987" cy="407988"/>
              <a:chOff x="877" y="1008"/>
              <a:chExt cx="2747" cy="2591"/>
            </a:xfrm>
          </p:grpSpPr>
          <p:pic>
            <p:nvPicPr>
              <p:cNvPr id="29844" name="Picture 1017" descr="antenna_stylized">
                <a:extLst>
                  <a:ext uri="{FF2B5EF4-FFF2-40B4-BE49-F238E27FC236}">
                    <a16:creationId xmlns:a16="http://schemas.microsoft.com/office/drawing/2014/main" id="{89BFA956-1ACB-DDC4-5FAC-142BFA56C6D5}"/>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845" name="Picture 1018" descr="laptop_keyboard">
                <a:extLst>
                  <a:ext uri="{FF2B5EF4-FFF2-40B4-BE49-F238E27FC236}">
                    <a16:creationId xmlns:a16="http://schemas.microsoft.com/office/drawing/2014/main" id="{A77D9CB2-E69A-B698-5BEC-7491E558817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846" name="Freeform 1019">
                <a:extLst>
                  <a:ext uri="{FF2B5EF4-FFF2-40B4-BE49-F238E27FC236}">
                    <a16:creationId xmlns:a16="http://schemas.microsoft.com/office/drawing/2014/main" id="{49595B23-41FA-A04D-6762-E2DBFB5CBDDC}"/>
                  </a:ext>
                </a:extLst>
              </p:cNvPr>
              <p:cNvSpPr>
                <a:spLocks/>
              </p:cNvSpPr>
              <p:nvPr/>
            </p:nvSpPr>
            <p:spPr bwMode="auto">
              <a:xfrm>
                <a:off x="1753" y="1603"/>
                <a:ext cx="1807" cy="1322"/>
              </a:xfrm>
              <a:custGeom>
                <a:avLst/>
                <a:gdLst>
                  <a:gd name="T0" fmla="*/ 1 w 2982"/>
                  <a:gd name="T1" fmla="*/ 0 h 2442"/>
                  <a:gd name="T2" fmla="*/ 0 w 2982"/>
                  <a:gd name="T3" fmla="*/ 1 h 2442"/>
                  <a:gd name="T4" fmla="*/ 6 w 2982"/>
                  <a:gd name="T5" fmla="*/ 2 h 2442"/>
                  <a:gd name="T6" fmla="*/ 7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29847" name="Picture 1020" descr="screen">
                <a:extLst>
                  <a:ext uri="{FF2B5EF4-FFF2-40B4-BE49-F238E27FC236}">
                    <a16:creationId xmlns:a16="http://schemas.microsoft.com/office/drawing/2014/main" id="{5812FE55-5EE5-4A5D-C782-858D86EF7285}"/>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848" name="Freeform 1021">
                <a:extLst>
                  <a:ext uri="{FF2B5EF4-FFF2-40B4-BE49-F238E27FC236}">
                    <a16:creationId xmlns:a16="http://schemas.microsoft.com/office/drawing/2014/main" id="{E0161725-7EB1-1233-53BE-F42FFFEC445C}"/>
                  </a:ext>
                </a:extLst>
              </p:cNvPr>
              <p:cNvSpPr>
                <a:spLocks/>
              </p:cNvSpPr>
              <p:nvPr/>
            </p:nvSpPr>
            <p:spPr bwMode="auto">
              <a:xfrm>
                <a:off x="2082" y="1564"/>
                <a:ext cx="1531" cy="246"/>
              </a:xfrm>
              <a:custGeom>
                <a:avLst/>
                <a:gdLst>
                  <a:gd name="T0" fmla="*/ 1 w 2528"/>
                  <a:gd name="T1" fmla="*/ 0 h 455"/>
                  <a:gd name="T2" fmla="*/ 6 w 2528"/>
                  <a:gd name="T3" fmla="*/ 1 h 455"/>
                  <a:gd name="T4" fmla="*/ 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49" name="Freeform 1022">
                <a:extLst>
                  <a:ext uri="{FF2B5EF4-FFF2-40B4-BE49-F238E27FC236}">
                    <a16:creationId xmlns:a16="http://schemas.microsoft.com/office/drawing/2014/main" id="{583DF8EA-3FDB-3917-C6A1-92A6B208EEE0}"/>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2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50" name="Freeform 1023">
                <a:extLst>
                  <a:ext uri="{FF2B5EF4-FFF2-40B4-BE49-F238E27FC236}">
                    <a16:creationId xmlns:a16="http://schemas.microsoft.com/office/drawing/2014/main" id="{1671553B-B51E-F41A-15AF-2C2591FF9EFE}"/>
                  </a:ext>
                </a:extLst>
              </p:cNvPr>
              <p:cNvSpPr>
                <a:spLocks/>
              </p:cNvSpPr>
              <p:nvPr/>
            </p:nvSpPr>
            <p:spPr bwMode="auto">
              <a:xfrm>
                <a:off x="3144" y="1745"/>
                <a:ext cx="458" cy="1182"/>
              </a:xfrm>
              <a:custGeom>
                <a:avLst/>
                <a:gdLst>
                  <a:gd name="T0" fmla="*/ 2 w 756"/>
                  <a:gd name="T1" fmla="*/ 0 h 2184"/>
                  <a:gd name="T2" fmla="*/ 1 w 756"/>
                  <a:gd name="T3" fmla="*/ 2 h 2184"/>
                  <a:gd name="T4" fmla="*/ 0 w 756"/>
                  <a:gd name="T5" fmla="*/ 2 h 2184"/>
                  <a:gd name="T6" fmla="*/ 1 w 756"/>
                  <a:gd name="T7" fmla="*/ 1 h 2184"/>
                  <a:gd name="T8" fmla="*/ 2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51" name="Freeform 1024">
                <a:extLst>
                  <a:ext uri="{FF2B5EF4-FFF2-40B4-BE49-F238E27FC236}">
                    <a16:creationId xmlns:a16="http://schemas.microsoft.com/office/drawing/2014/main" id="{0B95A5A8-9C1B-7866-1983-0EBBEE8CC7F8}"/>
                  </a:ext>
                </a:extLst>
              </p:cNvPr>
              <p:cNvSpPr>
                <a:spLocks/>
              </p:cNvSpPr>
              <p:nvPr/>
            </p:nvSpPr>
            <p:spPr bwMode="auto">
              <a:xfrm>
                <a:off x="1732" y="2534"/>
                <a:ext cx="1680" cy="399"/>
              </a:xfrm>
              <a:custGeom>
                <a:avLst/>
                <a:gdLst>
                  <a:gd name="T0" fmla="*/ 1 w 2773"/>
                  <a:gd name="T1" fmla="*/ 0 h 738"/>
                  <a:gd name="T2" fmla="*/ 0 w 2773"/>
                  <a:gd name="T3" fmla="*/ 1 h 738"/>
                  <a:gd name="T4" fmla="*/ 6 w 2773"/>
                  <a:gd name="T5" fmla="*/ 1 h 738"/>
                  <a:gd name="T6" fmla="*/ 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52" name="Freeform 1025">
                <a:extLst>
                  <a:ext uri="{FF2B5EF4-FFF2-40B4-BE49-F238E27FC236}">
                    <a16:creationId xmlns:a16="http://schemas.microsoft.com/office/drawing/2014/main" id="{DF2271AD-2A2C-C08D-DF13-D04057DB9ADE}"/>
                  </a:ext>
                </a:extLst>
              </p:cNvPr>
              <p:cNvSpPr>
                <a:spLocks/>
              </p:cNvSpPr>
              <p:nvPr/>
            </p:nvSpPr>
            <p:spPr bwMode="auto">
              <a:xfrm>
                <a:off x="3195" y="1755"/>
                <a:ext cx="429" cy="1187"/>
              </a:xfrm>
              <a:custGeom>
                <a:avLst/>
                <a:gdLst>
                  <a:gd name="T0" fmla="*/ 5 w 637"/>
                  <a:gd name="T1" fmla="*/ 0 h 1659"/>
                  <a:gd name="T2" fmla="*/ 5 w 637"/>
                  <a:gd name="T3" fmla="*/ 0 h 1659"/>
                  <a:gd name="T4" fmla="*/ 1 w 637"/>
                  <a:gd name="T5" fmla="*/ 30 h 1659"/>
                  <a:gd name="T6" fmla="*/ 0 w 637"/>
                  <a:gd name="T7" fmla="*/ 29 h 1659"/>
                  <a:gd name="T8" fmla="*/ 5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53" name="Freeform 1026">
                <a:extLst>
                  <a:ext uri="{FF2B5EF4-FFF2-40B4-BE49-F238E27FC236}">
                    <a16:creationId xmlns:a16="http://schemas.microsoft.com/office/drawing/2014/main" id="{4458ADD6-88FA-2CD9-65F6-D8196116DA30}"/>
                  </a:ext>
                </a:extLst>
              </p:cNvPr>
              <p:cNvSpPr>
                <a:spLocks/>
              </p:cNvSpPr>
              <p:nvPr/>
            </p:nvSpPr>
            <p:spPr bwMode="auto">
              <a:xfrm>
                <a:off x="1734" y="2587"/>
                <a:ext cx="1494" cy="394"/>
              </a:xfrm>
              <a:custGeom>
                <a:avLst/>
                <a:gdLst>
                  <a:gd name="T0" fmla="*/ 0 w 2216"/>
                  <a:gd name="T1" fmla="*/ 0 h 550"/>
                  <a:gd name="T2" fmla="*/ 1 w 2216"/>
                  <a:gd name="T3" fmla="*/ 1 h 550"/>
                  <a:gd name="T4" fmla="*/ 19 w 2216"/>
                  <a:gd name="T5" fmla="*/ 10 h 550"/>
                  <a:gd name="T6" fmla="*/ 19 w 2216"/>
                  <a:gd name="T7" fmla="*/ 9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29854" name="Group 1027">
                <a:extLst>
                  <a:ext uri="{FF2B5EF4-FFF2-40B4-BE49-F238E27FC236}">
                    <a16:creationId xmlns:a16="http://schemas.microsoft.com/office/drawing/2014/main" id="{BC7E82FF-7C39-8B86-857F-E2B5CC92EF5A}"/>
                  </a:ext>
                </a:extLst>
              </p:cNvPr>
              <p:cNvGrpSpPr>
                <a:grpSpLocks/>
              </p:cNvGrpSpPr>
              <p:nvPr/>
            </p:nvGrpSpPr>
            <p:grpSpPr bwMode="auto">
              <a:xfrm>
                <a:off x="1709" y="3008"/>
                <a:ext cx="507" cy="234"/>
                <a:chOff x="1740" y="2642"/>
                <a:chExt cx="752" cy="327"/>
              </a:xfrm>
            </p:grpSpPr>
            <p:sp>
              <p:nvSpPr>
                <p:cNvPr id="29861" name="Freeform 1028">
                  <a:extLst>
                    <a:ext uri="{FF2B5EF4-FFF2-40B4-BE49-F238E27FC236}">
                      <a16:creationId xmlns:a16="http://schemas.microsoft.com/office/drawing/2014/main" id="{F00F3F01-BAE0-8761-A17E-60030259D10A}"/>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62" name="Freeform 1029">
                  <a:extLst>
                    <a:ext uri="{FF2B5EF4-FFF2-40B4-BE49-F238E27FC236}">
                      <a16:creationId xmlns:a16="http://schemas.microsoft.com/office/drawing/2014/main" id="{31D2EDF7-2D94-FF0A-9F24-EB95194651CD}"/>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63" name="Freeform 1030">
                  <a:extLst>
                    <a:ext uri="{FF2B5EF4-FFF2-40B4-BE49-F238E27FC236}">
                      <a16:creationId xmlns:a16="http://schemas.microsoft.com/office/drawing/2014/main" id="{4D18483E-3708-3889-53C4-AECCC2EF4BCB}"/>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64" name="Freeform 1031">
                  <a:extLst>
                    <a:ext uri="{FF2B5EF4-FFF2-40B4-BE49-F238E27FC236}">
                      <a16:creationId xmlns:a16="http://schemas.microsoft.com/office/drawing/2014/main" id="{B534AFB3-35E2-1B23-B67B-B581A642362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65" name="Freeform 1032">
                  <a:extLst>
                    <a:ext uri="{FF2B5EF4-FFF2-40B4-BE49-F238E27FC236}">
                      <a16:creationId xmlns:a16="http://schemas.microsoft.com/office/drawing/2014/main" id="{20CDC248-463A-E45A-EFF5-66F62E4D535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66" name="Freeform 1033">
                  <a:extLst>
                    <a:ext uri="{FF2B5EF4-FFF2-40B4-BE49-F238E27FC236}">
                      <a16:creationId xmlns:a16="http://schemas.microsoft.com/office/drawing/2014/main" id="{9BCBB05C-DA43-AFED-92E2-7DEA9196949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855" name="Freeform 1034">
                <a:extLst>
                  <a:ext uri="{FF2B5EF4-FFF2-40B4-BE49-F238E27FC236}">
                    <a16:creationId xmlns:a16="http://schemas.microsoft.com/office/drawing/2014/main" id="{D5ADFDCD-0E11-6318-776C-DDB1C2656247}"/>
                  </a:ext>
                </a:extLst>
              </p:cNvPr>
              <p:cNvSpPr>
                <a:spLocks/>
              </p:cNvSpPr>
              <p:nvPr/>
            </p:nvSpPr>
            <p:spPr bwMode="auto">
              <a:xfrm>
                <a:off x="2577" y="3043"/>
                <a:ext cx="614" cy="514"/>
              </a:xfrm>
              <a:custGeom>
                <a:avLst/>
                <a:gdLst>
                  <a:gd name="T0" fmla="*/ 1 w 990"/>
                  <a:gd name="T1" fmla="*/ 4 h 792"/>
                  <a:gd name="T2" fmla="*/ 4 w 990"/>
                  <a:gd name="T3" fmla="*/ 0 h 792"/>
                  <a:gd name="T4" fmla="*/ 4 w 990"/>
                  <a:gd name="T5" fmla="*/ 1 h 792"/>
                  <a:gd name="T6" fmla="*/ 0 w 990"/>
                  <a:gd name="T7" fmla="*/ 4 h 792"/>
                  <a:gd name="T8" fmla="*/ 1 w 990"/>
                  <a:gd name="T9" fmla="*/ 4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56" name="Freeform 1035">
                <a:extLst>
                  <a:ext uri="{FF2B5EF4-FFF2-40B4-BE49-F238E27FC236}">
                    <a16:creationId xmlns:a16="http://schemas.microsoft.com/office/drawing/2014/main" id="{E61CFCE3-4FDC-5C63-99F8-67214A5BB2A5}"/>
                  </a:ext>
                </a:extLst>
              </p:cNvPr>
              <p:cNvSpPr>
                <a:spLocks/>
              </p:cNvSpPr>
              <p:nvPr/>
            </p:nvSpPr>
            <p:spPr bwMode="auto">
              <a:xfrm>
                <a:off x="1010" y="3084"/>
                <a:ext cx="1571" cy="469"/>
              </a:xfrm>
              <a:custGeom>
                <a:avLst/>
                <a:gdLst>
                  <a:gd name="T0" fmla="*/ 1 w 2532"/>
                  <a:gd name="T1" fmla="*/ 0 h 723"/>
                  <a:gd name="T2" fmla="*/ 1 w 2532"/>
                  <a:gd name="T3" fmla="*/ 0 h 723"/>
                  <a:gd name="T4" fmla="*/ 9 w 2532"/>
                  <a:gd name="T5" fmla="*/ 4 h 723"/>
                  <a:gd name="T6" fmla="*/ 9 w 2532"/>
                  <a:gd name="T7" fmla="*/ 4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57" name="Freeform 1036">
                <a:extLst>
                  <a:ext uri="{FF2B5EF4-FFF2-40B4-BE49-F238E27FC236}">
                    <a16:creationId xmlns:a16="http://schemas.microsoft.com/office/drawing/2014/main" id="{F7B6CCE0-5CC6-ED29-73BB-CC49B32EFEAB}"/>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58" name="Freeform 1037">
                <a:extLst>
                  <a:ext uri="{FF2B5EF4-FFF2-40B4-BE49-F238E27FC236}">
                    <a16:creationId xmlns:a16="http://schemas.microsoft.com/office/drawing/2014/main" id="{F46D0602-A977-4161-64E2-713A9005F490}"/>
                  </a:ext>
                </a:extLst>
              </p:cNvPr>
              <p:cNvSpPr>
                <a:spLocks/>
              </p:cNvSpPr>
              <p:nvPr/>
            </p:nvSpPr>
            <p:spPr bwMode="auto">
              <a:xfrm>
                <a:off x="1012" y="2611"/>
                <a:ext cx="730" cy="393"/>
              </a:xfrm>
              <a:custGeom>
                <a:avLst/>
                <a:gdLst>
                  <a:gd name="T0" fmla="*/ 4 w 1176"/>
                  <a:gd name="T1" fmla="*/ 0 h 606"/>
                  <a:gd name="T2" fmla="*/ 0 w 1176"/>
                  <a:gd name="T3" fmla="*/ 3 h 606"/>
                  <a:gd name="T4" fmla="*/ 1 w 1176"/>
                  <a:gd name="T5" fmla="*/ 3 h 606"/>
                  <a:gd name="T6" fmla="*/ 4 w 1176"/>
                  <a:gd name="T7" fmla="*/ 1 h 606"/>
                  <a:gd name="T8" fmla="*/ 4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59" name="Freeform 1038">
                <a:extLst>
                  <a:ext uri="{FF2B5EF4-FFF2-40B4-BE49-F238E27FC236}">
                    <a16:creationId xmlns:a16="http://schemas.microsoft.com/office/drawing/2014/main" id="{30F9D639-C9F4-9483-E31B-4225AF84D02E}"/>
                  </a:ext>
                </a:extLst>
              </p:cNvPr>
              <p:cNvSpPr>
                <a:spLocks/>
              </p:cNvSpPr>
              <p:nvPr/>
            </p:nvSpPr>
            <p:spPr bwMode="auto">
              <a:xfrm>
                <a:off x="1061" y="3018"/>
                <a:ext cx="1490" cy="451"/>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60" name="Freeform 1039">
                <a:extLst>
                  <a:ext uri="{FF2B5EF4-FFF2-40B4-BE49-F238E27FC236}">
                    <a16:creationId xmlns:a16="http://schemas.microsoft.com/office/drawing/2014/main" id="{FE058C75-8278-DE89-4A51-867E7E78AEFA}"/>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4 h 723"/>
                  <a:gd name="T6" fmla="*/ 0 w 2532"/>
                  <a:gd name="T7" fmla="*/ 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69" name="Group 1064">
              <a:extLst>
                <a:ext uri="{FF2B5EF4-FFF2-40B4-BE49-F238E27FC236}">
                  <a16:creationId xmlns:a16="http://schemas.microsoft.com/office/drawing/2014/main" id="{6471D05F-DA37-B8F4-4BE9-B39159A23E77}"/>
                </a:ext>
              </a:extLst>
            </p:cNvPr>
            <p:cNvGrpSpPr>
              <a:grpSpLocks/>
            </p:cNvGrpSpPr>
            <p:nvPr/>
          </p:nvGrpSpPr>
          <p:grpSpPr bwMode="auto">
            <a:xfrm>
              <a:off x="6872288" y="5486400"/>
              <a:ext cx="474662" cy="407988"/>
              <a:chOff x="877" y="1008"/>
              <a:chExt cx="2747" cy="2591"/>
            </a:xfrm>
          </p:grpSpPr>
          <p:pic>
            <p:nvPicPr>
              <p:cNvPr id="29821" name="Picture 1065" descr="antenna_stylized">
                <a:extLst>
                  <a:ext uri="{FF2B5EF4-FFF2-40B4-BE49-F238E27FC236}">
                    <a16:creationId xmlns:a16="http://schemas.microsoft.com/office/drawing/2014/main" id="{08FE1591-06F3-683E-1BE6-706245E86E5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822" name="Picture 1066" descr="laptop_keyboard">
                <a:extLst>
                  <a:ext uri="{FF2B5EF4-FFF2-40B4-BE49-F238E27FC236}">
                    <a16:creationId xmlns:a16="http://schemas.microsoft.com/office/drawing/2014/main" id="{B1838589-E46A-0850-6D83-35BDBF8B06D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823" name="Freeform 1067">
                <a:extLst>
                  <a:ext uri="{FF2B5EF4-FFF2-40B4-BE49-F238E27FC236}">
                    <a16:creationId xmlns:a16="http://schemas.microsoft.com/office/drawing/2014/main" id="{4C941431-21B7-ED3C-203E-03CA099EE4D8}"/>
                  </a:ext>
                </a:extLst>
              </p:cNvPr>
              <p:cNvSpPr>
                <a:spLocks/>
              </p:cNvSpPr>
              <p:nvPr/>
            </p:nvSpPr>
            <p:spPr bwMode="auto">
              <a:xfrm>
                <a:off x="1753" y="1603"/>
                <a:ext cx="1807" cy="1322"/>
              </a:xfrm>
              <a:custGeom>
                <a:avLst/>
                <a:gdLst>
                  <a:gd name="T0" fmla="*/ 1 w 2982"/>
                  <a:gd name="T1" fmla="*/ 0 h 2442"/>
                  <a:gd name="T2" fmla="*/ 0 w 2982"/>
                  <a:gd name="T3" fmla="*/ 1 h 2442"/>
                  <a:gd name="T4" fmla="*/ 6 w 2982"/>
                  <a:gd name="T5" fmla="*/ 2 h 2442"/>
                  <a:gd name="T6" fmla="*/ 7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29824" name="Picture 1068" descr="screen">
                <a:extLst>
                  <a:ext uri="{FF2B5EF4-FFF2-40B4-BE49-F238E27FC236}">
                    <a16:creationId xmlns:a16="http://schemas.microsoft.com/office/drawing/2014/main" id="{14FEE3F6-256E-8E69-31A5-9A517C8B702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825" name="Freeform 1069">
                <a:extLst>
                  <a:ext uri="{FF2B5EF4-FFF2-40B4-BE49-F238E27FC236}">
                    <a16:creationId xmlns:a16="http://schemas.microsoft.com/office/drawing/2014/main" id="{4A08A1BD-1E1E-FA36-E0FF-A87C06E559E4}"/>
                  </a:ext>
                </a:extLst>
              </p:cNvPr>
              <p:cNvSpPr>
                <a:spLocks/>
              </p:cNvSpPr>
              <p:nvPr/>
            </p:nvSpPr>
            <p:spPr bwMode="auto">
              <a:xfrm>
                <a:off x="2082" y="1564"/>
                <a:ext cx="1531" cy="246"/>
              </a:xfrm>
              <a:custGeom>
                <a:avLst/>
                <a:gdLst>
                  <a:gd name="T0" fmla="*/ 1 w 2528"/>
                  <a:gd name="T1" fmla="*/ 0 h 455"/>
                  <a:gd name="T2" fmla="*/ 6 w 2528"/>
                  <a:gd name="T3" fmla="*/ 1 h 455"/>
                  <a:gd name="T4" fmla="*/ 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26" name="Freeform 1070">
                <a:extLst>
                  <a:ext uri="{FF2B5EF4-FFF2-40B4-BE49-F238E27FC236}">
                    <a16:creationId xmlns:a16="http://schemas.microsoft.com/office/drawing/2014/main" id="{A5FE0764-EBE0-8D79-70C2-CB02C948D07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2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27" name="Freeform 1071">
                <a:extLst>
                  <a:ext uri="{FF2B5EF4-FFF2-40B4-BE49-F238E27FC236}">
                    <a16:creationId xmlns:a16="http://schemas.microsoft.com/office/drawing/2014/main" id="{1479C78B-C38A-E497-D73D-93631FC56D99}"/>
                  </a:ext>
                </a:extLst>
              </p:cNvPr>
              <p:cNvSpPr>
                <a:spLocks/>
              </p:cNvSpPr>
              <p:nvPr/>
            </p:nvSpPr>
            <p:spPr bwMode="auto">
              <a:xfrm>
                <a:off x="3144" y="1745"/>
                <a:ext cx="458" cy="1182"/>
              </a:xfrm>
              <a:custGeom>
                <a:avLst/>
                <a:gdLst>
                  <a:gd name="T0" fmla="*/ 2 w 756"/>
                  <a:gd name="T1" fmla="*/ 0 h 2184"/>
                  <a:gd name="T2" fmla="*/ 1 w 756"/>
                  <a:gd name="T3" fmla="*/ 2 h 2184"/>
                  <a:gd name="T4" fmla="*/ 0 w 756"/>
                  <a:gd name="T5" fmla="*/ 2 h 2184"/>
                  <a:gd name="T6" fmla="*/ 1 w 756"/>
                  <a:gd name="T7" fmla="*/ 1 h 2184"/>
                  <a:gd name="T8" fmla="*/ 2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28" name="Freeform 1072">
                <a:extLst>
                  <a:ext uri="{FF2B5EF4-FFF2-40B4-BE49-F238E27FC236}">
                    <a16:creationId xmlns:a16="http://schemas.microsoft.com/office/drawing/2014/main" id="{0431E572-5511-0E53-97AA-C05BB2687B1B}"/>
                  </a:ext>
                </a:extLst>
              </p:cNvPr>
              <p:cNvSpPr>
                <a:spLocks/>
              </p:cNvSpPr>
              <p:nvPr/>
            </p:nvSpPr>
            <p:spPr bwMode="auto">
              <a:xfrm>
                <a:off x="1732" y="2534"/>
                <a:ext cx="1680" cy="399"/>
              </a:xfrm>
              <a:custGeom>
                <a:avLst/>
                <a:gdLst>
                  <a:gd name="T0" fmla="*/ 1 w 2773"/>
                  <a:gd name="T1" fmla="*/ 0 h 738"/>
                  <a:gd name="T2" fmla="*/ 0 w 2773"/>
                  <a:gd name="T3" fmla="*/ 1 h 738"/>
                  <a:gd name="T4" fmla="*/ 6 w 2773"/>
                  <a:gd name="T5" fmla="*/ 1 h 738"/>
                  <a:gd name="T6" fmla="*/ 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29" name="Freeform 1073">
                <a:extLst>
                  <a:ext uri="{FF2B5EF4-FFF2-40B4-BE49-F238E27FC236}">
                    <a16:creationId xmlns:a16="http://schemas.microsoft.com/office/drawing/2014/main" id="{B104A3E1-DC0C-2AF4-0D62-84311A814B40}"/>
                  </a:ext>
                </a:extLst>
              </p:cNvPr>
              <p:cNvSpPr>
                <a:spLocks/>
              </p:cNvSpPr>
              <p:nvPr/>
            </p:nvSpPr>
            <p:spPr bwMode="auto">
              <a:xfrm>
                <a:off x="3195" y="1755"/>
                <a:ext cx="429" cy="1187"/>
              </a:xfrm>
              <a:custGeom>
                <a:avLst/>
                <a:gdLst>
                  <a:gd name="T0" fmla="*/ 5 w 637"/>
                  <a:gd name="T1" fmla="*/ 0 h 1659"/>
                  <a:gd name="T2" fmla="*/ 5 w 637"/>
                  <a:gd name="T3" fmla="*/ 0 h 1659"/>
                  <a:gd name="T4" fmla="*/ 1 w 637"/>
                  <a:gd name="T5" fmla="*/ 30 h 1659"/>
                  <a:gd name="T6" fmla="*/ 0 w 637"/>
                  <a:gd name="T7" fmla="*/ 29 h 1659"/>
                  <a:gd name="T8" fmla="*/ 5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30" name="Freeform 1074">
                <a:extLst>
                  <a:ext uri="{FF2B5EF4-FFF2-40B4-BE49-F238E27FC236}">
                    <a16:creationId xmlns:a16="http://schemas.microsoft.com/office/drawing/2014/main" id="{C78925C7-A7DD-C064-3CB0-E512A3E8FBBE}"/>
                  </a:ext>
                </a:extLst>
              </p:cNvPr>
              <p:cNvSpPr>
                <a:spLocks/>
              </p:cNvSpPr>
              <p:nvPr/>
            </p:nvSpPr>
            <p:spPr bwMode="auto">
              <a:xfrm>
                <a:off x="1734" y="2587"/>
                <a:ext cx="1494" cy="394"/>
              </a:xfrm>
              <a:custGeom>
                <a:avLst/>
                <a:gdLst>
                  <a:gd name="T0" fmla="*/ 0 w 2216"/>
                  <a:gd name="T1" fmla="*/ 0 h 550"/>
                  <a:gd name="T2" fmla="*/ 1 w 2216"/>
                  <a:gd name="T3" fmla="*/ 1 h 550"/>
                  <a:gd name="T4" fmla="*/ 19 w 2216"/>
                  <a:gd name="T5" fmla="*/ 10 h 550"/>
                  <a:gd name="T6" fmla="*/ 19 w 2216"/>
                  <a:gd name="T7" fmla="*/ 9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29831" name="Group 1075">
                <a:extLst>
                  <a:ext uri="{FF2B5EF4-FFF2-40B4-BE49-F238E27FC236}">
                    <a16:creationId xmlns:a16="http://schemas.microsoft.com/office/drawing/2014/main" id="{92B7E9A4-B975-3DBE-FBD1-60AF0C9750A4}"/>
                  </a:ext>
                </a:extLst>
              </p:cNvPr>
              <p:cNvGrpSpPr>
                <a:grpSpLocks/>
              </p:cNvGrpSpPr>
              <p:nvPr/>
            </p:nvGrpSpPr>
            <p:grpSpPr bwMode="auto">
              <a:xfrm>
                <a:off x="1709" y="3008"/>
                <a:ext cx="507" cy="234"/>
                <a:chOff x="1740" y="2642"/>
                <a:chExt cx="752" cy="327"/>
              </a:xfrm>
            </p:grpSpPr>
            <p:sp>
              <p:nvSpPr>
                <p:cNvPr id="29838" name="Freeform 1076">
                  <a:extLst>
                    <a:ext uri="{FF2B5EF4-FFF2-40B4-BE49-F238E27FC236}">
                      <a16:creationId xmlns:a16="http://schemas.microsoft.com/office/drawing/2014/main" id="{121CAECA-3C2E-EBD9-47D4-142B08806330}"/>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39" name="Freeform 1077">
                  <a:extLst>
                    <a:ext uri="{FF2B5EF4-FFF2-40B4-BE49-F238E27FC236}">
                      <a16:creationId xmlns:a16="http://schemas.microsoft.com/office/drawing/2014/main" id="{073962C7-B42A-433A-83ED-4881676297F9}"/>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40" name="Freeform 1078">
                  <a:extLst>
                    <a:ext uri="{FF2B5EF4-FFF2-40B4-BE49-F238E27FC236}">
                      <a16:creationId xmlns:a16="http://schemas.microsoft.com/office/drawing/2014/main" id="{273E0C39-4ACB-3001-F4E1-4C9DE312DB6C}"/>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41" name="Freeform 1079">
                  <a:extLst>
                    <a:ext uri="{FF2B5EF4-FFF2-40B4-BE49-F238E27FC236}">
                      <a16:creationId xmlns:a16="http://schemas.microsoft.com/office/drawing/2014/main" id="{B7329AF5-8060-658A-00D5-F4414306E6BA}"/>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42" name="Freeform 1080">
                  <a:extLst>
                    <a:ext uri="{FF2B5EF4-FFF2-40B4-BE49-F238E27FC236}">
                      <a16:creationId xmlns:a16="http://schemas.microsoft.com/office/drawing/2014/main" id="{3E06264E-5B30-E96A-E2E7-5A13E3011AD1}"/>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43" name="Freeform 1081">
                  <a:extLst>
                    <a:ext uri="{FF2B5EF4-FFF2-40B4-BE49-F238E27FC236}">
                      <a16:creationId xmlns:a16="http://schemas.microsoft.com/office/drawing/2014/main" id="{0C9393C8-2C55-C0CD-2D82-F90634132CD7}"/>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832" name="Freeform 1082">
                <a:extLst>
                  <a:ext uri="{FF2B5EF4-FFF2-40B4-BE49-F238E27FC236}">
                    <a16:creationId xmlns:a16="http://schemas.microsoft.com/office/drawing/2014/main" id="{4CA522E1-44F6-9041-5A27-2DB5C132638B}"/>
                  </a:ext>
                </a:extLst>
              </p:cNvPr>
              <p:cNvSpPr>
                <a:spLocks/>
              </p:cNvSpPr>
              <p:nvPr/>
            </p:nvSpPr>
            <p:spPr bwMode="auto">
              <a:xfrm>
                <a:off x="2577" y="3043"/>
                <a:ext cx="614" cy="514"/>
              </a:xfrm>
              <a:custGeom>
                <a:avLst/>
                <a:gdLst>
                  <a:gd name="T0" fmla="*/ 1 w 990"/>
                  <a:gd name="T1" fmla="*/ 4 h 792"/>
                  <a:gd name="T2" fmla="*/ 4 w 990"/>
                  <a:gd name="T3" fmla="*/ 0 h 792"/>
                  <a:gd name="T4" fmla="*/ 4 w 990"/>
                  <a:gd name="T5" fmla="*/ 1 h 792"/>
                  <a:gd name="T6" fmla="*/ 0 w 990"/>
                  <a:gd name="T7" fmla="*/ 4 h 792"/>
                  <a:gd name="T8" fmla="*/ 1 w 990"/>
                  <a:gd name="T9" fmla="*/ 4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33" name="Freeform 1083">
                <a:extLst>
                  <a:ext uri="{FF2B5EF4-FFF2-40B4-BE49-F238E27FC236}">
                    <a16:creationId xmlns:a16="http://schemas.microsoft.com/office/drawing/2014/main" id="{7F85DBA5-E52A-74B0-6C3A-64706FBA5DB4}"/>
                  </a:ext>
                </a:extLst>
              </p:cNvPr>
              <p:cNvSpPr>
                <a:spLocks/>
              </p:cNvSpPr>
              <p:nvPr/>
            </p:nvSpPr>
            <p:spPr bwMode="auto">
              <a:xfrm>
                <a:off x="1010" y="3084"/>
                <a:ext cx="1571" cy="469"/>
              </a:xfrm>
              <a:custGeom>
                <a:avLst/>
                <a:gdLst>
                  <a:gd name="T0" fmla="*/ 1 w 2532"/>
                  <a:gd name="T1" fmla="*/ 0 h 723"/>
                  <a:gd name="T2" fmla="*/ 1 w 2532"/>
                  <a:gd name="T3" fmla="*/ 0 h 723"/>
                  <a:gd name="T4" fmla="*/ 9 w 2532"/>
                  <a:gd name="T5" fmla="*/ 4 h 723"/>
                  <a:gd name="T6" fmla="*/ 9 w 2532"/>
                  <a:gd name="T7" fmla="*/ 4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34" name="Freeform 1084">
                <a:extLst>
                  <a:ext uri="{FF2B5EF4-FFF2-40B4-BE49-F238E27FC236}">
                    <a16:creationId xmlns:a16="http://schemas.microsoft.com/office/drawing/2014/main" id="{B25C4A5E-F050-0956-6135-0B209544232B}"/>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35" name="Freeform 1085">
                <a:extLst>
                  <a:ext uri="{FF2B5EF4-FFF2-40B4-BE49-F238E27FC236}">
                    <a16:creationId xmlns:a16="http://schemas.microsoft.com/office/drawing/2014/main" id="{8432CD79-F896-805B-167D-F707621DC4E9}"/>
                  </a:ext>
                </a:extLst>
              </p:cNvPr>
              <p:cNvSpPr>
                <a:spLocks/>
              </p:cNvSpPr>
              <p:nvPr/>
            </p:nvSpPr>
            <p:spPr bwMode="auto">
              <a:xfrm>
                <a:off x="1012" y="2611"/>
                <a:ext cx="730" cy="393"/>
              </a:xfrm>
              <a:custGeom>
                <a:avLst/>
                <a:gdLst>
                  <a:gd name="T0" fmla="*/ 4 w 1176"/>
                  <a:gd name="T1" fmla="*/ 0 h 606"/>
                  <a:gd name="T2" fmla="*/ 0 w 1176"/>
                  <a:gd name="T3" fmla="*/ 3 h 606"/>
                  <a:gd name="T4" fmla="*/ 1 w 1176"/>
                  <a:gd name="T5" fmla="*/ 3 h 606"/>
                  <a:gd name="T6" fmla="*/ 4 w 1176"/>
                  <a:gd name="T7" fmla="*/ 1 h 606"/>
                  <a:gd name="T8" fmla="*/ 4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36" name="Freeform 1086">
                <a:extLst>
                  <a:ext uri="{FF2B5EF4-FFF2-40B4-BE49-F238E27FC236}">
                    <a16:creationId xmlns:a16="http://schemas.microsoft.com/office/drawing/2014/main" id="{8EEDFCDD-497C-FBB7-6B21-759D7D508E4B}"/>
                  </a:ext>
                </a:extLst>
              </p:cNvPr>
              <p:cNvSpPr>
                <a:spLocks/>
              </p:cNvSpPr>
              <p:nvPr/>
            </p:nvSpPr>
            <p:spPr bwMode="auto">
              <a:xfrm>
                <a:off x="1061" y="3018"/>
                <a:ext cx="1490" cy="451"/>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37" name="Freeform 1087">
                <a:extLst>
                  <a:ext uri="{FF2B5EF4-FFF2-40B4-BE49-F238E27FC236}">
                    <a16:creationId xmlns:a16="http://schemas.microsoft.com/office/drawing/2014/main" id="{61848EBB-B3C6-4D86-79F5-7294648FC8A3}"/>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4 h 723"/>
                  <a:gd name="T6" fmla="*/ 0 w 2532"/>
                  <a:gd name="T7" fmla="*/ 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70" name="Group 1114">
              <a:extLst>
                <a:ext uri="{FF2B5EF4-FFF2-40B4-BE49-F238E27FC236}">
                  <a16:creationId xmlns:a16="http://schemas.microsoft.com/office/drawing/2014/main" id="{56FC402F-1EC8-819C-1034-3CC558573099}"/>
                </a:ext>
              </a:extLst>
            </p:cNvPr>
            <p:cNvGrpSpPr>
              <a:grpSpLocks/>
            </p:cNvGrpSpPr>
            <p:nvPr/>
          </p:nvGrpSpPr>
          <p:grpSpPr bwMode="auto">
            <a:xfrm>
              <a:off x="5561013" y="3041650"/>
              <a:ext cx="444500" cy="407988"/>
              <a:chOff x="877" y="1008"/>
              <a:chExt cx="2747" cy="2591"/>
            </a:xfrm>
          </p:grpSpPr>
          <p:pic>
            <p:nvPicPr>
              <p:cNvPr id="29798" name="Picture 1115" descr="antenna_stylized">
                <a:extLst>
                  <a:ext uri="{FF2B5EF4-FFF2-40B4-BE49-F238E27FC236}">
                    <a16:creationId xmlns:a16="http://schemas.microsoft.com/office/drawing/2014/main" id="{D2849A2E-2B44-C889-063D-E29D371C95BC}"/>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9" name="Picture 1116" descr="laptop_keyboard">
                <a:extLst>
                  <a:ext uri="{FF2B5EF4-FFF2-40B4-BE49-F238E27FC236}">
                    <a16:creationId xmlns:a16="http://schemas.microsoft.com/office/drawing/2014/main" id="{DEE3E680-EA07-4B18-003F-FADFD369BC64}"/>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800" name="Freeform 1117">
                <a:extLst>
                  <a:ext uri="{FF2B5EF4-FFF2-40B4-BE49-F238E27FC236}">
                    <a16:creationId xmlns:a16="http://schemas.microsoft.com/office/drawing/2014/main" id="{E4CFA312-4EA2-BDE8-D0DA-009810528FDE}"/>
                  </a:ext>
                </a:extLst>
              </p:cNvPr>
              <p:cNvSpPr>
                <a:spLocks/>
              </p:cNvSpPr>
              <p:nvPr/>
            </p:nvSpPr>
            <p:spPr bwMode="auto">
              <a:xfrm>
                <a:off x="1753" y="1603"/>
                <a:ext cx="1807" cy="1322"/>
              </a:xfrm>
              <a:custGeom>
                <a:avLst/>
                <a:gdLst>
                  <a:gd name="T0" fmla="*/ 1 w 2982"/>
                  <a:gd name="T1" fmla="*/ 0 h 2442"/>
                  <a:gd name="T2" fmla="*/ 0 w 2982"/>
                  <a:gd name="T3" fmla="*/ 1 h 2442"/>
                  <a:gd name="T4" fmla="*/ 6 w 2982"/>
                  <a:gd name="T5" fmla="*/ 2 h 2442"/>
                  <a:gd name="T6" fmla="*/ 7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29801" name="Picture 1118" descr="screen">
                <a:extLst>
                  <a:ext uri="{FF2B5EF4-FFF2-40B4-BE49-F238E27FC236}">
                    <a16:creationId xmlns:a16="http://schemas.microsoft.com/office/drawing/2014/main" id="{D03B78EB-5838-2C36-61DE-DC62D46AD71E}"/>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802" name="Freeform 1119">
                <a:extLst>
                  <a:ext uri="{FF2B5EF4-FFF2-40B4-BE49-F238E27FC236}">
                    <a16:creationId xmlns:a16="http://schemas.microsoft.com/office/drawing/2014/main" id="{C4D66BFB-C411-9608-55C1-457734B31EBB}"/>
                  </a:ext>
                </a:extLst>
              </p:cNvPr>
              <p:cNvSpPr>
                <a:spLocks/>
              </p:cNvSpPr>
              <p:nvPr/>
            </p:nvSpPr>
            <p:spPr bwMode="auto">
              <a:xfrm>
                <a:off x="2082" y="1564"/>
                <a:ext cx="1531" cy="246"/>
              </a:xfrm>
              <a:custGeom>
                <a:avLst/>
                <a:gdLst>
                  <a:gd name="T0" fmla="*/ 1 w 2528"/>
                  <a:gd name="T1" fmla="*/ 0 h 455"/>
                  <a:gd name="T2" fmla="*/ 6 w 2528"/>
                  <a:gd name="T3" fmla="*/ 1 h 455"/>
                  <a:gd name="T4" fmla="*/ 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03" name="Freeform 1120">
                <a:extLst>
                  <a:ext uri="{FF2B5EF4-FFF2-40B4-BE49-F238E27FC236}">
                    <a16:creationId xmlns:a16="http://schemas.microsoft.com/office/drawing/2014/main" id="{1875F7FF-0F17-85FE-F390-EE782207E458}"/>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2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04" name="Freeform 1121">
                <a:extLst>
                  <a:ext uri="{FF2B5EF4-FFF2-40B4-BE49-F238E27FC236}">
                    <a16:creationId xmlns:a16="http://schemas.microsoft.com/office/drawing/2014/main" id="{25F97001-FC95-7039-6AB9-84B6B6983B93}"/>
                  </a:ext>
                </a:extLst>
              </p:cNvPr>
              <p:cNvSpPr>
                <a:spLocks/>
              </p:cNvSpPr>
              <p:nvPr/>
            </p:nvSpPr>
            <p:spPr bwMode="auto">
              <a:xfrm>
                <a:off x="3144" y="1745"/>
                <a:ext cx="458" cy="1182"/>
              </a:xfrm>
              <a:custGeom>
                <a:avLst/>
                <a:gdLst>
                  <a:gd name="T0" fmla="*/ 2 w 756"/>
                  <a:gd name="T1" fmla="*/ 0 h 2184"/>
                  <a:gd name="T2" fmla="*/ 1 w 756"/>
                  <a:gd name="T3" fmla="*/ 2 h 2184"/>
                  <a:gd name="T4" fmla="*/ 0 w 756"/>
                  <a:gd name="T5" fmla="*/ 2 h 2184"/>
                  <a:gd name="T6" fmla="*/ 1 w 756"/>
                  <a:gd name="T7" fmla="*/ 1 h 2184"/>
                  <a:gd name="T8" fmla="*/ 2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05" name="Freeform 1122">
                <a:extLst>
                  <a:ext uri="{FF2B5EF4-FFF2-40B4-BE49-F238E27FC236}">
                    <a16:creationId xmlns:a16="http://schemas.microsoft.com/office/drawing/2014/main" id="{2179797D-1EB5-D674-A6B0-7CE1EC77C758}"/>
                  </a:ext>
                </a:extLst>
              </p:cNvPr>
              <p:cNvSpPr>
                <a:spLocks/>
              </p:cNvSpPr>
              <p:nvPr/>
            </p:nvSpPr>
            <p:spPr bwMode="auto">
              <a:xfrm>
                <a:off x="1732" y="2534"/>
                <a:ext cx="1680" cy="399"/>
              </a:xfrm>
              <a:custGeom>
                <a:avLst/>
                <a:gdLst>
                  <a:gd name="T0" fmla="*/ 1 w 2773"/>
                  <a:gd name="T1" fmla="*/ 0 h 738"/>
                  <a:gd name="T2" fmla="*/ 0 w 2773"/>
                  <a:gd name="T3" fmla="*/ 1 h 738"/>
                  <a:gd name="T4" fmla="*/ 6 w 2773"/>
                  <a:gd name="T5" fmla="*/ 1 h 738"/>
                  <a:gd name="T6" fmla="*/ 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06" name="Freeform 1123">
                <a:extLst>
                  <a:ext uri="{FF2B5EF4-FFF2-40B4-BE49-F238E27FC236}">
                    <a16:creationId xmlns:a16="http://schemas.microsoft.com/office/drawing/2014/main" id="{30456687-E252-AB2D-98C1-876B00019D4B}"/>
                  </a:ext>
                </a:extLst>
              </p:cNvPr>
              <p:cNvSpPr>
                <a:spLocks/>
              </p:cNvSpPr>
              <p:nvPr/>
            </p:nvSpPr>
            <p:spPr bwMode="auto">
              <a:xfrm>
                <a:off x="3195" y="1755"/>
                <a:ext cx="429" cy="1187"/>
              </a:xfrm>
              <a:custGeom>
                <a:avLst/>
                <a:gdLst>
                  <a:gd name="T0" fmla="*/ 5 w 637"/>
                  <a:gd name="T1" fmla="*/ 0 h 1659"/>
                  <a:gd name="T2" fmla="*/ 5 w 637"/>
                  <a:gd name="T3" fmla="*/ 0 h 1659"/>
                  <a:gd name="T4" fmla="*/ 1 w 637"/>
                  <a:gd name="T5" fmla="*/ 30 h 1659"/>
                  <a:gd name="T6" fmla="*/ 0 w 637"/>
                  <a:gd name="T7" fmla="*/ 29 h 1659"/>
                  <a:gd name="T8" fmla="*/ 5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07" name="Freeform 1124">
                <a:extLst>
                  <a:ext uri="{FF2B5EF4-FFF2-40B4-BE49-F238E27FC236}">
                    <a16:creationId xmlns:a16="http://schemas.microsoft.com/office/drawing/2014/main" id="{D53FC1DC-131C-AB30-A2E8-414E6C30B468}"/>
                  </a:ext>
                </a:extLst>
              </p:cNvPr>
              <p:cNvSpPr>
                <a:spLocks/>
              </p:cNvSpPr>
              <p:nvPr/>
            </p:nvSpPr>
            <p:spPr bwMode="auto">
              <a:xfrm>
                <a:off x="1734" y="2587"/>
                <a:ext cx="1494" cy="394"/>
              </a:xfrm>
              <a:custGeom>
                <a:avLst/>
                <a:gdLst>
                  <a:gd name="T0" fmla="*/ 0 w 2216"/>
                  <a:gd name="T1" fmla="*/ 0 h 550"/>
                  <a:gd name="T2" fmla="*/ 1 w 2216"/>
                  <a:gd name="T3" fmla="*/ 1 h 550"/>
                  <a:gd name="T4" fmla="*/ 19 w 2216"/>
                  <a:gd name="T5" fmla="*/ 10 h 550"/>
                  <a:gd name="T6" fmla="*/ 19 w 2216"/>
                  <a:gd name="T7" fmla="*/ 9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29808" name="Group 1125">
                <a:extLst>
                  <a:ext uri="{FF2B5EF4-FFF2-40B4-BE49-F238E27FC236}">
                    <a16:creationId xmlns:a16="http://schemas.microsoft.com/office/drawing/2014/main" id="{254A69EE-8507-1B32-E5FA-4BD7CC475909}"/>
                  </a:ext>
                </a:extLst>
              </p:cNvPr>
              <p:cNvGrpSpPr>
                <a:grpSpLocks/>
              </p:cNvGrpSpPr>
              <p:nvPr/>
            </p:nvGrpSpPr>
            <p:grpSpPr bwMode="auto">
              <a:xfrm>
                <a:off x="1709" y="3008"/>
                <a:ext cx="507" cy="234"/>
                <a:chOff x="1740" y="2642"/>
                <a:chExt cx="752" cy="327"/>
              </a:xfrm>
            </p:grpSpPr>
            <p:sp>
              <p:nvSpPr>
                <p:cNvPr id="29815" name="Freeform 1126">
                  <a:extLst>
                    <a:ext uri="{FF2B5EF4-FFF2-40B4-BE49-F238E27FC236}">
                      <a16:creationId xmlns:a16="http://schemas.microsoft.com/office/drawing/2014/main" id="{1E73075E-C862-9F07-858F-FCF5101B031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16" name="Freeform 1127">
                  <a:extLst>
                    <a:ext uri="{FF2B5EF4-FFF2-40B4-BE49-F238E27FC236}">
                      <a16:creationId xmlns:a16="http://schemas.microsoft.com/office/drawing/2014/main" id="{39BFAB0B-E3B1-BDFF-8EC8-BA53EBDB33D1}"/>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17" name="Freeform 1128">
                  <a:extLst>
                    <a:ext uri="{FF2B5EF4-FFF2-40B4-BE49-F238E27FC236}">
                      <a16:creationId xmlns:a16="http://schemas.microsoft.com/office/drawing/2014/main" id="{87C79409-76E5-E469-3741-174C54B7F647}"/>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18" name="Freeform 1129">
                  <a:extLst>
                    <a:ext uri="{FF2B5EF4-FFF2-40B4-BE49-F238E27FC236}">
                      <a16:creationId xmlns:a16="http://schemas.microsoft.com/office/drawing/2014/main" id="{A2DAACA2-D560-A3E4-E36A-1C9719E3852E}"/>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19" name="Freeform 1130">
                  <a:extLst>
                    <a:ext uri="{FF2B5EF4-FFF2-40B4-BE49-F238E27FC236}">
                      <a16:creationId xmlns:a16="http://schemas.microsoft.com/office/drawing/2014/main" id="{C077C8F7-844E-AFB6-9A2F-420D1927F28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20" name="Freeform 1131">
                  <a:extLst>
                    <a:ext uri="{FF2B5EF4-FFF2-40B4-BE49-F238E27FC236}">
                      <a16:creationId xmlns:a16="http://schemas.microsoft.com/office/drawing/2014/main" id="{F82512FF-6872-F3C9-E5E9-2C433D39D640}"/>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809" name="Freeform 1132">
                <a:extLst>
                  <a:ext uri="{FF2B5EF4-FFF2-40B4-BE49-F238E27FC236}">
                    <a16:creationId xmlns:a16="http://schemas.microsoft.com/office/drawing/2014/main" id="{2D6A2439-813A-673F-6BFB-E20B0B38F1BE}"/>
                  </a:ext>
                </a:extLst>
              </p:cNvPr>
              <p:cNvSpPr>
                <a:spLocks/>
              </p:cNvSpPr>
              <p:nvPr/>
            </p:nvSpPr>
            <p:spPr bwMode="auto">
              <a:xfrm>
                <a:off x="2577" y="3043"/>
                <a:ext cx="614" cy="514"/>
              </a:xfrm>
              <a:custGeom>
                <a:avLst/>
                <a:gdLst>
                  <a:gd name="T0" fmla="*/ 1 w 990"/>
                  <a:gd name="T1" fmla="*/ 4 h 792"/>
                  <a:gd name="T2" fmla="*/ 4 w 990"/>
                  <a:gd name="T3" fmla="*/ 0 h 792"/>
                  <a:gd name="T4" fmla="*/ 4 w 990"/>
                  <a:gd name="T5" fmla="*/ 1 h 792"/>
                  <a:gd name="T6" fmla="*/ 0 w 990"/>
                  <a:gd name="T7" fmla="*/ 4 h 792"/>
                  <a:gd name="T8" fmla="*/ 1 w 990"/>
                  <a:gd name="T9" fmla="*/ 4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10" name="Freeform 1133">
                <a:extLst>
                  <a:ext uri="{FF2B5EF4-FFF2-40B4-BE49-F238E27FC236}">
                    <a16:creationId xmlns:a16="http://schemas.microsoft.com/office/drawing/2014/main" id="{2F9988F0-4B94-D71D-3FF0-B6A9094FB643}"/>
                  </a:ext>
                </a:extLst>
              </p:cNvPr>
              <p:cNvSpPr>
                <a:spLocks/>
              </p:cNvSpPr>
              <p:nvPr/>
            </p:nvSpPr>
            <p:spPr bwMode="auto">
              <a:xfrm>
                <a:off x="1010" y="3084"/>
                <a:ext cx="1571" cy="469"/>
              </a:xfrm>
              <a:custGeom>
                <a:avLst/>
                <a:gdLst>
                  <a:gd name="T0" fmla="*/ 1 w 2532"/>
                  <a:gd name="T1" fmla="*/ 0 h 723"/>
                  <a:gd name="T2" fmla="*/ 1 w 2532"/>
                  <a:gd name="T3" fmla="*/ 0 h 723"/>
                  <a:gd name="T4" fmla="*/ 9 w 2532"/>
                  <a:gd name="T5" fmla="*/ 4 h 723"/>
                  <a:gd name="T6" fmla="*/ 9 w 2532"/>
                  <a:gd name="T7" fmla="*/ 4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11" name="Freeform 1134">
                <a:extLst>
                  <a:ext uri="{FF2B5EF4-FFF2-40B4-BE49-F238E27FC236}">
                    <a16:creationId xmlns:a16="http://schemas.microsoft.com/office/drawing/2014/main" id="{4A07EA81-A973-323F-7BB0-129B813E20D9}"/>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12" name="Freeform 1135">
                <a:extLst>
                  <a:ext uri="{FF2B5EF4-FFF2-40B4-BE49-F238E27FC236}">
                    <a16:creationId xmlns:a16="http://schemas.microsoft.com/office/drawing/2014/main" id="{D6D9DE14-1361-C83F-26E5-2A6B49B1A6D5}"/>
                  </a:ext>
                </a:extLst>
              </p:cNvPr>
              <p:cNvSpPr>
                <a:spLocks/>
              </p:cNvSpPr>
              <p:nvPr/>
            </p:nvSpPr>
            <p:spPr bwMode="auto">
              <a:xfrm>
                <a:off x="1012" y="2611"/>
                <a:ext cx="730" cy="393"/>
              </a:xfrm>
              <a:custGeom>
                <a:avLst/>
                <a:gdLst>
                  <a:gd name="T0" fmla="*/ 4 w 1176"/>
                  <a:gd name="T1" fmla="*/ 0 h 606"/>
                  <a:gd name="T2" fmla="*/ 0 w 1176"/>
                  <a:gd name="T3" fmla="*/ 3 h 606"/>
                  <a:gd name="T4" fmla="*/ 1 w 1176"/>
                  <a:gd name="T5" fmla="*/ 3 h 606"/>
                  <a:gd name="T6" fmla="*/ 4 w 1176"/>
                  <a:gd name="T7" fmla="*/ 1 h 606"/>
                  <a:gd name="T8" fmla="*/ 4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13" name="Freeform 1136">
                <a:extLst>
                  <a:ext uri="{FF2B5EF4-FFF2-40B4-BE49-F238E27FC236}">
                    <a16:creationId xmlns:a16="http://schemas.microsoft.com/office/drawing/2014/main" id="{31171780-B15D-5A07-BBCB-EAB82659599E}"/>
                  </a:ext>
                </a:extLst>
              </p:cNvPr>
              <p:cNvSpPr>
                <a:spLocks/>
              </p:cNvSpPr>
              <p:nvPr/>
            </p:nvSpPr>
            <p:spPr bwMode="auto">
              <a:xfrm>
                <a:off x="1061" y="3018"/>
                <a:ext cx="1490" cy="451"/>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814" name="Freeform 1137">
                <a:extLst>
                  <a:ext uri="{FF2B5EF4-FFF2-40B4-BE49-F238E27FC236}">
                    <a16:creationId xmlns:a16="http://schemas.microsoft.com/office/drawing/2014/main" id="{E1C30639-4396-FCCB-BF03-C62C57789C97}"/>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4 h 723"/>
                  <a:gd name="T6" fmla="*/ 0 w 2532"/>
                  <a:gd name="T7" fmla="*/ 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71" name="Group 1139">
              <a:extLst>
                <a:ext uri="{FF2B5EF4-FFF2-40B4-BE49-F238E27FC236}">
                  <a16:creationId xmlns:a16="http://schemas.microsoft.com/office/drawing/2014/main" id="{E8F02FD0-6C7B-D010-FB34-8B34A83FFCCB}"/>
                </a:ext>
              </a:extLst>
            </p:cNvPr>
            <p:cNvGrpSpPr>
              <a:grpSpLocks/>
            </p:cNvGrpSpPr>
            <p:nvPr/>
          </p:nvGrpSpPr>
          <p:grpSpPr bwMode="auto">
            <a:xfrm flipH="1">
              <a:off x="5940425" y="3222625"/>
              <a:ext cx="414337" cy="373063"/>
              <a:chOff x="2839" y="3501"/>
              <a:chExt cx="755" cy="803"/>
            </a:xfrm>
          </p:grpSpPr>
          <p:pic>
            <p:nvPicPr>
              <p:cNvPr id="29796" name="Picture 1140" descr="desktop_computer_stylized_medium">
                <a:extLst>
                  <a:ext uri="{FF2B5EF4-FFF2-40B4-BE49-F238E27FC236}">
                    <a16:creationId xmlns:a16="http://schemas.microsoft.com/office/drawing/2014/main" id="{A8353D2B-1F2A-2F77-591A-6E02C0CB1F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97" name="Freeform 1141">
                <a:extLst>
                  <a:ext uri="{FF2B5EF4-FFF2-40B4-BE49-F238E27FC236}">
                    <a16:creationId xmlns:a16="http://schemas.microsoft.com/office/drawing/2014/main" id="{604FAA4C-FB67-06DC-7171-B793A809B6E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9772" name="Group 1142">
              <a:extLst>
                <a:ext uri="{FF2B5EF4-FFF2-40B4-BE49-F238E27FC236}">
                  <a16:creationId xmlns:a16="http://schemas.microsoft.com/office/drawing/2014/main" id="{ABF47B56-495A-EE47-860C-2944458026EB}"/>
                </a:ext>
              </a:extLst>
            </p:cNvPr>
            <p:cNvGrpSpPr>
              <a:grpSpLocks/>
            </p:cNvGrpSpPr>
            <p:nvPr/>
          </p:nvGrpSpPr>
          <p:grpSpPr bwMode="auto">
            <a:xfrm>
              <a:off x="7307263" y="5422900"/>
              <a:ext cx="474662" cy="407988"/>
              <a:chOff x="877" y="1008"/>
              <a:chExt cx="2747" cy="2591"/>
            </a:xfrm>
          </p:grpSpPr>
          <p:pic>
            <p:nvPicPr>
              <p:cNvPr id="29773" name="Picture 1143" descr="antenna_stylized">
                <a:extLst>
                  <a:ext uri="{FF2B5EF4-FFF2-40B4-BE49-F238E27FC236}">
                    <a16:creationId xmlns:a16="http://schemas.microsoft.com/office/drawing/2014/main" id="{97502C60-2415-4632-74B5-0D073068273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74" name="Picture 1144" descr="laptop_keyboard">
                <a:extLst>
                  <a:ext uri="{FF2B5EF4-FFF2-40B4-BE49-F238E27FC236}">
                    <a16:creationId xmlns:a16="http://schemas.microsoft.com/office/drawing/2014/main" id="{885715F0-E9FA-A3AA-ADE7-1907CB38F35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75" name="Freeform 1145">
                <a:extLst>
                  <a:ext uri="{FF2B5EF4-FFF2-40B4-BE49-F238E27FC236}">
                    <a16:creationId xmlns:a16="http://schemas.microsoft.com/office/drawing/2014/main" id="{6693FCFE-95CD-F334-1535-82BA3DC8C5BF}"/>
                  </a:ext>
                </a:extLst>
              </p:cNvPr>
              <p:cNvSpPr>
                <a:spLocks/>
              </p:cNvSpPr>
              <p:nvPr/>
            </p:nvSpPr>
            <p:spPr bwMode="auto">
              <a:xfrm>
                <a:off x="1753" y="1603"/>
                <a:ext cx="1807" cy="1322"/>
              </a:xfrm>
              <a:custGeom>
                <a:avLst/>
                <a:gdLst>
                  <a:gd name="T0" fmla="*/ 1 w 2982"/>
                  <a:gd name="T1" fmla="*/ 0 h 2442"/>
                  <a:gd name="T2" fmla="*/ 0 w 2982"/>
                  <a:gd name="T3" fmla="*/ 1 h 2442"/>
                  <a:gd name="T4" fmla="*/ 6 w 2982"/>
                  <a:gd name="T5" fmla="*/ 2 h 2442"/>
                  <a:gd name="T6" fmla="*/ 7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29776" name="Picture 1146" descr="screen">
                <a:extLst>
                  <a:ext uri="{FF2B5EF4-FFF2-40B4-BE49-F238E27FC236}">
                    <a16:creationId xmlns:a16="http://schemas.microsoft.com/office/drawing/2014/main" id="{FB56705B-4228-60EE-DBFA-420C8BD06E1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77" name="Freeform 1147">
                <a:extLst>
                  <a:ext uri="{FF2B5EF4-FFF2-40B4-BE49-F238E27FC236}">
                    <a16:creationId xmlns:a16="http://schemas.microsoft.com/office/drawing/2014/main" id="{7ADFAF32-3E64-84AF-F57A-54BC42EE4FB0}"/>
                  </a:ext>
                </a:extLst>
              </p:cNvPr>
              <p:cNvSpPr>
                <a:spLocks/>
              </p:cNvSpPr>
              <p:nvPr/>
            </p:nvSpPr>
            <p:spPr bwMode="auto">
              <a:xfrm>
                <a:off x="2082" y="1564"/>
                <a:ext cx="1531" cy="246"/>
              </a:xfrm>
              <a:custGeom>
                <a:avLst/>
                <a:gdLst>
                  <a:gd name="T0" fmla="*/ 1 w 2528"/>
                  <a:gd name="T1" fmla="*/ 0 h 455"/>
                  <a:gd name="T2" fmla="*/ 6 w 2528"/>
                  <a:gd name="T3" fmla="*/ 1 h 455"/>
                  <a:gd name="T4" fmla="*/ 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78" name="Freeform 1148">
                <a:extLst>
                  <a:ext uri="{FF2B5EF4-FFF2-40B4-BE49-F238E27FC236}">
                    <a16:creationId xmlns:a16="http://schemas.microsoft.com/office/drawing/2014/main" id="{CDA95AF4-C08E-83F6-7376-6BFC19D925D6}"/>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2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79" name="Freeform 1149">
                <a:extLst>
                  <a:ext uri="{FF2B5EF4-FFF2-40B4-BE49-F238E27FC236}">
                    <a16:creationId xmlns:a16="http://schemas.microsoft.com/office/drawing/2014/main" id="{C73D434D-C69E-60EE-CE1A-41719E0855BD}"/>
                  </a:ext>
                </a:extLst>
              </p:cNvPr>
              <p:cNvSpPr>
                <a:spLocks/>
              </p:cNvSpPr>
              <p:nvPr/>
            </p:nvSpPr>
            <p:spPr bwMode="auto">
              <a:xfrm>
                <a:off x="3144" y="1745"/>
                <a:ext cx="458" cy="1182"/>
              </a:xfrm>
              <a:custGeom>
                <a:avLst/>
                <a:gdLst>
                  <a:gd name="T0" fmla="*/ 2 w 756"/>
                  <a:gd name="T1" fmla="*/ 0 h 2184"/>
                  <a:gd name="T2" fmla="*/ 1 w 756"/>
                  <a:gd name="T3" fmla="*/ 2 h 2184"/>
                  <a:gd name="T4" fmla="*/ 0 w 756"/>
                  <a:gd name="T5" fmla="*/ 2 h 2184"/>
                  <a:gd name="T6" fmla="*/ 1 w 756"/>
                  <a:gd name="T7" fmla="*/ 1 h 2184"/>
                  <a:gd name="T8" fmla="*/ 2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80" name="Freeform 1150">
                <a:extLst>
                  <a:ext uri="{FF2B5EF4-FFF2-40B4-BE49-F238E27FC236}">
                    <a16:creationId xmlns:a16="http://schemas.microsoft.com/office/drawing/2014/main" id="{CA3ABDAF-D8FC-F4C4-9D53-7DF683D9A5D2}"/>
                  </a:ext>
                </a:extLst>
              </p:cNvPr>
              <p:cNvSpPr>
                <a:spLocks/>
              </p:cNvSpPr>
              <p:nvPr/>
            </p:nvSpPr>
            <p:spPr bwMode="auto">
              <a:xfrm>
                <a:off x="1732" y="2534"/>
                <a:ext cx="1680" cy="399"/>
              </a:xfrm>
              <a:custGeom>
                <a:avLst/>
                <a:gdLst>
                  <a:gd name="T0" fmla="*/ 1 w 2773"/>
                  <a:gd name="T1" fmla="*/ 0 h 738"/>
                  <a:gd name="T2" fmla="*/ 0 w 2773"/>
                  <a:gd name="T3" fmla="*/ 1 h 738"/>
                  <a:gd name="T4" fmla="*/ 6 w 2773"/>
                  <a:gd name="T5" fmla="*/ 1 h 738"/>
                  <a:gd name="T6" fmla="*/ 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81" name="Freeform 1151">
                <a:extLst>
                  <a:ext uri="{FF2B5EF4-FFF2-40B4-BE49-F238E27FC236}">
                    <a16:creationId xmlns:a16="http://schemas.microsoft.com/office/drawing/2014/main" id="{2B38B3AA-6348-1108-A884-D6B6A00CDB6F}"/>
                  </a:ext>
                </a:extLst>
              </p:cNvPr>
              <p:cNvSpPr>
                <a:spLocks/>
              </p:cNvSpPr>
              <p:nvPr/>
            </p:nvSpPr>
            <p:spPr bwMode="auto">
              <a:xfrm>
                <a:off x="3195" y="1755"/>
                <a:ext cx="429" cy="1187"/>
              </a:xfrm>
              <a:custGeom>
                <a:avLst/>
                <a:gdLst>
                  <a:gd name="T0" fmla="*/ 5 w 637"/>
                  <a:gd name="T1" fmla="*/ 0 h 1659"/>
                  <a:gd name="T2" fmla="*/ 5 w 637"/>
                  <a:gd name="T3" fmla="*/ 0 h 1659"/>
                  <a:gd name="T4" fmla="*/ 1 w 637"/>
                  <a:gd name="T5" fmla="*/ 30 h 1659"/>
                  <a:gd name="T6" fmla="*/ 0 w 637"/>
                  <a:gd name="T7" fmla="*/ 29 h 1659"/>
                  <a:gd name="T8" fmla="*/ 5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82" name="Freeform 1152">
                <a:extLst>
                  <a:ext uri="{FF2B5EF4-FFF2-40B4-BE49-F238E27FC236}">
                    <a16:creationId xmlns:a16="http://schemas.microsoft.com/office/drawing/2014/main" id="{7A4269FD-1A11-32E7-4711-59DE01E4124E}"/>
                  </a:ext>
                </a:extLst>
              </p:cNvPr>
              <p:cNvSpPr>
                <a:spLocks/>
              </p:cNvSpPr>
              <p:nvPr/>
            </p:nvSpPr>
            <p:spPr bwMode="auto">
              <a:xfrm>
                <a:off x="1734" y="2587"/>
                <a:ext cx="1494" cy="394"/>
              </a:xfrm>
              <a:custGeom>
                <a:avLst/>
                <a:gdLst>
                  <a:gd name="T0" fmla="*/ 0 w 2216"/>
                  <a:gd name="T1" fmla="*/ 0 h 550"/>
                  <a:gd name="T2" fmla="*/ 1 w 2216"/>
                  <a:gd name="T3" fmla="*/ 1 h 550"/>
                  <a:gd name="T4" fmla="*/ 19 w 2216"/>
                  <a:gd name="T5" fmla="*/ 10 h 550"/>
                  <a:gd name="T6" fmla="*/ 19 w 2216"/>
                  <a:gd name="T7" fmla="*/ 9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29783" name="Group 1153">
                <a:extLst>
                  <a:ext uri="{FF2B5EF4-FFF2-40B4-BE49-F238E27FC236}">
                    <a16:creationId xmlns:a16="http://schemas.microsoft.com/office/drawing/2014/main" id="{72D4D5E0-2CC8-902E-9F25-1AEB169B896B}"/>
                  </a:ext>
                </a:extLst>
              </p:cNvPr>
              <p:cNvGrpSpPr>
                <a:grpSpLocks/>
              </p:cNvGrpSpPr>
              <p:nvPr/>
            </p:nvGrpSpPr>
            <p:grpSpPr bwMode="auto">
              <a:xfrm>
                <a:off x="1709" y="3008"/>
                <a:ext cx="507" cy="234"/>
                <a:chOff x="1740" y="2642"/>
                <a:chExt cx="752" cy="327"/>
              </a:xfrm>
            </p:grpSpPr>
            <p:sp>
              <p:nvSpPr>
                <p:cNvPr id="29790" name="Freeform 1154">
                  <a:extLst>
                    <a:ext uri="{FF2B5EF4-FFF2-40B4-BE49-F238E27FC236}">
                      <a16:creationId xmlns:a16="http://schemas.microsoft.com/office/drawing/2014/main" id="{9AD11B5D-9F6D-B0A0-0427-7E65F540801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91" name="Freeform 1155">
                  <a:extLst>
                    <a:ext uri="{FF2B5EF4-FFF2-40B4-BE49-F238E27FC236}">
                      <a16:creationId xmlns:a16="http://schemas.microsoft.com/office/drawing/2014/main" id="{3CC5FCDA-B283-476C-5D58-364E1CA04C60}"/>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92" name="Freeform 1156">
                  <a:extLst>
                    <a:ext uri="{FF2B5EF4-FFF2-40B4-BE49-F238E27FC236}">
                      <a16:creationId xmlns:a16="http://schemas.microsoft.com/office/drawing/2014/main" id="{43117E5D-1A3D-CFB6-72AE-4D7BE407F89D}"/>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93" name="Freeform 1157">
                  <a:extLst>
                    <a:ext uri="{FF2B5EF4-FFF2-40B4-BE49-F238E27FC236}">
                      <a16:creationId xmlns:a16="http://schemas.microsoft.com/office/drawing/2014/main" id="{C92E67DD-B06A-822E-1D34-293CF98A6466}"/>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94" name="Freeform 1158">
                  <a:extLst>
                    <a:ext uri="{FF2B5EF4-FFF2-40B4-BE49-F238E27FC236}">
                      <a16:creationId xmlns:a16="http://schemas.microsoft.com/office/drawing/2014/main" id="{20400A17-5325-F55C-BBB8-2E45CB31ED4B}"/>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95" name="Freeform 1159">
                  <a:extLst>
                    <a:ext uri="{FF2B5EF4-FFF2-40B4-BE49-F238E27FC236}">
                      <a16:creationId xmlns:a16="http://schemas.microsoft.com/office/drawing/2014/main" id="{CD2BADE3-045B-B757-188F-B83785B1B846}"/>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9784" name="Freeform 1160">
                <a:extLst>
                  <a:ext uri="{FF2B5EF4-FFF2-40B4-BE49-F238E27FC236}">
                    <a16:creationId xmlns:a16="http://schemas.microsoft.com/office/drawing/2014/main" id="{8B8C1A11-2F86-A261-00EF-D3A004E05EF6}"/>
                  </a:ext>
                </a:extLst>
              </p:cNvPr>
              <p:cNvSpPr>
                <a:spLocks/>
              </p:cNvSpPr>
              <p:nvPr/>
            </p:nvSpPr>
            <p:spPr bwMode="auto">
              <a:xfrm>
                <a:off x="2577" y="3043"/>
                <a:ext cx="614" cy="514"/>
              </a:xfrm>
              <a:custGeom>
                <a:avLst/>
                <a:gdLst>
                  <a:gd name="T0" fmla="*/ 1 w 990"/>
                  <a:gd name="T1" fmla="*/ 4 h 792"/>
                  <a:gd name="T2" fmla="*/ 4 w 990"/>
                  <a:gd name="T3" fmla="*/ 0 h 792"/>
                  <a:gd name="T4" fmla="*/ 4 w 990"/>
                  <a:gd name="T5" fmla="*/ 1 h 792"/>
                  <a:gd name="T6" fmla="*/ 0 w 990"/>
                  <a:gd name="T7" fmla="*/ 4 h 792"/>
                  <a:gd name="T8" fmla="*/ 1 w 990"/>
                  <a:gd name="T9" fmla="*/ 4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85" name="Freeform 1161">
                <a:extLst>
                  <a:ext uri="{FF2B5EF4-FFF2-40B4-BE49-F238E27FC236}">
                    <a16:creationId xmlns:a16="http://schemas.microsoft.com/office/drawing/2014/main" id="{7E5F7A84-2062-5132-5303-BFA656FB617F}"/>
                  </a:ext>
                </a:extLst>
              </p:cNvPr>
              <p:cNvSpPr>
                <a:spLocks/>
              </p:cNvSpPr>
              <p:nvPr/>
            </p:nvSpPr>
            <p:spPr bwMode="auto">
              <a:xfrm>
                <a:off x="1010" y="3084"/>
                <a:ext cx="1571" cy="469"/>
              </a:xfrm>
              <a:custGeom>
                <a:avLst/>
                <a:gdLst>
                  <a:gd name="T0" fmla="*/ 1 w 2532"/>
                  <a:gd name="T1" fmla="*/ 0 h 723"/>
                  <a:gd name="T2" fmla="*/ 1 w 2532"/>
                  <a:gd name="T3" fmla="*/ 0 h 723"/>
                  <a:gd name="T4" fmla="*/ 9 w 2532"/>
                  <a:gd name="T5" fmla="*/ 4 h 723"/>
                  <a:gd name="T6" fmla="*/ 9 w 2532"/>
                  <a:gd name="T7" fmla="*/ 4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86" name="Freeform 1162">
                <a:extLst>
                  <a:ext uri="{FF2B5EF4-FFF2-40B4-BE49-F238E27FC236}">
                    <a16:creationId xmlns:a16="http://schemas.microsoft.com/office/drawing/2014/main" id="{19F907E6-4FEE-26F0-18D1-AEEC94F2C32B}"/>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87" name="Freeform 1163">
                <a:extLst>
                  <a:ext uri="{FF2B5EF4-FFF2-40B4-BE49-F238E27FC236}">
                    <a16:creationId xmlns:a16="http://schemas.microsoft.com/office/drawing/2014/main" id="{E39AB894-A637-B8B3-85EB-4143882D0405}"/>
                  </a:ext>
                </a:extLst>
              </p:cNvPr>
              <p:cNvSpPr>
                <a:spLocks/>
              </p:cNvSpPr>
              <p:nvPr/>
            </p:nvSpPr>
            <p:spPr bwMode="auto">
              <a:xfrm>
                <a:off x="1012" y="2611"/>
                <a:ext cx="730" cy="393"/>
              </a:xfrm>
              <a:custGeom>
                <a:avLst/>
                <a:gdLst>
                  <a:gd name="T0" fmla="*/ 4 w 1176"/>
                  <a:gd name="T1" fmla="*/ 0 h 606"/>
                  <a:gd name="T2" fmla="*/ 0 w 1176"/>
                  <a:gd name="T3" fmla="*/ 3 h 606"/>
                  <a:gd name="T4" fmla="*/ 1 w 1176"/>
                  <a:gd name="T5" fmla="*/ 3 h 606"/>
                  <a:gd name="T6" fmla="*/ 4 w 1176"/>
                  <a:gd name="T7" fmla="*/ 1 h 606"/>
                  <a:gd name="T8" fmla="*/ 4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88" name="Freeform 1164">
                <a:extLst>
                  <a:ext uri="{FF2B5EF4-FFF2-40B4-BE49-F238E27FC236}">
                    <a16:creationId xmlns:a16="http://schemas.microsoft.com/office/drawing/2014/main" id="{82A913A4-8D52-2818-CDA8-7DEAA73D9048}"/>
                  </a:ext>
                </a:extLst>
              </p:cNvPr>
              <p:cNvSpPr>
                <a:spLocks/>
              </p:cNvSpPr>
              <p:nvPr/>
            </p:nvSpPr>
            <p:spPr bwMode="auto">
              <a:xfrm>
                <a:off x="1061" y="3018"/>
                <a:ext cx="1490" cy="451"/>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9789" name="Freeform 1165">
                <a:extLst>
                  <a:ext uri="{FF2B5EF4-FFF2-40B4-BE49-F238E27FC236}">
                    <a16:creationId xmlns:a16="http://schemas.microsoft.com/office/drawing/2014/main" id="{FDC5BF3A-74BB-B55C-8EA2-C0AF923D314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4 h 723"/>
                  <a:gd name="T6" fmla="*/ 0 w 2532"/>
                  <a:gd name="T7" fmla="*/ 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sp>
        <p:nvSpPr>
          <p:cNvPr id="29705" name="Slide Number Placeholder 3">
            <a:extLst>
              <a:ext uri="{FF2B5EF4-FFF2-40B4-BE49-F238E27FC236}">
                <a16:creationId xmlns:a16="http://schemas.microsoft.com/office/drawing/2014/main" id="{3978642A-1C2F-50D9-3BDA-70986280859C}"/>
              </a:ext>
            </a:extLst>
          </p:cNvPr>
          <p:cNvSpPr>
            <a:spLocks noGrp="1"/>
          </p:cNvSpPr>
          <p:nvPr>
            <p:ph type="sldNum" sz="quarter" idx="12"/>
          </p:nvPr>
        </p:nvSpPr>
        <p:spPr bwMode="auto">
          <a:xfrm>
            <a:off x="8324850" y="6462713"/>
            <a:ext cx="676275" cy="2762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6C30DDC3-B744-423A-8069-E256BF71CBA0}"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dissolve">
                                      <p:cBhvr>
                                        <p:cTn id="7" dur="500"/>
                                        <p:tgtEl>
                                          <p:spTgt spid="9219">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dissolve">
                                      <p:cBhvr>
                                        <p:cTn id="10" dur="500"/>
                                        <p:tgtEl>
                                          <p:spTgt spid="9219">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dissolve">
                                      <p:cBhvr>
                                        <p:cTn id="13" dur="500"/>
                                        <p:tgtEl>
                                          <p:spTgt spid="9219">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0088">
                                            <p:txEl>
                                              <p:pRg st="0" end="0"/>
                                            </p:txEl>
                                          </p:spTgt>
                                        </p:tgtEl>
                                        <p:attrNameLst>
                                          <p:attrName>style.visibility</p:attrName>
                                        </p:attrNameLst>
                                      </p:cBhvr>
                                      <p:to>
                                        <p:strVal val="visible"/>
                                      </p:to>
                                    </p:set>
                                    <p:animEffect transition="in" filter="dissolve">
                                      <p:cBhvr>
                                        <p:cTn id="16" dur="500"/>
                                        <p:tgtEl>
                                          <p:spTgt spid="10088">
                                            <p:txEl>
                                              <p:pRg st="0" end="0"/>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10089">
                                            <p:txEl>
                                              <p:pRg st="0" end="0"/>
                                            </p:txEl>
                                          </p:spTgt>
                                        </p:tgtEl>
                                        <p:attrNameLst>
                                          <p:attrName>style.visibility</p:attrName>
                                        </p:attrNameLst>
                                      </p:cBhvr>
                                      <p:to>
                                        <p:strVal val="visible"/>
                                      </p:to>
                                    </p:set>
                                    <p:animEffect transition="in" filter="dissolve">
                                      <p:cBhvr>
                                        <p:cTn id="19" dur="500"/>
                                        <p:tgtEl>
                                          <p:spTgt spid="10089">
                                            <p:txEl>
                                              <p:pRg st="0" end="0"/>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10089">
                                            <p:txEl>
                                              <p:pRg st="1" end="1"/>
                                            </p:txEl>
                                          </p:spTgt>
                                        </p:tgtEl>
                                        <p:attrNameLst>
                                          <p:attrName>style.visibility</p:attrName>
                                        </p:attrNameLst>
                                      </p:cBhvr>
                                      <p:to>
                                        <p:strVal val="visible"/>
                                      </p:to>
                                    </p:set>
                                    <p:animEffect transition="in" filter="dissolve">
                                      <p:cBhvr>
                                        <p:cTn id="22" dur="500"/>
                                        <p:tgtEl>
                                          <p:spTgt spid="10089">
                                            <p:txEl>
                                              <p:pRg st="1" end="1"/>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10089">
                                            <p:txEl>
                                              <p:pRg st="2" end="2"/>
                                            </p:txEl>
                                          </p:spTgt>
                                        </p:tgtEl>
                                        <p:attrNameLst>
                                          <p:attrName>style.visibility</p:attrName>
                                        </p:attrNameLst>
                                      </p:cBhvr>
                                      <p:to>
                                        <p:strVal val="visible"/>
                                      </p:to>
                                    </p:set>
                                    <p:animEffect transition="in" filter="dissolve">
                                      <p:cBhvr>
                                        <p:cTn id="25" dur="500"/>
                                        <p:tgtEl>
                                          <p:spTgt spid="1008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DE7BF1EF-0C20-DC30-F99F-400A6E555DFC}"/>
              </a:ext>
            </a:extLst>
          </p:cNvPr>
          <p:cNvSpPr>
            <a:spLocks noGrp="1" noChangeArrowheads="1"/>
          </p:cNvSpPr>
          <p:nvPr>
            <p:ph type="title" idx="4294967295"/>
          </p:nvPr>
        </p:nvSpPr>
        <p:spPr>
          <a:xfrm>
            <a:off x="338138" y="196850"/>
            <a:ext cx="8382000" cy="835025"/>
          </a:xfrm>
        </p:spPr>
        <p:txBody>
          <a:bodyPr/>
          <a:lstStyle/>
          <a:p>
            <a:pPr eaLnBrk="1" hangingPunct="1"/>
            <a:r>
              <a:rPr lang="en-US" altLang="en-US" sz="3600">
                <a:ea typeface="ＭＳ Ｐゴシック" panose="020B0600070205080204" pitchFamily="34" charset="-128"/>
              </a:rPr>
              <a:t>Access networks and physical media</a:t>
            </a:r>
            <a:endParaRPr lang="en-US" altLang="en-US">
              <a:ea typeface="ＭＳ Ｐゴシック" panose="020B0600070205080204" pitchFamily="34" charset="-128"/>
            </a:endParaRPr>
          </a:p>
        </p:txBody>
      </p:sp>
      <p:sp>
        <p:nvSpPr>
          <p:cNvPr id="31748" name="Rectangle 3">
            <a:extLst>
              <a:ext uri="{FF2B5EF4-FFF2-40B4-BE49-F238E27FC236}">
                <a16:creationId xmlns:a16="http://schemas.microsoft.com/office/drawing/2014/main" id="{0CB8015F-2A3A-9EF6-F8C4-E639A8B1D2C8}"/>
              </a:ext>
            </a:extLst>
          </p:cNvPr>
          <p:cNvSpPr>
            <a:spLocks noGrp="1" noChangeArrowheads="1"/>
          </p:cNvSpPr>
          <p:nvPr>
            <p:ph type="body" sz="half" idx="4294967295"/>
          </p:nvPr>
        </p:nvSpPr>
        <p:spPr>
          <a:xfrm>
            <a:off x="600075" y="1031875"/>
            <a:ext cx="4156604" cy="5349875"/>
          </a:xfrm>
        </p:spPr>
        <p:txBody>
          <a:bodyPr/>
          <a:lstStyle/>
          <a:p>
            <a:pPr eaLnBrk="1" hangingPunct="1">
              <a:buFont typeface="Wingdings" panose="05000000000000000000" pitchFamily="2" charset="2"/>
              <a:buNone/>
            </a:pPr>
            <a:r>
              <a:rPr lang="en-US" altLang="en-US" i="1" dirty="0">
                <a:solidFill>
                  <a:srgbClr val="CC0000"/>
                </a:solidFill>
                <a:ea typeface="ＭＳ Ｐゴシック" panose="020B0600070205080204" pitchFamily="34" charset="-128"/>
              </a:rPr>
              <a:t>Q: How to connect end systems to edge router?</a:t>
            </a:r>
          </a:p>
          <a:p>
            <a:pPr eaLnBrk="1" hangingPunct="1">
              <a:buSzPct val="75000"/>
            </a:pPr>
            <a:r>
              <a:rPr lang="en-US" altLang="en-US" sz="2400" dirty="0">
                <a:ea typeface="ＭＳ Ｐゴシック" panose="020B0600070205080204" pitchFamily="34" charset="-128"/>
              </a:rPr>
              <a:t>residential access nets</a:t>
            </a:r>
          </a:p>
          <a:p>
            <a:pPr eaLnBrk="1" hangingPunct="1">
              <a:buSzPct val="75000"/>
            </a:pPr>
            <a:r>
              <a:rPr lang="en-US" altLang="en-US" sz="2400" dirty="0">
                <a:ea typeface="ＭＳ Ｐゴシック" panose="020B0600070205080204" pitchFamily="34" charset="-128"/>
              </a:rPr>
              <a:t>institutional access networks (school, company)</a:t>
            </a:r>
          </a:p>
          <a:p>
            <a:pPr eaLnBrk="1" hangingPunct="1">
              <a:spcAft>
                <a:spcPct val="30000"/>
              </a:spcAft>
              <a:buSzPct val="75000"/>
            </a:pPr>
            <a:r>
              <a:rPr lang="en-US" altLang="en-US" sz="2400" dirty="0">
                <a:ea typeface="ＭＳ Ｐゴシック" panose="020B0600070205080204" pitchFamily="34" charset="-128"/>
              </a:rPr>
              <a:t>mobile access networks</a:t>
            </a:r>
            <a:endParaRPr lang="en-US" altLang="en-US" sz="2400" dirty="0">
              <a:solidFill>
                <a:srgbClr val="FF0000"/>
              </a:solidFill>
              <a:ea typeface="ＭＳ Ｐゴシック" panose="020B0600070205080204" pitchFamily="34" charset="-128"/>
            </a:endParaRPr>
          </a:p>
        </p:txBody>
      </p:sp>
      <p:sp>
        <p:nvSpPr>
          <p:cNvPr id="31749" name="Freeform 665">
            <a:extLst>
              <a:ext uri="{FF2B5EF4-FFF2-40B4-BE49-F238E27FC236}">
                <a16:creationId xmlns:a16="http://schemas.microsoft.com/office/drawing/2014/main" id="{F89C3573-EA62-AF3A-8A96-0185D81BEA8F}"/>
              </a:ext>
            </a:extLst>
          </p:cNvPr>
          <p:cNvSpPr>
            <a:spLocks/>
          </p:cNvSpPr>
          <p:nvPr/>
        </p:nvSpPr>
        <p:spPr bwMode="auto">
          <a:xfrm>
            <a:off x="5202238" y="1712913"/>
            <a:ext cx="1736725" cy="1071562"/>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750" name="Group 666">
            <a:extLst>
              <a:ext uri="{FF2B5EF4-FFF2-40B4-BE49-F238E27FC236}">
                <a16:creationId xmlns:a16="http://schemas.microsoft.com/office/drawing/2014/main" id="{AC76B8DC-92C6-8EF7-4B46-3EA0D9FF0465}"/>
              </a:ext>
            </a:extLst>
          </p:cNvPr>
          <p:cNvGrpSpPr>
            <a:grpSpLocks/>
          </p:cNvGrpSpPr>
          <p:nvPr/>
        </p:nvGrpSpPr>
        <p:grpSpPr bwMode="auto">
          <a:xfrm>
            <a:off x="5370513" y="3048000"/>
            <a:ext cx="1458912" cy="933450"/>
            <a:chOff x="2889" y="1631"/>
            <a:chExt cx="980" cy="743"/>
          </a:xfrm>
        </p:grpSpPr>
        <p:sp>
          <p:nvSpPr>
            <p:cNvPr id="32196" name="Rectangle 667">
              <a:extLst>
                <a:ext uri="{FF2B5EF4-FFF2-40B4-BE49-F238E27FC236}">
                  <a16:creationId xmlns:a16="http://schemas.microsoft.com/office/drawing/2014/main" id="{FCB23F76-CA62-D00C-1A2A-778BE3AE628C}"/>
                </a:ext>
              </a:extLst>
            </p:cNvPr>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197" name="AutoShape 668">
              <a:extLst>
                <a:ext uri="{FF2B5EF4-FFF2-40B4-BE49-F238E27FC236}">
                  <a16:creationId xmlns:a16="http://schemas.microsoft.com/office/drawing/2014/main" id="{60246292-87AE-9F0B-C9BE-D204A08B1D3B}"/>
                </a:ext>
              </a:extLst>
            </p:cNvPr>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1751" name="Freeform 669">
            <a:extLst>
              <a:ext uri="{FF2B5EF4-FFF2-40B4-BE49-F238E27FC236}">
                <a16:creationId xmlns:a16="http://schemas.microsoft.com/office/drawing/2014/main" id="{12809A1A-D7F0-6387-F53C-A3782BA5CDA0}"/>
              </a:ext>
            </a:extLst>
          </p:cNvPr>
          <p:cNvSpPr>
            <a:spLocks/>
          </p:cNvSpPr>
          <p:nvPr/>
        </p:nvSpPr>
        <p:spPr bwMode="auto">
          <a:xfrm>
            <a:off x="5364163" y="4425950"/>
            <a:ext cx="3225800" cy="1665288"/>
          </a:xfrm>
          <a:custGeom>
            <a:avLst/>
            <a:gdLst>
              <a:gd name="T0" fmla="*/ 2147483646 w 2032"/>
              <a:gd name="T1" fmla="*/ 2147483646 h 1049"/>
              <a:gd name="T2" fmla="*/ 2147483646 w 2032"/>
              <a:gd name="T3" fmla="*/ 2147483646 h 1049"/>
              <a:gd name="T4" fmla="*/ 2147483646 w 2032"/>
              <a:gd name="T5" fmla="*/ 2147483646 h 1049"/>
              <a:gd name="T6" fmla="*/ 2147483646 w 2032"/>
              <a:gd name="T7" fmla="*/ 2147483646 h 1049"/>
              <a:gd name="T8" fmla="*/ 2147483646 w 2032"/>
              <a:gd name="T9" fmla="*/ 2147483646 h 1049"/>
              <a:gd name="T10" fmla="*/ 2147483646 w 2032"/>
              <a:gd name="T11" fmla="*/ 2147483646 h 1049"/>
              <a:gd name="T12" fmla="*/ 2147483646 w 2032"/>
              <a:gd name="T13" fmla="*/ 2147483646 h 1049"/>
              <a:gd name="T14" fmla="*/ 2147483646 w 2032"/>
              <a:gd name="T15" fmla="*/ 2147483646 h 1049"/>
              <a:gd name="T16" fmla="*/ 2147483646 w 2032"/>
              <a:gd name="T17" fmla="*/ 2147483646 h 1049"/>
              <a:gd name="T18" fmla="*/ 2147483646 w 2032"/>
              <a:gd name="T19" fmla="*/ 2147483646 h 1049"/>
              <a:gd name="T20" fmla="*/ 2147483646 w 2032"/>
              <a:gd name="T21" fmla="*/ 2147483646 h 1049"/>
              <a:gd name="T22" fmla="*/ 2147483646 w 2032"/>
              <a:gd name="T23" fmla="*/ 2147483646 h 1049"/>
              <a:gd name="T24" fmla="*/ 2147483646 w 2032"/>
              <a:gd name="T25" fmla="*/ 2147483646 h 1049"/>
              <a:gd name="T26" fmla="*/ 2147483646 w 2032"/>
              <a:gd name="T27" fmla="*/ 2147483646 h 1049"/>
              <a:gd name="T28" fmla="*/ 2147483646 w 2032"/>
              <a:gd name="T29" fmla="*/ 2147483646 h 1049"/>
              <a:gd name="T30" fmla="*/ 2147483646 w 2032"/>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32"/>
              <a:gd name="T49" fmla="*/ 0 h 1049"/>
              <a:gd name="T50" fmla="*/ 2032 w 2032"/>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52" name="Line 670">
            <a:extLst>
              <a:ext uri="{FF2B5EF4-FFF2-40B4-BE49-F238E27FC236}">
                <a16:creationId xmlns:a16="http://schemas.microsoft.com/office/drawing/2014/main" id="{90B45962-DD7E-33B0-8BDE-6A110A7E5388}"/>
              </a:ext>
            </a:extLst>
          </p:cNvPr>
          <p:cNvSpPr>
            <a:spLocks noChangeShapeType="1"/>
          </p:cNvSpPr>
          <p:nvPr/>
        </p:nvSpPr>
        <p:spPr bwMode="auto">
          <a:xfrm rot="-5400000">
            <a:off x="7845425" y="5162551"/>
            <a:ext cx="523875" cy="1397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53" name="Line 671">
            <a:extLst>
              <a:ext uri="{FF2B5EF4-FFF2-40B4-BE49-F238E27FC236}">
                <a16:creationId xmlns:a16="http://schemas.microsoft.com/office/drawing/2014/main" id="{189FC24E-F6F7-E752-7075-207F1A73DCB8}"/>
              </a:ext>
            </a:extLst>
          </p:cNvPr>
          <p:cNvSpPr>
            <a:spLocks noChangeShapeType="1"/>
          </p:cNvSpPr>
          <p:nvPr/>
        </p:nvSpPr>
        <p:spPr bwMode="auto">
          <a:xfrm rot="5400000" flipV="1">
            <a:off x="7991475" y="5443538"/>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54" name="Line 672">
            <a:extLst>
              <a:ext uri="{FF2B5EF4-FFF2-40B4-BE49-F238E27FC236}">
                <a16:creationId xmlns:a16="http://schemas.microsoft.com/office/drawing/2014/main" id="{05A18216-0E96-2C54-2670-58D9DBCCB318}"/>
              </a:ext>
            </a:extLst>
          </p:cNvPr>
          <p:cNvSpPr>
            <a:spLocks noChangeShapeType="1"/>
          </p:cNvSpPr>
          <p:nvPr/>
        </p:nvSpPr>
        <p:spPr bwMode="auto">
          <a:xfrm rot="-5400000">
            <a:off x="8177213" y="5116513"/>
            <a:ext cx="0" cy="1143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55" name="Line 674">
            <a:extLst>
              <a:ext uri="{FF2B5EF4-FFF2-40B4-BE49-F238E27FC236}">
                <a16:creationId xmlns:a16="http://schemas.microsoft.com/office/drawing/2014/main" id="{0E381124-B8B0-3728-06E2-82F266688D11}"/>
              </a:ext>
            </a:extLst>
          </p:cNvPr>
          <p:cNvSpPr>
            <a:spLocks noChangeShapeType="1"/>
          </p:cNvSpPr>
          <p:nvPr/>
        </p:nvSpPr>
        <p:spPr bwMode="auto">
          <a:xfrm>
            <a:off x="6100763" y="4776788"/>
            <a:ext cx="217487" cy="10001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56" name="Line 675">
            <a:extLst>
              <a:ext uri="{FF2B5EF4-FFF2-40B4-BE49-F238E27FC236}">
                <a16:creationId xmlns:a16="http://schemas.microsoft.com/office/drawing/2014/main" id="{0E045F74-C87B-AAC1-CC7D-BCA32A4CC3AC}"/>
              </a:ext>
            </a:extLst>
          </p:cNvPr>
          <p:cNvSpPr>
            <a:spLocks noChangeShapeType="1"/>
          </p:cNvSpPr>
          <p:nvPr/>
        </p:nvSpPr>
        <p:spPr bwMode="auto">
          <a:xfrm flipV="1">
            <a:off x="5842000" y="5038725"/>
            <a:ext cx="407988" cy="746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57" name="Line 678">
            <a:extLst>
              <a:ext uri="{FF2B5EF4-FFF2-40B4-BE49-F238E27FC236}">
                <a16:creationId xmlns:a16="http://schemas.microsoft.com/office/drawing/2014/main" id="{6A8327DF-BDDC-91FD-CD08-6434D4F06302}"/>
              </a:ext>
            </a:extLst>
          </p:cNvPr>
          <p:cNvSpPr>
            <a:spLocks noChangeShapeType="1"/>
          </p:cNvSpPr>
          <p:nvPr/>
        </p:nvSpPr>
        <p:spPr bwMode="auto">
          <a:xfrm flipH="1">
            <a:off x="6267450" y="5102225"/>
            <a:ext cx="144463" cy="1698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58" name="Line 679">
            <a:extLst>
              <a:ext uri="{FF2B5EF4-FFF2-40B4-BE49-F238E27FC236}">
                <a16:creationId xmlns:a16="http://schemas.microsoft.com/office/drawing/2014/main" id="{3F3A853E-E116-B430-3634-D48D87F9FBCF}"/>
              </a:ext>
            </a:extLst>
          </p:cNvPr>
          <p:cNvSpPr>
            <a:spLocks noChangeShapeType="1"/>
          </p:cNvSpPr>
          <p:nvPr/>
        </p:nvSpPr>
        <p:spPr bwMode="auto">
          <a:xfrm flipH="1" flipV="1">
            <a:off x="6586538" y="5110163"/>
            <a:ext cx="76200" cy="16351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59" name="Line 680">
            <a:extLst>
              <a:ext uri="{FF2B5EF4-FFF2-40B4-BE49-F238E27FC236}">
                <a16:creationId xmlns:a16="http://schemas.microsoft.com/office/drawing/2014/main" id="{A08F9655-B6D4-E8AD-4889-6EBCEBF210ED}"/>
              </a:ext>
            </a:extLst>
          </p:cNvPr>
          <p:cNvSpPr>
            <a:spLocks noChangeShapeType="1"/>
          </p:cNvSpPr>
          <p:nvPr/>
        </p:nvSpPr>
        <p:spPr bwMode="auto">
          <a:xfrm>
            <a:off x="6743700" y="5056188"/>
            <a:ext cx="503238" cy="2698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60" name="Line 682">
            <a:extLst>
              <a:ext uri="{FF2B5EF4-FFF2-40B4-BE49-F238E27FC236}">
                <a16:creationId xmlns:a16="http://schemas.microsoft.com/office/drawing/2014/main" id="{F1BA0129-14FB-A125-227C-24790FC45E8C}"/>
              </a:ext>
            </a:extLst>
          </p:cNvPr>
          <p:cNvSpPr>
            <a:spLocks noChangeShapeType="1"/>
          </p:cNvSpPr>
          <p:nvPr/>
        </p:nvSpPr>
        <p:spPr bwMode="auto">
          <a:xfrm>
            <a:off x="6284913" y="3551238"/>
            <a:ext cx="0" cy="10636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61" name="Line 683">
            <a:extLst>
              <a:ext uri="{FF2B5EF4-FFF2-40B4-BE49-F238E27FC236}">
                <a16:creationId xmlns:a16="http://schemas.microsoft.com/office/drawing/2014/main" id="{F38DF35A-4518-2819-32A8-8F75143CFA12}"/>
              </a:ext>
            </a:extLst>
          </p:cNvPr>
          <p:cNvSpPr>
            <a:spLocks noChangeShapeType="1"/>
          </p:cNvSpPr>
          <p:nvPr/>
        </p:nvSpPr>
        <p:spPr bwMode="auto">
          <a:xfrm flipV="1">
            <a:off x="5891213" y="3736975"/>
            <a:ext cx="168275" cy="31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1762" name="Picture 684" descr="access_point_stylized_small">
            <a:extLst>
              <a:ext uri="{FF2B5EF4-FFF2-40B4-BE49-F238E27FC236}">
                <a16:creationId xmlns:a16="http://schemas.microsoft.com/office/drawing/2014/main" id="{AF3CE121-F25D-68B8-8D9E-A5299EE66C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388" y="3548063"/>
            <a:ext cx="3698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3" name="Line 685">
            <a:extLst>
              <a:ext uri="{FF2B5EF4-FFF2-40B4-BE49-F238E27FC236}">
                <a16:creationId xmlns:a16="http://schemas.microsoft.com/office/drawing/2014/main" id="{01718B3B-25C9-CAA7-EA1D-FDF1657E32B5}"/>
              </a:ext>
            </a:extLst>
          </p:cNvPr>
          <p:cNvSpPr>
            <a:spLocks noChangeShapeType="1"/>
          </p:cNvSpPr>
          <p:nvPr/>
        </p:nvSpPr>
        <p:spPr bwMode="auto">
          <a:xfrm rot="5400000" flipV="1">
            <a:off x="7994650"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64" name="Line 686">
            <a:extLst>
              <a:ext uri="{FF2B5EF4-FFF2-40B4-BE49-F238E27FC236}">
                <a16:creationId xmlns:a16="http://schemas.microsoft.com/office/drawing/2014/main" id="{9E0D209A-ED43-64FA-6333-B4E932065572}"/>
              </a:ext>
            </a:extLst>
          </p:cNvPr>
          <p:cNvSpPr>
            <a:spLocks noChangeShapeType="1"/>
          </p:cNvSpPr>
          <p:nvPr/>
        </p:nvSpPr>
        <p:spPr bwMode="auto">
          <a:xfrm flipV="1">
            <a:off x="5894388" y="3733800"/>
            <a:ext cx="168275" cy="31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1765" name="Picture 708" descr="access_point_stylized_small">
            <a:extLst>
              <a:ext uri="{FF2B5EF4-FFF2-40B4-BE49-F238E27FC236}">
                <a16:creationId xmlns:a16="http://schemas.microsoft.com/office/drawing/2014/main" id="{EE3C57B3-95C3-80F5-5F3E-0297A66F6C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1975" y="3546475"/>
            <a:ext cx="3698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6" name="Freeform 709">
            <a:extLst>
              <a:ext uri="{FF2B5EF4-FFF2-40B4-BE49-F238E27FC236}">
                <a16:creationId xmlns:a16="http://schemas.microsoft.com/office/drawing/2014/main" id="{744B9DB2-3D16-CC99-BDAB-F4616C81E273}"/>
              </a:ext>
            </a:extLst>
          </p:cNvPr>
          <p:cNvSpPr>
            <a:spLocks/>
          </p:cNvSpPr>
          <p:nvPr/>
        </p:nvSpPr>
        <p:spPr bwMode="auto">
          <a:xfrm>
            <a:off x="7015163" y="3530600"/>
            <a:ext cx="1314450" cy="674688"/>
          </a:xfrm>
          <a:custGeom>
            <a:avLst/>
            <a:gdLst>
              <a:gd name="T0" fmla="*/ 2147483646 w 828"/>
              <a:gd name="T1" fmla="*/ 2147483646 h 425"/>
              <a:gd name="T2" fmla="*/ 2147483646 w 828"/>
              <a:gd name="T3" fmla="*/ 2147483646 h 425"/>
              <a:gd name="T4" fmla="*/ 2147483646 w 828"/>
              <a:gd name="T5" fmla="*/ 2147483646 h 425"/>
              <a:gd name="T6" fmla="*/ 2147483646 w 828"/>
              <a:gd name="T7" fmla="*/ 2147483646 h 425"/>
              <a:gd name="T8" fmla="*/ 2147483646 w 828"/>
              <a:gd name="T9" fmla="*/ 2147483646 h 425"/>
              <a:gd name="T10" fmla="*/ 2147483646 w 828"/>
              <a:gd name="T11" fmla="*/ 2147483646 h 425"/>
              <a:gd name="T12" fmla="*/ 2147483646 w 828"/>
              <a:gd name="T13" fmla="*/ 2147483646 h 425"/>
              <a:gd name="T14" fmla="*/ 2147483646 w 828"/>
              <a:gd name="T15" fmla="*/ 2147483646 h 425"/>
              <a:gd name="T16" fmla="*/ 2147483646 w 828"/>
              <a:gd name="T17" fmla="*/ 2147483646 h 425"/>
              <a:gd name="T18" fmla="*/ 2147483646 w 828"/>
              <a:gd name="T19" fmla="*/ 2147483646 h 425"/>
              <a:gd name="T20" fmla="*/ 2147483646 w 828"/>
              <a:gd name="T21" fmla="*/ 2147483646 h 425"/>
              <a:gd name="T22" fmla="*/ 2147483646 w 828"/>
              <a:gd name="T23" fmla="*/ 2147483646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67" name="Freeform 710">
            <a:extLst>
              <a:ext uri="{FF2B5EF4-FFF2-40B4-BE49-F238E27FC236}">
                <a16:creationId xmlns:a16="http://schemas.microsoft.com/office/drawing/2014/main" id="{BB916032-E10F-0A31-35FC-AB287EBA08EA}"/>
              </a:ext>
            </a:extLst>
          </p:cNvPr>
          <p:cNvSpPr>
            <a:spLocks/>
          </p:cNvSpPr>
          <p:nvPr/>
        </p:nvSpPr>
        <p:spPr bwMode="auto">
          <a:xfrm>
            <a:off x="7023100" y="2005013"/>
            <a:ext cx="1730375" cy="1125537"/>
          </a:xfrm>
          <a:custGeom>
            <a:avLst/>
            <a:gdLst>
              <a:gd name="T0" fmla="*/ 2147483646 w 765"/>
              <a:gd name="T1" fmla="*/ 2147483646 h 459"/>
              <a:gd name="T2" fmla="*/ 2147483646 w 765"/>
              <a:gd name="T3" fmla="*/ 2147483646 h 459"/>
              <a:gd name="T4" fmla="*/ 2147483646 w 765"/>
              <a:gd name="T5" fmla="*/ 2147483646 h 459"/>
              <a:gd name="T6" fmla="*/ 2147483646 w 765"/>
              <a:gd name="T7" fmla="*/ 2147483646 h 459"/>
              <a:gd name="T8" fmla="*/ 2147483646 w 765"/>
              <a:gd name="T9" fmla="*/ 2147483646 h 459"/>
              <a:gd name="T10" fmla="*/ 2147483646 w 765"/>
              <a:gd name="T11" fmla="*/ 2147483646 h 459"/>
              <a:gd name="T12" fmla="*/ 2147483646 w 765"/>
              <a:gd name="T13" fmla="*/ 2147483646 h 459"/>
              <a:gd name="T14" fmla="*/ 2147483646 w 765"/>
              <a:gd name="T15" fmla="*/ 2147483646 h 459"/>
              <a:gd name="T16" fmla="*/ 2147483646 w 765"/>
              <a:gd name="T17" fmla="*/ 2147483646 h 459"/>
              <a:gd name="T18" fmla="*/ 2147483646 w 765"/>
              <a:gd name="T19" fmla="*/ 2147483646 h 459"/>
              <a:gd name="T20" fmla="*/ 2147483646 w 765"/>
              <a:gd name="T21" fmla="*/ 2147483646 h 459"/>
              <a:gd name="T22" fmla="*/ 2147483646 w 765"/>
              <a:gd name="T23" fmla="*/ 2147483646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68" name="Line 711">
            <a:extLst>
              <a:ext uri="{FF2B5EF4-FFF2-40B4-BE49-F238E27FC236}">
                <a16:creationId xmlns:a16="http://schemas.microsoft.com/office/drawing/2014/main" id="{285F01D6-2021-9C0A-51EE-092CC9E108E6}"/>
              </a:ext>
            </a:extLst>
          </p:cNvPr>
          <p:cNvSpPr>
            <a:spLocks noChangeShapeType="1"/>
          </p:cNvSpPr>
          <p:nvPr/>
        </p:nvSpPr>
        <p:spPr bwMode="auto">
          <a:xfrm>
            <a:off x="7396163" y="3816350"/>
            <a:ext cx="163512" cy="1206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69" name="Line 712">
            <a:extLst>
              <a:ext uri="{FF2B5EF4-FFF2-40B4-BE49-F238E27FC236}">
                <a16:creationId xmlns:a16="http://schemas.microsoft.com/office/drawing/2014/main" id="{47664720-5509-6A98-5DA6-BDDAD5494C52}"/>
              </a:ext>
            </a:extLst>
          </p:cNvPr>
          <p:cNvSpPr>
            <a:spLocks noChangeShapeType="1"/>
          </p:cNvSpPr>
          <p:nvPr/>
        </p:nvSpPr>
        <p:spPr bwMode="auto">
          <a:xfrm>
            <a:off x="7493000" y="3736975"/>
            <a:ext cx="2794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0" name="Line 713">
            <a:extLst>
              <a:ext uri="{FF2B5EF4-FFF2-40B4-BE49-F238E27FC236}">
                <a16:creationId xmlns:a16="http://schemas.microsoft.com/office/drawing/2014/main" id="{9F2F1277-7FA0-453C-4CA1-8AB37E258D79}"/>
              </a:ext>
            </a:extLst>
          </p:cNvPr>
          <p:cNvSpPr>
            <a:spLocks noChangeShapeType="1"/>
          </p:cNvSpPr>
          <p:nvPr/>
        </p:nvSpPr>
        <p:spPr bwMode="auto">
          <a:xfrm flipV="1">
            <a:off x="7729538" y="3822700"/>
            <a:ext cx="134937" cy="1047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1" name="Line 714">
            <a:extLst>
              <a:ext uri="{FF2B5EF4-FFF2-40B4-BE49-F238E27FC236}">
                <a16:creationId xmlns:a16="http://schemas.microsoft.com/office/drawing/2014/main" id="{011BDC0D-CF90-8C54-A932-F2625F8892A3}"/>
              </a:ext>
            </a:extLst>
          </p:cNvPr>
          <p:cNvSpPr>
            <a:spLocks noChangeShapeType="1"/>
          </p:cNvSpPr>
          <p:nvPr/>
        </p:nvSpPr>
        <p:spPr bwMode="auto">
          <a:xfrm>
            <a:off x="6723063" y="2590800"/>
            <a:ext cx="509587" cy="3175"/>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2" name="Line 715">
            <a:extLst>
              <a:ext uri="{FF2B5EF4-FFF2-40B4-BE49-F238E27FC236}">
                <a16:creationId xmlns:a16="http://schemas.microsoft.com/office/drawing/2014/main" id="{04005756-BCBE-2A84-2138-B645EBE59638}"/>
              </a:ext>
            </a:extLst>
          </p:cNvPr>
          <p:cNvSpPr>
            <a:spLocks noChangeShapeType="1"/>
          </p:cNvSpPr>
          <p:nvPr/>
        </p:nvSpPr>
        <p:spPr bwMode="auto">
          <a:xfrm>
            <a:off x="7358063" y="4700588"/>
            <a:ext cx="390525" cy="1841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3" name="Line 716">
            <a:extLst>
              <a:ext uri="{FF2B5EF4-FFF2-40B4-BE49-F238E27FC236}">
                <a16:creationId xmlns:a16="http://schemas.microsoft.com/office/drawing/2014/main" id="{9A8CF3BD-BAB7-04B5-DA25-0360485E133C}"/>
              </a:ext>
            </a:extLst>
          </p:cNvPr>
          <p:cNvSpPr>
            <a:spLocks noChangeShapeType="1"/>
          </p:cNvSpPr>
          <p:nvPr/>
        </p:nvSpPr>
        <p:spPr bwMode="auto">
          <a:xfrm flipV="1">
            <a:off x="6737350" y="4687888"/>
            <a:ext cx="322263" cy="19843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4" name="Line 717">
            <a:extLst>
              <a:ext uri="{FF2B5EF4-FFF2-40B4-BE49-F238E27FC236}">
                <a16:creationId xmlns:a16="http://schemas.microsoft.com/office/drawing/2014/main" id="{18E9BF59-C95F-563F-B750-9CBDB6213D7B}"/>
              </a:ext>
            </a:extLst>
          </p:cNvPr>
          <p:cNvSpPr>
            <a:spLocks noChangeShapeType="1"/>
          </p:cNvSpPr>
          <p:nvPr/>
        </p:nvSpPr>
        <p:spPr bwMode="auto">
          <a:xfrm flipV="1">
            <a:off x="6780213" y="4979988"/>
            <a:ext cx="971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5" name="Line 718">
            <a:extLst>
              <a:ext uri="{FF2B5EF4-FFF2-40B4-BE49-F238E27FC236}">
                <a16:creationId xmlns:a16="http://schemas.microsoft.com/office/drawing/2014/main" id="{225C718D-3A6B-8651-5AE0-2868E304CCD9}"/>
              </a:ext>
            </a:extLst>
          </p:cNvPr>
          <p:cNvSpPr>
            <a:spLocks noChangeShapeType="1"/>
          </p:cNvSpPr>
          <p:nvPr/>
        </p:nvSpPr>
        <p:spPr bwMode="auto">
          <a:xfrm flipV="1">
            <a:off x="7577138" y="2495550"/>
            <a:ext cx="123825" cy="8731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6" name="Line 719">
            <a:extLst>
              <a:ext uri="{FF2B5EF4-FFF2-40B4-BE49-F238E27FC236}">
                <a16:creationId xmlns:a16="http://schemas.microsoft.com/office/drawing/2014/main" id="{520DC5E6-29B9-9BB6-83AF-F5A31F739AA2}"/>
              </a:ext>
            </a:extLst>
          </p:cNvPr>
          <p:cNvSpPr>
            <a:spLocks noChangeShapeType="1"/>
          </p:cNvSpPr>
          <p:nvPr/>
        </p:nvSpPr>
        <p:spPr bwMode="auto">
          <a:xfrm>
            <a:off x="7405688" y="2668588"/>
            <a:ext cx="0" cy="82550"/>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7" name="Line 720">
            <a:extLst>
              <a:ext uri="{FF2B5EF4-FFF2-40B4-BE49-F238E27FC236}">
                <a16:creationId xmlns:a16="http://schemas.microsoft.com/office/drawing/2014/main" id="{40501BD4-DDF4-25A6-6361-29193AA9CF2F}"/>
              </a:ext>
            </a:extLst>
          </p:cNvPr>
          <p:cNvSpPr>
            <a:spLocks noChangeShapeType="1"/>
          </p:cNvSpPr>
          <p:nvPr/>
        </p:nvSpPr>
        <p:spPr bwMode="auto">
          <a:xfrm flipV="1">
            <a:off x="7577138" y="2565400"/>
            <a:ext cx="263525" cy="2889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8" name="Line 721">
            <a:extLst>
              <a:ext uri="{FF2B5EF4-FFF2-40B4-BE49-F238E27FC236}">
                <a16:creationId xmlns:a16="http://schemas.microsoft.com/office/drawing/2014/main" id="{9946265A-39F0-220E-6A23-A7EFCDBB9B98}"/>
              </a:ext>
            </a:extLst>
          </p:cNvPr>
          <p:cNvSpPr>
            <a:spLocks noChangeShapeType="1"/>
          </p:cNvSpPr>
          <p:nvPr/>
        </p:nvSpPr>
        <p:spPr bwMode="auto">
          <a:xfrm>
            <a:off x="7942263" y="2563813"/>
            <a:ext cx="0" cy="1968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79" name="Line 722">
            <a:extLst>
              <a:ext uri="{FF2B5EF4-FFF2-40B4-BE49-F238E27FC236}">
                <a16:creationId xmlns:a16="http://schemas.microsoft.com/office/drawing/2014/main" id="{0E5F8BEC-6F40-0649-FA3E-1DA7336D06C9}"/>
              </a:ext>
            </a:extLst>
          </p:cNvPr>
          <p:cNvSpPr>
            <a:spLocks noChangeShapeType="1"/>
          </p:cNvSpPr>
          <p:nvPr/>
        </p:nvSpPr>
        <p:spPr bwMode="auto">
          <a:xfrm>
            <a:off x="7596188" y="2870200"/>
            <a:ext cx="18891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80" name="Line 723">
            <a:extLst>
              <a:ext uri="{FF2B5EF4-FFF2-40B4-BE49-F238E27FC236}">
                <a16:creationId xmlns:a16="http://schemas.microsoft.com/office/drawing/2014/main" id="{5A534AA9-89F3-79EA-6D81-AC8878B0E250}"/>
              </a:ext>
            </a:extLst>
          </p:cNvPr>
          <p:cNvSpPr>
            <a:spLocks noChangeShapeType="1"/>
          </p:cNvSpPr>
          <p:nvPr/>
        </p:nvSpPr>
        <p:spPr bwMode="auto">
          <a:xfrm>
            <a:off x="8150225" y="2860675"/>
            <a:ext cx="1778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81" name="Line 724">
            <a:extLst>
              <a:ext uri="{FF2B5EF4-FFF2-40B4-BE49-F238E27FC236}">
                <a16:creationId xmlns:a16="http://schemas.microsoft.com/office/drawing/2014/main" id="{0CBFCBF9-FDC1-4252-7E20-23373CAEC978}"/>
              </a:ext>
            </a:extLst>
          </p:cNvPr>
          <p:cNvSpPr>
            <a:spLocks noChangeShapeType="1"/>
          </p:cNvSpPr>
          <p:nvPr/>
        </p:nvSpPr>
        <p:spPr bwMode="auto">
          <a:xfrm flipH="1">
            <a:off x="7296150" y="2936875"/>
            <a:ext cx="98425" cy="704850"/>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82" name="Line 725">
            <a:extLst>
              <a:ext uri="{FF2B5EF4-FFF2-40B4-BE49-F238E27FC236}">
                <a16:creationId xmlns:a16="http://schemas.microsoft.com/office/drawing/2014/main" id="{8D391C3C-04CC-A511-3F6A-8F9AA2FA04E6}"/>
              </a:ext>
            </a:extLst>
          </p:cNvPr>
          <p:cNvSpPr>
            <a:spLocks noChangeShapeType="1"/>
          </p:cNvSpPr>
          <p:nvPr/>
        </p:nvSpPr>
        <p:spPr bwMode="auto">
          <a:xfrm flipH="1">
            <a:off x="7888288" y="2936875"/>
            <a:ext cx="111125" cy="7270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83" name="Line 726">
            <a:extLst>
              <a:ext uri="{FF2B5EF4-FFF2-40B4-BE49-F238E27FC236}">
                <a16:creationId xmlns:a16="http://schemas.microsoft.com/office/drawing/2014/main" id="{F788023B-D237-20DE-3BDC-DD2DFC71B09F}"/>
              </a:ext>
            </a:extLst>
          </p:cNvPr>
          <p:cNvSpPr>
            <a:spLocks noChangeShapeType="1"/>
          </p:cNvSpPr>
          <p:nvPr/>
        </p:nvSpPr>
        <p:spPr bwMode="auto">
          <a:xfrm flipV="1">
            <a:off x="7272338" y="4078288"/>
            <a:ext cx="227012" cy="43656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84" name="Line 727">
            <a:extLst>
              <a:ext uri="{FF2B5EF4-FFF2-40B4-BE49-F238E27FC236}">
                <a16:creationId xmlns:a16="http://schemas.microsoft.com/office/drawing/2014/main" id="{B3ED4F3A-930A-5814-3947-E699AD44B884}"/>
              </a:ext>
            </a:extLst>
          </p:cNvPr>
          <p:cNvSpPr>
            <a:spLocks noChangeShapeType="1"/>
          </p:cNvSpPr>
          <p:nvPr/>
        </p:nvSpPr>
        <p:spPr bwMode="auto">
          <a:xfrm>
            <a:off x="8345488" y="2859088"/>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85" name="Line 728">
            <a:extLst>
              <a:ext uri="{FF2B5EF4-FFF2-40B4-BE49-F238E27FC236}">
                <a16:creationId xmlns:a16="http://schemas.microsoft.com/office/drawing/2014/main" id="{376B0F24-A8F5-8631-B9B8-3E6657E78AC4}"/>
              </a:ext>
            </a:extLst>
          </p:cNvPr>
          <p:cNvSpPr>
            <a:spLocks noChangeShapeType="1"/>
          </p:cNvSpPr>
          <p:nvPr/>
        </p:nvSpPr>
        <p:spPr bwMode="auto">
          <a:xfrm>
            <a:off x="6289675" y="2406650"/>
            <a:ext cx="152400" cy="952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86" name="Oval 407">
            <a:extLst>
              <a:ext uri="{FF2B5EF4-FFF2-40B4-BE49-F238E27FC236}">
                <a16:creationId xmlns:a16="http://schemas.microsoft.com/office/drawing/2014/main" id="{615ADE96-5210-A9DA-B796-75EC248DBA04}"/>
              </a:ext>
            </a:extLst>
          </p:cNvPr>
          <p:cNvSpPr>
            <a:spLocks noChangeArrowheads="1"/>
          </p:cNvSpPr>
          <p:nvPr/>
        </p:nvSpPr>
        <p:spPr bwMode="auto">
          <a:xfrm>
            <a:off x="6354763" y="2565400"/>
            <a:ext cx="387350" cy="9525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787" name="Rectangle 410">
            <a:extLst>
              <a:ext uri="{FF2B5EF4-FFF2-40B4-BE49-F238E27FC236}">
                <a16:creationId xmlns:a16="http://schemas.microsoft.com/office/drawing/2014/main" id="{7FD4AD41-CDD7-2CD0-F922-CBDA522D545B}"/>
              </a:ext>
            </a:extLst>
          </p:cNvPr>
          <p:cNvSpPr>
            <a:spLocks noChangeArrowheads="1"/>
          </p:cNvSpPr>
          <p:nvPr/>
        </p:nvSpPr>
        <p:spPr bwMode="auto">
          <a:xfrm>
            <a:off x="6354763" y="2555875"/>
            <a:ext cx="388937" cy="58738"/>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788" name="Oval 411">
            <a:extLst>
              <a:ext uri="{FF2B5EF4-FFF2-40B4-BE49-F238E27FC236}">
                <a16:creationId xmlns:a16="http://schemas.microsoft.com/office/drawing/2014/main" id="{7BA7F725-EF68-9EB4-F77E-498BC1593CD3}"/>
              </a:ext>
            </a:extLst>
          </p:cNvPr>
          <p:cNvSpPr>
            <a:spLocks noChangeArrowheads="1"/>
          </p:cNvSpPr>
          <p:nvPr/>
        </p:nvSpPr>
        <p:spPr bwMode="auto">
          <a:xfrm>
            <a:off x="6353175" y="2490788"/>
            <a:ext cx="387350" cy="111125"/>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1789" name="Group 732">
            <a:extLst>
              <a:ext uri="{FF2B5EF4-FFF2-40B4-BE49-F238E27FC236}">
                <a16:creationId xmlns:a16="http://schemas.microsoft.com/office/drawing/2014/main" id="{248E3023-8845-B325-BC71-7D6E53BB9452}"/>
              </a:ext>
            </a:extLst>
          </p:cNvPr>
          <p:cNvGrpSpPr>
            <a:grpSpLocks/>
          </p:cNvGrpSpPr>
          <p:nvPr/>
        </p:nvGrpSpPr>
        <p:grpSpPr bwMode="auto">
          <a:xfrm>
            <a:off x="6430963" y="2519363"/>
            <a:ext cx="219075" cy="52387"/>
            <a:chOff x="2468" y="1332"/>
            <a:chExt cx="310" cy="60"/>
          </a:xfrm>
        </p:grpSpPr>
        <p:sp>
          <p:nvSpPr>
            <p:cNvPr id="32194" name="Freeform 733">
              <a:extLst>
                <a:ext uri="{FF2B5EF4-FFF2-40B4-BE49-F238E27FC236}">
                  <a16:creationId xmlns:a16="http://schemas.microsoft.com/office/drawing/2014/main" id="{679ECCF4-EBC5-6588-AEF4-4EA3F604907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95" name="Freeform 734">
              <a:extLst>
                <a:ext uri="{FF2B5EF4-FFF2-40B4-BE49-F238E27FC236}">
                  <a16:creationId xmlns:a16="http://schemas.microsoft.com/office/drawing/2014/main" id="{ADE27E93-3783-8C09-3983-8B106E68F1B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790" name="Line 735">
            <a:extLst>
              <a:ext uri="{FF2B5EF4-FFF2-40B4-BE49-F238E27FC236}">
                <a16:creationId xmlns:a16="http://schemas.microsoft.com/office/drawing/2014/main" id="{2E36A909-1499-AE77-66D4-3D3EFBF10011}"/>
              </a:ext>
            </a:extLst>
          </p:cNvPr>
          <p:cNvSpPr>
            <a:spLocks noChangeShapeType="1"/>
          </p:cNvSpPr>
          <p:nvPr/>
        </p:nvSpPr>
        <p:spPr bwMode="auto">
          <a:xfrm>
            <a:off x="6354763" y="2543175"/>
            <a:ext cx="0" cy="7461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791" name="Line 736">
            <a:extLst>
              <a:ext uri="{FF2B5EF4-FFF2-40B4-BE49-F238E27FC236}">
                <a16:creationId xmlns:a16="http://schemas.microsoft.com/office/drawing/2014/main" id="{CE7D91BA-EFBB-FCB0-3484-69DEF1F18902}"/>
              </a:ext>
            </a:extLst>
          </p:cNvPr>
          <p:cNvSpPr>
            <a:spLocks noChangeShapeType="1"/>
          </p:cNvSpPr>
          <p:nvPr/>
        </p:nvSpPr>
        <p:spPr bwMode="auto">
          <a:xfrm>
            <a:off x="6740525" y="2546350"/>
            <a:ext cx="0" cy="730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792" name="Group 737">
            <a:extLst>
              <a:ext uri="{FF2B5EF4-FFF2-40B4-BE49-F238E27FC236}">
                <a16:creationId xmlns:a16="http://schemas.microsoft.com/office/drawing/2014/main" id="{14613E21-E8B4-77AA-CB6D-06429CA545B8}"/>
              </a:ext>
            </a:extLst>
          </p:cNvPr>
          <p:cNvGrpSpPr>
            <a:grpSpLocks/>
          </p:cNvGrpSpPr>
          <p:nvPr/>
        </p:nvGrpSpPr>
        <p:grpSpPr bwMode="auto">
          <a:xfrm>
            <a:off x="7202488" y="2493963"/>
            <a:ext cx="390525" cy="174625"/>
            <a:chOff x="4334" y="1470"/>
            <a:chExt cx="246" cy="107"/>
          </a:xfrm>
        </p:grpSpPr>
        <p:sp>
          <p:nvSpPr>
            <p:cNvPr id="32186" name="Oval 407">
              <a:extLst>
                <a:ext uri="{FF2B5EF4-FFF2-40B4-BE49-F238E27FC236}">
                  <a16:creationId xmlns:a16="http://schemas.microsoft.com/office/drawing/2014/main" id="{80F7B324-57C6-6527-280C-43F414C35A4A}"/>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87" name="Rectangle 410">
              <a:extLst>
                <a:ext uri="{FF2B5EF4-FFF2-40B4-BE49-F238E27FC236}">
                  <a16:creationId xmlns:a16="http://schemas.microsoft.com/office/drawing/2014/main" id="{FAB72AD4-0F14-A7D1-EBEC-7E3A445C4F2A}"/>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88" name="Oval 411">
              <a:extLst>
                <a:ext uri="{FF2B5EF4-FFF2-40B4-BE49-F238E27FC236}">
                  <a16:creationId xmlns:a16="http://schemas.microsoft.com/office/drawing/2014/main" id="{CC8299EB-0521-01A0-635D-00A9670460B9}"/>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89" name="Group 741">
              <a:extLst>
                <a:ext uri="{FF2B5EF4-FFF2-40B4-BE49-F238E27FC236}">
                  <a16:creationId xmlns:a16="http://schemas.microsoft.com/office/drawing/2014/main" id="{A64563C5-DCC5-9693-6061-9B269FA2C50A}"/>
                </a:ext>
              </a:extLst>
            </p:cNvPr>
            <p:cNvGrpSpPr>
              <a:grpSpLocks/>
            </p:cNvGrpSpPr>
            <p:nvPr/>
          </p:nvGrpSpPr>
          <p:grpSpPr bwMode="auto">
            <a:xfrm>
              <a:off x="4383" y="1488"/>
              <a:ext cx="138" cy="33"/>
              <a:chOff x="2468" y="1332"/>
              <a:chExt cx="310" cy="60"/>
            </a:xfrm>
          </p:grpSpPr>
          <p:sp>
            <p:nvSpPr>
              <p:cNvPr id="32192" name="Freeform 742">
                <a:extLst>
                  <a:ext uri="{FF2B5EF4-FFF2-40B4-BE49-F238E27FC236}">
                    <a16:creationId xmlns:a16="http://schemas.microsoft.com/office/drawing/2014/main" id="{1A3B6893-B1E6-BB8B-7AAC-DD198324CEC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93" name="Freeform 743">
                <a:extLst>
                  <a:ext uri="{FF2B5EF4-FFF2-40B4-BE49-F238E27FC236}">
                    <a16:creationId xmlns:a16="http://schemas.microsoft.com/office/drawing/2014/main" id="{CA962665-522E-A3B9-BC92-80648D1AAB3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90" name="Line 744">
              <a:extLst>
                <a:ext uri="{FF2B5EF4-FFF2-40B4-BE49-F238E27FC236}">
                  <a16:creationId xmlns:a16="http://schemas.microsoft.com/office/drawing/2014/main" id="{88FB336B-2FEC-A5DB-A22D-C328B53F4FB4}"/>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91" name="Line 745">
              <a:extLst>
                <a:ext uri="{FF2B5EF4-FFF2-40B4-BE49-F238E27FC236}">
                  <a16:creationId xmlns:a16="http://schemas.microsoft.com/office/drawing/2014/main" id="{2442C8AD-0B73-7444-5C14-86AFC35350B4}"/>
                </a:ext>
              </a:extLst>
            </p:cNvPr>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793" name="Group 746">
            <a:extLst>
              <a:ext uri="{FF2B5EF4-FFF2-40B4-BE49-F238E27FC236}">
                <a16:creationId xmlns:a16="http://schemas.microsoft.com/office/drawing/2014/main" id="{BF036141-2878-917A-5F91-C40491CD6DAA}"/>
              </a:ext>
            </a:extLst>
          </p:cNvPr>
          <p:cNvGrpSpPr>
            <a:grpSpLocks/>
          </p:cNvGrpSpPr>
          <p:nvPr/>
        </p:nvGrpSpPr>
        <p:grpSpPr bwMode="auto">
          <a:xfrm>
            <a:off x="7213600" y="2757488"/>
            <a:ext cx="390525" cy="174625"/>
            <a:chOff x="4334" y="1470"/>
            <a:chExt cx="246" cy="107"/>
          </a:xfrm>
        </p:grpSpPr>
        <p:sp>
          <p:nvSpPr>
            <p:cNvPr id="32178" name="Oval 407">
              <a:extLst>
                <a:ext uri="{FF2B5EF4-FFF2-40B4-BE49-F238E27FC236}">
                  <a16:creationId xmlns:a16="http://schemas.microsoft.com/office/drawing/2014/main" id="{6DDACF36-CC27-48F0-D968-48F11A2C7475}"/>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79" name="Rectangle 410">
              <a:extLst>
                <a:ext uri="{FF2B5EF4-FFF2-40B4-BE49-F238E27FC236}">
                  <a16:creationId xmlns:a16="http://schemas.microsoft.com/office/drawing/2014/main" id="{ADA62CF0-4658-206D-42B3-4E3183F3B4D2}"/>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80" name="Oval 411">
              <a:extLst>
                <a:ext uri="{FF2B5EF4-FFF2-40B4-BE49-F238E27FC236}">
                  <a16:creationId xmlns:a16="http://schemas.microsoft.com/office/drawing/2014/main" id="{52022430-8DA9-CFEA-D767-45FFB7F9A32E}"/>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81" name="Group 750">
              <a:extLst>
                <a:ext uri="{FF2B5EF4-FFF2-40B4-BE49-F238E27FC236}">
                  <a16:creationId xmlns:a16="http://schemas.microsoft.com/office/drawing/2014/main" id="{714870CA-064D-EFDB-A56C-B347631D4ADA}"/>
                </a:ext>
              </a:extLst>
            </p:cNvPr>
            <p:cNvGrpSpPr>
              <a:grpSpLocks/>
            </p:cNvGrpSpPr>
            <p:nvPr/>
          </p:nvGrpSpPr>
          <p:grpSpPr bwMode="auto">
            <a:xfrm>
              <a:off x="4383" y="1488"/>
              <a:ext cx="138" cy="33"/>
              <a:chOff x="2468" y="1332"/>
              <a:chExt cx="310" cy="60"/>
            </a:xfrm>
          </p:grpSpPr>
          <p:sp>
            <p:nvSpPr>
              <p:cNvPr id="32184" name="Freeform 751">
                <a:extLst>
                  <a:ext uri="{FF2B5EF4-FFF2-40B4-BE49-F238E27FC236}">
                    <a16:creationId xmlns:a16="http://schemas.microsoft.com/office/drawing/2014/main" id="{B040D422-DA47-8A99-4BC4-BFDFBB99BBE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85" name="Freeform 752">
                <a:extLst>
                  <a:ext uri="{FF2B5EF4-FFF2-40B4-BE49-F238E27FC236}">
                    <a16:creationId xmlns:a16="http://schemas.microsoft.com/office/drawing/2014/main" id="{50306960-9527-20DF-1770-84317AD7125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82" name="Line 753">
              <a:extLst>
                <a:ext uri="{FF2B5EF4-FFF2-40B4-BE49-F238E27FC236}">
                  <a16:creationId xmlns:a16="http://schemas.microsoft.com/office/drawing/2014/main" id="{84C0E023-B7AC-3D68-1859-C037C70CA701}"/>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83" name="Line 754">
              <a:extLst>
                <a:ext uri="{FF2B5EF4-FFF2-40B4-BE49-F238E27FC236}">
                  <a16:creationId xmlns:a16="http://schemas.microsoft.com/office/drawing/2014/main" id="{557BB6E1-8C93-FFCC-D82F-DC8D34ABE93D}"/>
                </a:ext>
              </a:extLst>
            </p:cNvPr>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794" name="Group 755">
            <a:extLst>
              <a:ext uri="{FF2B5EF4-FFF2-40B4-BE49-F238E27FC236}">
                <a16:creationId xmlns:a16="http://schemas.microsoft.com/office/drawing/2014/main" id="{FFF94A3C-65CF-D5CD-392D-DB15A3DCC03A}"/>
              </a:ext>
            </a:extLst>
          </p:cNvPr>
          <p:cNvGrpSpPr>
            <a:grpSpLocks/>
          </p:cNvGrpSpPr>
          <p:nvPr/>
        </p:nvGrpSpPr>
        <p:grpSpPr bwMode="auto">
          <a:xfrm>
            <a:off x="7762875" y="2759075"/>
            <a:ext cx="390525" cy="174625"/>
            <a:chOff x="4334" y="1470"/>
            <a:chExt cx="246" cy="107"/>
          </a:xfrm>
        </p:grpSpPr>
        <p:sp>
          <p:nvSpPr>
            <p:cNvPr id="32170" name="Oval 407">
              <a:extLst>
                <a:ext uri="{FF2B5EF4-FFF2-40B4-BE49-F238E27FC236}">
                  <a16:creationId xmlns:a16="http://schemas.microsoft.com/office/drawing/2014/main" id="{BBF0BA7C-ED0E-C1AD-42A9-C79B9CDE5826}"/>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71" name="Rectangle 410">
              <a:extLst>
                <a:ext uri="{FF2B5EF4-FFF2-40B4-BE49-F238E27FC236}">
                  <a16:creationId xmlns:a16="http://schemas.microsoft.com/office/drawing/2014/main" id="{5813E3AA-83D0-C476-0591-4D6F05501444}"/>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72" name="Oval 411">
              <a:extLst>
                <a:ext uri="{FF2B5EF4-FFF2-40B4-BE49-F238E27FC236}">
                  <a16:creationId xmlns:a16="http://schemas.microsoft.com/office/drawing/2014/main" id="{4F9A1237-6514-AAEE-F90D-7FDA05AE9779}"/>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73" name="Group 759">
              <a:extLst>
                <a:ext uri="{FF2B5EF4-FFF2-40B4-BE49-F238E27FC236}">
                  <a16:creationId xmlns:a16="http://schemas.microsoft.com/office/drawing/2014/main" id="{ECF1DDFD-E261-3000-6406-233FA39574E3}"/>
                </a:ext>
              </a:extLst>
            </p:cNvPr>
            <p:cNvGrpSpPr>
              <a:grpSpLocks/>
            </p:cNvGrpSpPr>
            <p:nvPr/>
          </p:nvGrpSpPr>
          <p:grpSpPr bwMode="auto">
            <a:xfrm>
              <a:off x="4383" y="1488"/>
              <a:ext cx="138" cy="33"/>
              <a:chOff x="2468" y="1332"/>
              <a:chExt cx="310" cy="60"/>
            </a:xfrm>
          </p:grpSpPr>
          <p:sp>
            <p:nvSpPr>
              <p:cNvPr id="32176" name="Freeform 760">
                <a:extLst>
                  <a:ext uri="{FF2B5EF4-FFF2-40B4-BE49-F238E27FC236}">
                    <a16:creationId xmlns:a16="http://schemas.microsoft.com/office/drawing/2014/main" id="{40AE6C90-3947-8930-1261-16401A38098A}"/>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77" name="Freeform 761">
                <a:extLst>
                  <a:ext uri="{FF2B5EF4-FFF2-40B4-BE49-F238E27FC236}">
                    <a16:creationId xmlns:a16="http://schemas.microsoft.com/office/drawing/2014/main" id="{2D347367-60BB-C0C4-B280-44DDB54B0FB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74" name="Line 762">
              <a:extLst>
                <a:ext uri="{FF2B5EF4-FFF2-40B4-BE49-F238E27FC236}">
                  <a16:creationId xmlns:a16="http://schemas.microsoft.com/office/drawing/2014/main" id="{7ED2B7F6-8B51-0DAE-A7E2-3FEA09480551}"/>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75" name="Line 763">
              <a:extLst>
                <a:ext uri="{FF2B5EF4-FFF2-40B4-BE49-F238E27FC236}">
                  <a16:creationId xmlns:a16="http://schemas.microsoft.com/office/drawing/2014/main" id="{17775DC9-1019-CB7E-7E94-955F658E945B}"/>
                </a:ext>
              </a:extLst>
            </p:cNvPr>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795" name="Group 764">
            <a:extLst>
              <a:ext uri="{FF2B5EF4-FFF2-40B4-BE49-F238E27FC236}">
                <a16:creationId xmlns:a16="http://schemas.microsoft.com/office/drawing/2014/main" id="{B2644521-3D3B-A245-81C1-315C64E9B157}"/>
              </a:ext>
            </a:extLst>
          </p:cNvPr>
          <p:cNvGrpSpPr>
            <a:grpSpLocks/>
          </p:cNvGrpSpPr>
          <p:nvPr/>
        </p:nvGrpSpPr>
        <p:grpSpPr bwMode="auto">
          <a:xfrm>
            <a:off x="7689850" y="2393950"/>
            <a:ext cx="390525" cy="174625"/>
            <a:chOff x="4334" y="1470"/>
            <a:chExt cx="246" cy="107"/>
          </a:xfrm>
        </p:grpSpPr>
        <p:sp>
          <p:nvSpPr>
            <p:cNvPr id="32162" name="Oval 407">
              <a:extLst>
                <a:ext uri="{FF2B5EF4-FFF2-40B4-BE49-F238E27FC236}">
                  <a16:creationId xmlns:a16="http://schemas.microsoft.com/office/drawing/2014/main" id="{4B33AC1E-6C81-2684-EA17-1A7F01B75469}"/>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63" name="Rectangle 410">
              <a:extLst>
                <a:ext uri="{FF2B5EF4-FFF2-40B4-BE49-F238E27FC236}">
                  <a16:creationId xmlns:a16="http://schemas.microsoft.com/office/drawing/2014/main" id="{A61B79EC-8485-1AC6-AF56-192AB8EA2CD8}"/>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64" name="Oval 411">
              <a:extLst>
                <a:ext uri="{FF2B5EF4-FFF2-40B4-BE49-F238E27FC236}">
                  <a16:creationId xmlns:a16="http://schemas.microsoft.com/office/drawing/2014/main" id="{EC5898B7-6BAC-00DF-3CBD-C616A2B7F4C6}"/>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65" name="Group 768">
              <a:extLst>
                <a:ext uri="{FF2B5EF4-FFF2-40B4-BE49-F238E27FC236}">
                  <a16:creationId xmlns:a16="http://schemas.microsoft.com/office/drawing/2014/main" id="{23B77AC1-B5A7-CAC9-FAFE-0BF735B01287}"/>
                </a:ext>
              </a:extLst>
            </p:cNvPr>
            <p:cNvGrpSpPr>
              <a:grpSpLocks/>
            </p:cNvGrpSpPr>
            <p:nvPr/>
          </p:nvGrpSpPr>
          <p:grpSpPr bwMode="auto">
            <a:xfrm>
              <a:off x="4383" y="1488"/>
              <a:ext cx="138" cy="33"/>
              <a:chOff x="2468" y="1332"/>
              <a:chExt cx="310" cy="60"/>
            </a:xfrm>
          </p:grpSpPr>
          <p:sp>
            <p:nvSpPr>
              <p:cNvPr id="32168" name="Freeform 769">
                <a:extLst>
                  <a:ext uri="{FF2B5EF4-FFF2-40B4-BE49-F238E27FC236}">
                    <a16:creationId xmlns:a16="http://schemas.microsoft.com/office/drawing/2014/main" id="{3FA3139A-E076-0D18-FE61-045692CD9EF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69" name="Freeform 770">
                <a:extLst>
                  <a:ext uri="{FF2B5EF4-FFF2-40B4-BE49-F238E27FC236}">
                    <a16:creationId xmlns:a16="http://schemas.microsoft.com/office/drawing/2014/main" id="{A84AF2E0-2D6C-AD2F-5616-E9F56BE821F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66" name="Line 771">
              <a:extLst>
                <a:ext uri="{FF2B5EF4-FFF2-40B4-BE49-F238E27FC236}">
                  <a16:creationId xmlns:a16="http://schemas.microsoft.com/office/drawing/2014/main" id="{19E8DC9D-CB74-EF89-69CC-306951D277AB}"/>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67" name="Line 772">
              <a:extLst>
                <a:ext uri="{FF2B5EF4-FFF2-40B4-BE49-F238E27FC236}">
                  <a16:creationId xmlns:a16="http://schemas.microsoft.com/office/drawing/2014/main" id="{40430C61-FE28-B598-4B93-388A78E57D1C}"/>
                </a:ext>
              </a:extLst>
            </p:cNvPr>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796" name="Group 773">
            <a:extLst>
              <a:ext uri="{FF2B5EF4-FFF2-40B4-BE49-F238E27FC236}">
                <a16:creationId xmlns:a16="http://schemas.microsoft.com/office/drawing/2014/main" id="{FCC9FA1A-379D-3513-1621-2B6CD71DDDD6}"/>
              </a:ext>
            </a:extLst>
          </p:cNvPr>
          <p:cNvGrpSpPr>
            <a:grpSpLocks/>
          </p:cNvGrpSpPr>
          <p:nvPr/>
        </p:nvGrpSpPr>
        <p:grpSpPr bwMode="auto">
          <a:xfrm>
            <a:off x="7737475" y="3644900"/>
            <a:ext cx="492125" cy="206375"/>
            <a:chOff x="4334" y="1470"/>
            <a:chExt cx="246" cy="107"/>
          </a:xfrm>
        </p:grpSpPr>
        <p:sp>
          <p:nvSpPr>
            <p:cNvPr id="32154" name="Oval 407">
              <a:extLst>
                <a:ext uri="{FF2B5EF4-FFF2-40B4-BE49-F238E27FC236}">
                  <a16:creationId xmlns:a16="http://schemas.microsoft.com/office/drawing/2014/main" id="{43B050E5-31F6-8503-4A9F-564D17220DFA}"/>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55" name="Rectangle 410">
              <a:extLst>
                <a:ext uri="{FF2B5EF4-FFF2-40B4-BE49-F238E27FC236}">
                  <a16:creationId xmlns:a16="http://schemas.microsoft.com/office/drawing/2014/main" id="{E6AFB4C8-69EE-8B5F-6B9C-9021D03C4ADC}"/>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56" name="Oval 411">
              <a:extLst>
                <a:ext uri="{FF2B5EF4-FFF2-40B4-BE49-F238E27FC236}">
                  <a16:creationId xmlns:a16="http://schemas.microsoft.com/office/drawing/2014/main" id="{851851F6-A061-FEAE-F4F3-726852813DAA}"/>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57" name="Group 777">
              <a:extLst>
                <a:ext uri="{FF2B5EF4-FFF2-40B4-BE49-F238E27FC236}">
                  <a16:creationId xmlns:a16="http://schemas.microsoft.com/office/drawing/2014/main" id="{8F636BB4-BE33-AEDB-A158-A8798F3AA315}"/>
                </a:ext>
              </a:extLst>
            </p:cNvPr>
            <p:cNvGrpSpPr>
              <a:grpSpLocks/>
            </p:cNvGrpSpPr>
            <p:nvPr/>
          </p:nvGrpSpPr>
          <p:grpSpPr bwMode="auto">
            <a:xfrm>
              <a:off x="4383" y="1488"/>
              <a:ext cx="138" cy="33"/>
              <a:chOff x="2468" y="1332"/>
              <a:chExt cx="310" cy="60"/>
            </a:xfrm>
          </p:grpSpPr>
          <p:sp>
            <p:nvSpPr>
              <p:cNvPr id="32160" name="Freeform 778">
                <a:extLst>
                  <a:ext uri="{FF2B5EF4-FFF2-40B4-BE49-F238E27FC236}">
                    <a16:creationId xmlns:a16="http://schemas.microsoft.com/office/drawing/2014/main" id="{4F4FB0EE-672B-DB1B-CFA7-C7AE5999948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61" name="Freeform 779">
                <a:extLst>
                  <a:ext uri="{FF2B5EF4-FFF2-40B4-BE49-F238E27FC236}">
                    <a16:creationId xmlns:a16="http://schemas.microsoft.com/office/drawing/2014/main" id="{40122D1B-F665-0B33-E323-BD7CA373143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58" name="Line 780">
              <a:extLst>
                <a:ext uri="{FF2B5EF4-FFF2-40B4-BE49-F238E27FC236}">
                  <a16:creationId xmlns:a16="http://schemas.microsoft.com/office/drawing/2014/main" id="{874A0105-008C-B312-1AD6-9ED8292B0BD1}"/>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59" name="Line 781">
              <a:extLst>
                <a:ext uri="{FF2B5EF4-FFF2-40B4-BE49-F238E27FC236}">
                  <a16:creationId xmlns:a16="http://schemas.microsoft.com/office/drawing/2014/main" id="{2A88466B-48DC-42F1-8D05-83CD777956A1}"/>
                </a:ext>
              </a:extLst>
            </p:cNvPr>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797" name="Line 782">
            <a:extLst>
              <a:ext uri="{FF2B5EF4-FFF2-40B4-BE49-F238E27FC236}">
                <a16:creationId xmlns:a16="http://schemas.microsoft.com/office/drawing/2014/main" id="{3D2A7FD3-A7C4-032E-A08E-68FA39FB948A}"/>
              </a:ext>
            </a:extLst>
          </p:cNvPr>
          <p:cNvSpPr>
            <a:spLocks noChangeShapeType="1"/>
          </p:cNvSpPr>
          <p:nvPr/>
        </p:nvSpPr>
        <p:spPr bwMode="auto">
          <a:xfrm>
            <a:off x="6427788" y="3743325"/>
            <a:ext cx="6794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798" name="Group 783">
            <a:extLst>
              <a:ext uri="{FF2B5EF4-FFF2-40B4-BE49-F238E27FC236}">
                <a16:creationId xmlns:a16="http://schemas.microsoft.com/office/drawing/2014/main" id="{D584B782-F6E2-9BD0-B8F8-42E6FCB7FEC7}"/>
              </a:ext>
            </a:extLst>
          </p:cNvPr>
          <p:cNvGrpSpPr>
            <a:grpSpLocks/>
          </p:cNvGrpSpPr>
          <p:nvPr/>
        </p:nvGrpSpPr>
        <p:grpSpPr bwMode="auto">
          <a:xfrm>
            <a:off x="7086600" y="3632200"/>
            <a:ext cx="492125" cy="206375"/>
            <a:chOff x="4334" y="1470"/>
            <a:chExt cx="246" cy="107"/>
          </a:xfrm>
        </p:grpSpPr>
        <p:sp>
          <p:nvSpPr>
            <p:cNvPr id="32146" name="Oval 407">
              <a:extLst>
                <a:ext uri="{FF2B5EF4-FFF2-40B4-BE49-F238E27FC236}">
                  <a16:creationId xmlns:a16="http://schemas.microsoft.com/office/drawing/2014/main" id="{BF94F545-FCB3-5536-4AC0-59E21A282C09}"/>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47" name="Rectangle 410">
              <a:extLst>
                <a:ext uri="{FF2B5EF4-FFF2-40B4-BE49-F238E27FC236}">
                  <a16:creationId xmlns:a16="http://schemas.microsoft.com/office/drawing/2014/main" id="{CCE7C62F-08A3-77AF-F4D2-324956DB87E1}"/>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48" name="Oval 411">
              <a:extLst>
                <a:ext uri="{FF2B5EF4-FFF2-40B4-BE49-F238E27FC236}">
                  <a16:creationId xmlns:a16="http://schemas.microsoft.com/office/drawing/2014/main" id="{C15540DD-CADF-F5E6-AB5F-6183E43D6CA2}"/>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49" name="Group 787">
              <a:extLst>
                <a:ext uri="{FF2B5EF4-FFF2-40B4-BE49-F238E27FC236}">
                  <a16:creationId xmlns:a16="http://schemas.microsoft.com/office/drawing/2014/main" id="{0B3F93EB-3F9C-31AD-10FC-F695E803C90B}"/>
                </a:ext>
              </a:extLst>
            </p:cNvPr>
            <p:cNvGrpSpPr>
              <a:grpSpLocks/>
            </p:cNvGrpSpPr>
            <p:nvPr/>
          </p:nvGrpSpPr>
          <p:grpSpPr bwMode="auto">
            <a:xfrm>
              <a:off x="4383" y="1488"/>
              <a:ext cx="138" cy="33"/>
              <a:chOff x="2468" y="1332"/>
              <a:chExt cx="310" cy="60"/>
            </a:xfrm>
          </p:grpSpPr>
          <p:sp>
            <p:nvSpPr>
              <p:cNvPr id="32152" name="Freeform 788">
                <a:extLst>
                  <a:ext uri="{FF2B5EF4-FFF2-40B4-BE49-F238E27FC236}">
                    <a16:creationId xmlns:a16="http://schemas.microsoft.com/office/drawing/2014/main" id="{66C7DF15-1DA6-03FA-FAD8-95123509B9B7}"/>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53" name="Freeform 789">
                <a:extLst>
                  <a:ext uri="{FF2B5EF4-FFF2-40B4-BE49-F238E27FC236}">
                    <a16:creationId xmlns:a16="http://schemas.microsoft.com/office/drawing/2014/main" id="{F16CE5B2-50EB-F773-C680-DB80D202C83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50" name="Line 790">
              <a:extLst>
                <a:ext uri="{FF2B5EF4-FFF2-40B4-BE49-F238E27FC236}">
                  <a16:creationId xmlns:a16="http://schemas.microsoft.com/office/drawing/2014/main" id="{0DBB107C-77EE-9337-EF9F-87C2F928164B}"/>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51" name="Line 791">
              <a:extLst>
                <a:ext uri="{FF2B5EF4-FFF2-40B4-BE49-F238E27FC236}">
                  <a16:creationId xmlns:a16="http://schemas.microsoft.com/office/drawing/2014/main" id="{6B83A017-CB91-E7CC-DBE4-CF8B62E84758}"/>
                </a:ext>
              </a:extLst>
            </p:cNvPr>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799" name="Group 792">
            <a:extLst>
              <a:ext uri="{FF2B5EF4-FFF2-40B4-BE49-F238E27FC236}">
                <a16:creationId xmlns:a16="http://schemas.microsoft.com/office/drawing/2014/main" id="{7C19A59D-B693-FE0D-2B7E-58E1F2F5EE2D}"/>
              </a:ext>
            </a:extLst>
          </p:cNvPr>
          <p:cNvGrpSpPr>
            <a:grpSpLocks/>
          </p:cNvGrpSpPr>
          <p:nvPr/>
        </p:nvGrpSpPr>
        <p:grpSpPr bwMode="auto">
          <a:xfrm>
            <a:off x="7397750" y="3911600"/>
            <a:ext cx="492125" cy="206375"/>
            <a:chOff x="4334" y="1470"/>
            <a:chExt cx="246" cy="107"/>
          </a:xfrm>
        </p:grpSpPr>
        <p:sp>
          <p:nvSpPr>
            <p:cNvPr id="32138" name="Oval 407">
              <a:extLst>
                <a:ext uri="{FF2B5EF4-FFF2-40B4-BE49-F238E27FC236}">
                  <a16:creationId xmlns:a16="http://schemas.microsoft.com/office/drawing/2014/main" id="{A9C8EDE4-53F6-7318-5427-067973A8D684}"/>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39" name="Rectangle 410">
              <a:extLst>
                <a:ext uri="{FF2B5EF4-FFF2-40B4-BE49-F238E27FC236}">
                  <a16:creationId xmlns:a16="http://schemas.microsoft.com/office/drawing/2014/main" id="{E8BD011D-6F43-3C6D-38F2-FD0E861B30A8}"/>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40" name="Oval 411">
              <a:extLst>
                <a:ext uri="{FF2B5EF4-FFF2-40B4-BE49-F238E27FC236}">
                  <a16:creationId xmlns:a16="http://schemas.microsoft.com/office/drawing/2014/main" id="{FFBD61FF-60A7-5184-E4C8-7FD1A948C0D4}"/>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41" name="Group 796">
              <a:extLst>
                <a:ext uri="{FF2B5EF4-FFF2-40B4-BE49-F238E27FC236}">
                  <a16:creationId xmlns:a16="http://schemas.microsoft.com/office/drawing/2014/main" id="{D790972A-E369-F26B-5B86-504D99C0B3EC}"/>
                </a:ext>
              </a:extLst>
            </p:cNvPr>
            <p:cNvGrpSpPr>
              <a:grpSpLocks/>
            </p:cNvGrpSpPr>
            <p:nvPr/>
          </p:nvGrpSpPr>
          <p:grpSpPr bwMode="auto">
            <a:xfrm>
              <a:off x="4383" y="1488"/>
              <a:ext cx="138" cy="33"/>
              <a:chOff x="2468" y="1332"/>
              <a:chExt cx="310" cy="60"/>
            </a:xfrm>
          </p:grpSpPr>
          <p:sp>
            <p:nvSpPr>
              <p:cNvPr id="32144" name="Freeform 797">
                <a:extLst>
                  <a:ext uri="{FF2B5EF4-FFF2-40B4-BE49-F238E27FC236}">
                    <a16:creationId xmlns:a16="http://schemas.microsoft.com/office/drawing/2014/main" id="{16C5798F-95FB-D8D6-2703-9255453A674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45" name="Freeform 798">
                <a:extLst>
                  <a:ext uri="{FF2B5EF4-FFF2-40B4-BE49-F238E27FC236}">
                    <a16:creationId xmlns:a16="http://schemas.microsoft.com/office/drawing/2014/main" id="{890185B7-C127-6F9B-16F2-546EDAB3F66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42" name="Line 799">
              <a:extLst>
                <a:ext uri="{FF2B5EF4-FFF2-40B4-BE49-F238E27FC236}">
                  <a16:creationId xmlns:a16="http://schemas.microsoft.com/office/drawing/2014/main" id="{78376239-1220-5812-126C-7646063C7F27}"/>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43" name="Line 800">
              <a:extLst>
                <a:ext uri="{FF2B5EF4-FFF2-40B4-BE49-F238E27FC236}">
                  <a16:creationId xmlns:a16="http://schemas.microsoft.com/office/drawing/2014/main" id="{978844DF-A6F0-1799-0532-BE1B07FACE7D}"/>
                </a:ext>
              </a:extLst>
            </p:cNvPr>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00" name="Group 801">
            <a:extLst>
              <a:ext uri="{FF2B5EF4-FFF2-40B4-BE49-F238E27FC236}">
                <a16:creationId xmlns:a16="http://schemas.microsoft.com/office/drawing/2014/main" id="{563C12F3-7ECC-E18D-78C5-0D914962FE5E}"/>
              </a:ext>
            </a:extLst>
          </p:cNvPr>
          <p:cNvGrpSpPr>
            <a:grpSpLocks/>
          </p:cNvGrpSpPr>
          <p:nvPr/>
        </p:nvGrpSpPr>
        <p:grpSpPr bwMode="auto">
          <a:xfrm>
            <a:off x="7591425" y="4806950"/>
            <a:ext cx="622300" cy="244475"/>
            <a:chOff x="4334" y="1470"/>
            <a:chExt cx="246" cy="107"/>
          </a:xfrm>
        </p:grpSpPr>
        <p:sp>
          <p:nvSpPr>
            <p:cNvPr id="32130" name="Oval 407">
              <a:extLst>
                <a:ext uri="{FF2B5EF4-FFF2-40B4-BE49-F238E27FC236}">
                  <a16:creationId xmlns:a16="http://schemas.microsoft.com/office/drawing/2014/main" id="{D1DE75D8-4AA4-DC68-34EB-90E3C6DDFB15}"/>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31" name="Rectangle 410">
              <a:extLst>
                <a:ext uri="{FF2B5EF4-FFF2-40B4-BE49-F238E27FC236}">
                  <a16:creationId xmlns:a16="http://schemas.microsoft.com/office/drawing/2014/main" id="{C2482CEF-1A11-CBEA-DA33-2EC871F8A79C}"/>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32" name="Oval 411">
              <a:extLst>
                <a:ext uri="{FF2B5EF4-FFF2-40B4-BE49-F238E27FC236}">
                  <a16:creationId xmlns:a16="http://schemas.microsoft.com/office/drawing/2014/main" id="{D91A890B-C5B1-E652-F312-4589F9E0EE31}"/>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33" name="Group 805">
              <a:extLst>
                <a:ext uri="{FF2B5EF4-FFF2-40B4-BE49-F238E27FC236}">
                  <a16:creationId xmlns:a16="http://schemas.microsoft.com/office/drawing/2014/main" id="{886DF839-FC3F-4D10-44C9-165CC81383BE}"/>
                </a:ext>
              </a:extLst>
            </p:cNvPr>
            <p:cNvGrpSpPr>
              <a:grpSpLocks/>
            </p:cNvGrpSpPr>
            <p:nvPr/>
          </p:nvGrpSpPr>
          <p:grpSpPr bwMode="auto">
            <a:xfrm>
              <a:off x="4383" y="1488"/>
              <a:ext cx="138" cy="33"/>
              <a:chOff x="2468" y="1332"/>
              <a:chExt cx="310" cy="60"/>
            </a:xfrm>
          </p:grpSpPr>
          <p:sp>
            <p:nvSpPr>
              <p:cNvPr id="32136" name="Freeform 806">
                <a:extLst>
                  <a:ext uri="{FF2B5EF4-FFF2-40B4-BE49-F238E27FC236}">
                    <a16:creationId xmlns:a16="http://schemas.microsoft.com/office/drawing/2014/main" id="{FF525581-2B7A-A8B4-3463-5AD71D6DFBF0}"/>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37" name="Freeform 807">
                <a:extLst>
                  <a:ext uri="{FF2B5EF4-FFF2-40B4-BE49-F238E27FC236}">
                    <a16:creationId xmlns:a16="http://schemas.microsoft.com/office/drawing/2014/main" id="{1583F540-C192-0A2C-AC72-FFE0F29D329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34" name="Line 808">
              <a:extLst>
                <a:ext uri="{FF2B5EF4-FFF2-40B4-BE49-F238E27FC236}">
                  <a16:creationId xmlns:a16="http://schemas.microsoft.com/office/drawing/2014/main" id="{50C52C57-86A1-BA82-E839-1AD20498394C}"/>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35" name="Line 809">
              <a:extLst>
                <a:ext uri="{FF2B5EF4-FFF2-40B4-BE49-F238E27FC236}">
                  <a16:creationId xmlns:a16="http://schemas.microsoft.com/office/drawing/2014/main" id="{5A0B45E0-61F3-994D-E8F5-F29A3CFA41FA}"/>
                </a:ext>
              </a:extLst>
            </p:cNvPr>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01" name="Group 810">
            <a:extLst>
              <a:ext uri="{FF2B5EF4-FFF2-40B4-BE49-F238E27FC236}">
                <a16:creationId xmlns:a16="http://schemas.microsoft.com/office/drawing/2014/main" id="{97EF1B02-1BA2-1119-363B-F1B1874F2036}"/>
              </a:ext>
            </a:extLst>
          </p:cNvPr>
          <p:cNvGrpSpPr>
            <a:grpSpLocks/>
          </p:cNvGrpSpPr>
          <p:nvPr/>
        </p:nvGrpSpPr>
        <p:grpSpPr bwMode="auto">
          <a:xfrm>
            <a:off x="6965950" y="4508500"/>
            <a:ext cx="622300" cy="244475"/>
            <a:chOff x="4334" y="1470"/>
            <a:chExt cx="246" cy="107"/>
          </a:xfrm>
        </p:grpSpPr>
        <p:sp>
          <p:nvSpPr>
            <p:cNvPr id="32122" name="Oval 407">
              <a:extLst>
                <a:ext uri="{FF2B5EF4-FFF2-40B4-BE49-F238E27FC236}">
                  <a16:creationId xmlns:a16="http://schemas.microsoft.com/office/drawing/2014/main" id="{5F71ACFF-A948-26F1-1B27-45888FB0D1B4}"/>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23" name="Rectangle 410">
              <a:extLst>
                <a:ext uri="{FF2B5EF4-FFF2-40B4-BE49-F238E27FC236}">
                  <a16:creationId xmlns:a16="http://schemas.microsoft.com/office/drawing/2014/main" id="{1039DD30-CB42-3F69-9395-18F1EADF11CC}"/>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24" name="Oval 411">
              <a:extLst>
                <a:ext uri="{FF2B5EF4-FFF2-40B4-BE49-F238E27FC236}">
                  <a16:creationId xmlns:a16="http://schemas.microsoft.com/office/drawing/2014/main" id="{6964F805-A15A-E6F2-9A83-F5B2CA302DE5}"/>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25" name="Group 814">
              <a:extLst>
                <a:ext uri="{FF2B5EF4-FFF2-40B4-BE49-F238E27FC236}">
                  <a16:creationId xmlns:a16="http://schemas.microsoft.com/office/drawing/2014/main" id="{9CCAE108-7EFA-FBBA-46FF-1FD96D34C844}"/>
                </a:ext>
              </a:extLst>
            </p:cNvPr>
            <p:cNvGrpSpPr>
              <a:grpSpLocks/>
            </p:cNvGrpSpPr>
            <p:nvPr/>
          </p:nvGrpSpPr>
          <p:grpSpPr bwMode="auto">
            <a:xfrm>
              <a:off x="4383" y="1488"/>
              <a:ext cx="138" cy="33"/>
              <a:chOff x="2468" y="1332"/>
              <a:chExt cx="310" cy="60"/>
            </a:xfrm>
          </p:grpSpPr>
          <p:sp>
            <p:nvSpPr>
              <p:cNvPr id="32128" name="Freeform 815">
                <a:extLst>
                  <a:ext uri="{FF2B5EF4-FFF2-40B4-BE49-F238E27FC236}">
                    <a16:creationId xmlns:a16="http://schemas.microsoft.com/office/drawing/2014/main" id="{71395FA2-C509-1EE7-6838-90B5FEB79438}"/>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29" name="Freeform 816">
                <a:extLst>
                  <a:ext uri="{FF2B5EF4-FFF2-40B4-BE49-F238E27FC236}">
                    <a16:creationId xmlns:a16="http://schemas.microsoft.com/office/drawing/2014/main" id="{567D5FA1-A4FB-50DC-A4AB-D00BB14E358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26" name="Line 817">
              <a:extLst>
                <a:ext uri="{FF2B5EF4-FFF2-40B4-BE49-F238E27FC236}">
                  <a16:creationId xmlns:a16="http://schemas.microsoft.com/office/drawing/2014/main" id="{2E9EC80C-CDA4-9C86-1743-AC8FF9B87DEC}"/>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27" name="Line 818">
              <a:extLst>
                <a:ext uri="{FF2B5EF4-FFF2-40B4-BE49-F238E27FC236}">
                  <a16:creationId xmlns:a16="http://schemas.microsoft.com/office/drawing/2014/main" id="{480C7223-DBFD-3EBE-23C1-5FB2EF383C42}"/>
                </a:ext>
              </a:extLst>
            </p:cNvPr>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02" name="Group 819">
            <a:extLst>
              <a:ext uri="{FF2B5EF4-FFF2-40B4-BE49-F238E27FC236}">
                <a16:creationId xmlns:a16="http://schemas.microsoft.com/office/drawing/2014/main" id="{13FB7232-3FCD-880C-33FA-E5C697536AAE}"/>
              </a:ext>
            </a:extLst>
          </p:cNvPr>
          <p:cNvGrpSpPr>
            <a:grpSpLocks/>
          </p:cNvGrpSpPr>
          <p:nvPr/>
        </p:nvGrpSpPr>
        <p:grpSpPr bwMode="auto">
          <a:xfrm>
            <a:off x="6242050" y="4851400"/>
            <a:ext cx="622300" cy="244475"/>
            <a:chOff x="4334" y="1470"/>
            <a:chExt cx="246" cy="107"/>
          </a:xfrm>
        </p:grpSpPr>
        <p:sp>
          <p:nvSpPr>
            <p:cNvPr id="32114" name="Oval 407">
              <a:extLst>
                <a:ext uri="{FF2B5EF4-FFF2-40B4-BE49-F238E27FC236}">
                  <a16:creationId xmlns:a16="http://schemas.microsoft.com/office/drawing/2014/main" id="{067D7CC8-EAF3-E370-4E97-ECB7B975F3D3}"/>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15" name="Rectangle 410">
              <a:extLst>
                <a:ext uri="{FF2B5EF4-FFF2-40B4-BE49-F238E27FC236}">
                  <a16:creationId xmlns:a16="http://schemas.microsoft.com/office/drawing/2014/main" id="{483CB0E6-EE86-99C7-703A-390CFC26ED51}"/>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16" name="Oval 411">
              <a:extLst>
                <a:ext uri="{FF2B5EF4-FFF2-40B4-BE49-F238E27FC236}">
                  <a16:creationId xmlns:a16="http://schemas.microsoft.com/office/drawing/2014/main" id="{650D4715-600D-60F5-EE0A-8528628A09CF}"/>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17" name="Group 823">
              <a:extLst>
                <a:ext uri="{FF2B5EF4-FFF2-40B4-BE49-F238E27FC236}">
                  <a16:creationId xmlns:a16="http://schemas.microsoft.com/office/drawing/2014/main" id="{0C621F03-984C-0F49-15C9-850B2B838381}"/>
                </a:ext>
              </a:extLst>
            </p:cNvPr>
            <p:cNvGrpSpPr>
              <a:grpSpLocks/>
            </p:cNvGrpSpPr>
            <p:nvPr/>
          </p:nvGrpSpPr>
          <p:grpSpPr bwMode="auto">
            <a:xfrm>
              <a:off x="4383" y="1488"/>
              <a:ext cx="138" cy="33"/>
              <a:chOff x="2468" y="1332"/>
              <a:chExt cx="310" cy="60"/>
            </a:xfrm>
          </p:grpSpPr>
          <p:sp>
            <p:nvSpPr>
              <p:cNvPr id="32120" name="Freeform 824">
                <a:extLst>
                  <a:ext uri="{FF2B5EF4-FFF2-40B4-BE49-F238E27FC236}">
                    <a16:creationId xmlns:a16="http://schemas.microsoft.com/office/drawing/2014/main" id="{0D66D3C0-2521-8C93-C3E2-42DB28DB352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21" name="Freeform 825">
                <a:extLst>
                  <a:ext uri="{FF2B5EF4-FFF2-40B4-BE49-F238E27FC236}">
                    <a16:creationId xmlns:a16="http://schemas.microsoft.com/office/drawing/2014/main" id="{1D272A56-D432-B6F1-2327-B36F26E36F4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18" name="Line 826">
              <a:extLst>
                <a:ext uri="{FF2B5EF4-FFF2-40B4-BE49-F238E27FC236}">
                  <a16:creationId xmlns:a16="http://schemas.microsoft.com/office/drawing/2014/main" id="{73FDF914-4DEB-13DC-CB4A-0A6BD51A95B7}"/>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19" name="Line 827">
              <a:extLst>
                <a:ext uri="{FF2B5EF4-FFF2-40B4-BE49-F238E27FC236}">
                  <a16:creationId xmlns:a16="http://schemas.microsoft.com/office/drawing/2014/main" id="{79B24E7C-BA59-C4D0-C89A-5A3BB9929F46}"/>
                </a:ext>
              </a:extLst>
            </p:cNvPr>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03" name="Group 828">
            <a:extLst>
              <a:ext uri="{FF2B5EF4-FFF2-40B4-BE49-F238E27FC236}">
                <a16:creationId xmlns:a16="http://schemas.microsoft.com/office/drawing/2014/main" id="{6AAA4686-F889-269F-11CA-8EB5FCF55A8F}"/>
              </a:ext>
            </a:extLst>
          </p:cNvPr>
          <p:cNvGrpSpPr>
            <a:grpSpLocks/>
          </p:cNvGrpSpPr>
          <p:nvPr/>
        </p:nvGrpSpPr>
        <p:grpSpPr bwMode="auto">
          <a:xfrm>
            <a:off x="6051550" y="3644900"/>
            <a:ext cx="390525" cy="171450"/>
            <a:chOff x="4334" y="1470"/>
            <a:chExt cx="246" cy="107"/>
          </a:xfrm>
        </p:grpSpPr>
        <p:sp>
          <p:nvSpPr>
            <p:cNvPr id="32106" name="Oval 407">
              <a:extLst>
                <a:ext uri="{FF2B5EF4-FFF2-40B4-BE49-F238E27FC236}">
                  <a16:creationId xmlns:a16="http://schemas.microsoft.com/office/drawing/2014/main" id="{0B7C5692-816F-569C-F8D1-365EBAE2DA8A}"/>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07" name="Rectangle 410">
              <a:extLst>
                <a:ext uri="{FF2B5EF4-FFF2-40B4-BE49-F238E27FC236}">
                  <a16:creationId xmlns:a16="http://schemas.microsoft.com/office/drawing/2014/main" id="{906801E9-3425-0A04-558D-8AF17D3E611B}"/>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2108" name="Oval 411">
              <a:extLst>
                <a:ext uri="{FF2B5EF4-FFF2-40B4-BE49-F238E27FC236}">
                  <a16:creationId xmlns:a16="http://schemas.microsoft.com/office/drawing/2014/main" id="{79226299-B060-F878-6CEA-9F2F66BF590F}"/>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2109" name="Group 832">
              <a:extLst>
                <a:ext uri="{FF2B5EF4-FFF2-40B4-BE49-F238E27FC236}">
                  <a16:creationId xmlns:a16="http://schemas.microsoft.com/office/drawing/2014/main" id="{C0C4451E-9168-8613-1C97-60165FC851EC}"/>
                </a:ext>
              </a:extLst>
            </p:cNvPr>
            <p:cNvGrpSpPr>
              <a:grpSpLocks/>
            </p:cNvGrpSpPr>
            <p:nvPr/>
          </p:nvGrpSpPr>
          <p:grpSpPr bwMode="auto">
            <a:xfrm>
              <a:off x="4383" y="1488"/>
              <a:ext cx="138" cy="33"/>
              <a:chOff x="2468" y="1332"/>
              <a:chExt cx="310" cy="60"/>
            </a:xfrm>
          </p:grpSpPr>
          <p:sp>
            <p:nvSpPr>
              <p:cNvPr id="32112" name="Freeform 833">
                <a:extLst>
                  <a:ext uri="{FF2B5EF4-FFF2-40B4-BE49-F238E27FC236}">
                    <a16:creationId xmlns:a16="http://schemas.microsoft.com/office/drawing/2014/main" id="{81DEF910-0A4A-3632-4119-949AC804DC8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13" name="Freeform 834">
                <a:extLst>
                  <a:ext uri="{FF2B5EF4-FFF2-40B4-BE49-F238E27FC236}">
                    <a16:creationId xmlns:a16="http://schemas.microsoft.com/office/drawing/2014/main" id="{44118FBF-B1EA-C2F6-3A96-F5C73A417A9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10" name="Line 835">
              <a:extLst>
                <a:ext uri="{FF2B5EF4-FFF2-40B4-BE49-F238E27FC236}">
                  <a16:creationId xmlns:a16="http://schemas.microsoft.com/office/drawing/2014/main" id="{EE964757-AD46-E6F9-D724-175531B9C780}"/>
                </a:ext>
              </a:extLst>
            </p:cNvPr>
            <p:cNvSpPr>
              <a:spLocks noChangeShapeType="1"/>
            </p:cNvSpPr>
            <p:nvPr/>
          </p:nvSpPr>
          <p:spPr bwMode="auto">
            <a:xfrm>
              <a:off x="4335" y="1503"/>
              <a:ext cx="0" cy="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111" name="Line 836">
              <a:extLst>
                <a:ext uri="{FF2B5EF4-FFF2-40B4-BE49-F238E27FC236}">
                  <a16:creationId xmlns:a16="http://schemas.microsoft.com/office/drawing/2014/main" id="{BD7C4004-A0B2-47C3-C0D3-61492D64DDDD}"/>
                </a:ext>
              </a:extLst>
            </p:cNvPr>
            <p:cNvSpPr>
              <a:spLocks noChangeShapeType="1"/>
            </p:cNvSpPr>
            <p:nvPr/>
          </p:nvSpPr>
          <p:spPr bwMode="auto">
            <a:xfrm>
              <a:off x="4578" y="1505"/>
              <a:ext cx="0" cy="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04" name="Group 837">
            <a:extLst>
              <a:ext uri="{FF2B5EF4-FFF2-40B4-BE49-F238E27FC236}">
                <a16:creationId xmlns:a16="http://schemas.microsoft.com/office/drawing/2014/main" id="{95F25517-BB65-20BB-4A38-07B1EBE9C534}"/>
              </a:ext>
            </a:extLst>
          </p:cNvPr>
          <p:cNvGrpSpPr>
            <a:grpSpLocks/>
          </p:cNvGrpSpPr>
          <p:nvPr/>
        </p:nvGrpSpPr>
        <p:grpSpPr bwMode="auto">
          <a:xfrm>
            <a:off x="6024563" y="1744663"/>
            <a:ext cx="517525" cy="508000"/>
            <a:chOff x="2922" y="1424"/>
            <a:chExt cx="326" cy="320"/>
          </a:xfrm>
        </p:grpSpPr>
        <p:sp>
          <p:nvSpPr>
            <p:cNvPr id="32098" name="Oval 838">
              <a:extLst>
                <a:ext uri="{FF2B5EF4-FFF2-40B4-BE49-F238E27FC236}">
                  <a16:creationId xmlns:a16="http://schemas.microsoft.com/office/drawing/2014/main" id="{BE1E16EB-793A-3D00-EEC7-8EFA04B3A1B0}"/>
                </a:ext>
              </a:extLst>
            </p:cNvPr>
            <p:cNvSpPr>
              <a:spLocks noChangeArrowheads="1"/>
            </p:cNvSpPr>
            <p:nvPr/>
          </p:nvSpPr>
          <p:spPr bwMode="auto">
            <a:xfrm>
              <a:off x="2922" y="1445"/>
              <a:ext cx="326" cy="28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2099" name="Group 839">
              <a:extLst>
                <a:ext uri="{FF2B5EF4-FFF2-40B4-BE49-F238E27FC236}">
                  <a16:creationId xmlns:a16="http://schemas.microsoft.com/office/drawing/2014/main" id="{A1E615A0-070D-3138-9FEC-F5DB8624E25F}"/>
                </a:ext>
              </a:extLst>
            </p:cNvPr>
            <p:cNvGrpSpPr>
              <a:grpSpLocks/>
            </p:cNvGrpSpPr>
            <p:nvPr/>
          </p:nvGrpSpPr>
          <p:grpSpPr bwMode="auto">
            <a:xfrm>
              <a:off x="2949" y="1424"/>
              <a:ext cx="265" cy="280"/>
              <a:chOff x="2949" y="1424"/>
              <a:chExt cx="265" cy="280"/>
            </a:xfrm>
          </p:grpSpPr>
          <p:sp>
            <p:nvSpPr>
              <p:cNvPr id="32101" name="Oval 840">
                <a:extLst>
                  <a:ext uri="{FF2B5EF4-FFF2-40B4-BE49-F238E27FC236}">
                    <a16:creationId xmlns:a16="http://schemas.microsoft.com/office/drawing/2014/main" id="{D0BD362F-F9C8-BDBC-235A-DFA0708E6256}"/>
                  </a:ext>
                </a:extLst>
              </p:cNvPr>
              <p:cNvSpPr>
                <a:spLocks noChangeArrowheads="1"/>
              </p:cNvSpPr>
              <p:nvPr/>
            </p:nvSpPr>
            <p:spPr bwMode="auto">
              <a:xfrm>
                <a:off x="3030" y="1545"/>
                <a:ext cx="107" cy="92"/>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102" name="Oval 841">
                <a:extLst>
                  <a:ext uri="{FF2B5EF4-FFF2-40B4-BE49-F238E27FC236}">
                    <a16:creationId xmlns:a16="http://schemas.microsoft.com/office/drawing/2014/main" id="{FD8C7417-C2BC-701A-5F45-E6D41BA84B55}"/>
                  </a:ext>
                </a:extLst>
              </p:cNvPr>
              <p:cNvSpPr>
                <a:spLocks noChangeArrowheads="1"/>
              </p:cNvSpPr>
              <p:nvPr/>
            </p:nvSpPr>
            <p:spPr bwMode="auto">
              <a:xfrm>
                <a:off x="3006" y="1525"/>
                <a:ext cx="154" cy="131"/>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103" name="Oval 842">
                <a:extLst>
                  <a:ext uri="{FF2B5EF4-FFF2-40B4-BE49-F238E27FC236}">
                    <a16:creationId xmlns:a16="http://schemas.microsoft.com/office/drawing/2014/main" id="{FC432901-FBA8-093A-8722-5624C852FA5D}"/>
                  </a:ext>
                </a:extLst>
              </p:cNvPr>
              <p:cNvSpPr>
                <a:spLocks noChangeArrowheads="1"/>
              </p:cNvSpPr>
              <p:nvPr/>
            </p:nvSpPr>
            <p:spPr bwMode="auto">
              <a:xfrm>
                <a:off x="2983" y="1501"/>
                <a:ext cx="203" cy="17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104" name="Oval 843">
                <a:extLst>
                  <a:ext uri="{FF2B5EF4-FFF2-40B4-BE49-F238E27FC236}">
                    <a16:creationId xmlns:a16="http://schemas.microsoft.com/office/drawing/2014/main" id="{21921557-48EF-58C8-01CB-9A3DBDE45B22}"/>
                  </a:ext>
                </a:extLst>
              </p:cNvPr>
              <p:cNvSpPr>
                <a:spLocks noChangeArrowheads="1"/>
              </p:cNvSpPr>
              <p:nvPr/>
            </p:nvSpPr>
            <p:spPr bwMode="auto">
              <a:xfrm>
                <a:off x="2949" y="1476"/>
                <a:ext cx="265" cy="228"/>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105" name="Freeform 844">
                <a:extLst>
                  <a:ext uri="{FF2B5EF4-FFF2-40B4-BE49-F238E27FC236}">
                    <a16:creationId xmlns:a16="http://schemas.microsoft.com/office/drawing/2014/main" id="{AF3BFDF8-E895-D73F-2DD1-25EE947DB31E}"/>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33CCFF"/>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2100" name="Freeform 845">
              <a:extLst>
                <a:ext uri="{FF2B5EF4-FFF2-40B4-BE49-F238E27FC236}">
                  <a16:creationId xmlns:a16="http://schemas.microsoft.com/office/drawing/2014/main" id="{74331E54-DFD2-15EF-EBB2-499227303FA1}"/>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33CCFF"/>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05" name="Group 846">
            <a:extLst>
              <a:ext uri="{FF2B5EF4-FFF2-40B4-BE49-F238E27FC236}">
                <a16:creationId xmlns:a16="http://schemas.microsoft.com/office/drawing/2014/main" id="{DD5677AA-1B72-42BB-3572-4400714B3D45}"/>
              </a:ext>
            </a:extLst>
          </p:cNvPr>
          <p:cNvGrpSpPr>
            <a:grpSpLocks/>
          </p:cNvGrpSpPr>
          <p:nvPr/>
        </p:nvGrpSpPr>
        <p:grpSpPr bwMode="auto">
          <a:xfrm>
            <a:off x="6138863" y="1989138"/>
            <a:ext cx="282575" cy="477837"/>
            <a:chOff x="3748" y="1253"/>
            <a:chExt cx="178" cy="301"/>
          </a:xfrm>
        </p:grpSpPr>
        <p:sp>
          <p:nvSpPr>
            <p:cNvPr id="32082" name="Line 270">
              <a:extLst>
                <a:ext uri="{FF2B5EF4-FFF2-40B4-BE49-F238E27FC236}">
                  <a16:creationId xmlns:a16="http://schemas.microsoft.com/office/drawing/2014/main" id="{A7A7DEAE-3E4A-07F7-9E48-6BA41F7E3D12}"/>
                </a:ext>
              </a:extLst>
            </p:cNvPr>
            <p:cNvSpPr>
              <a:spLocks noChangeShapeType="1"/>
            </p:cNvSpPr>
            <p:nvPr/>
          </p:nvSpPr>
          <p:spPr bwMode="auto">
            <a:xfrm flipH="1">
              <a:off x="3748" y="1276"/>
              <a:ext cx="89" cy="2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83" name="Line 271">
              <a:extLst>
                <a:ext uri="{FF2B5EF4-FFF2-40B4-BE49-F238E27FC236}">
                  <a16:creationId xmlns:a16="http://schemas.microsoft.com/office/drawing/2014/main" id="{F0F04A64-B321-D8DA-AD37-2FCA469D6E3B}"/>
                </a:ext>
              </a:extLst>
            </p:cNvPr>
            <p:cNvSpPr>
              <a:spLocks noChangeShapeType="1"/>
            </p:cNvSpPr>
            <p:nvPr/>
          </p:nvSpPr>
          <p:spPr bwMode="auto">
            <a:xfrm>
              <a:off x="3837" y="1276"/>
              <a:ext cx="89" cy="25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84" name="Line 272">
              <a:extLst>
                <a:ext uri="{FF2B5EF4-FFF2-40B4-BE49-F238E27FC236}">
                  <a16:creationId xmlns:a16="http://schemas.microsoft.com/office/drawing/2014/main" id="{D1EECD42-4382-CF40-918F-532B5FA4380D}"/>
                </a:ext>
              </a:extLst>
            </p:cNvPr>
            <p:cNvSpPr>
              <a:spLocks noChangeShapeType="1"/>
            </p:cNvSpPr>
            <p:nvPr/>
          </p:nvSpPr>
          <p:spPr bwMode="auto">
            <a:xfrm>
              <a:off x="3748" y="1527"/>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85" name="Line 273">
              <a:extLst>
                <a:ext uri="{FF2B5EF4-FFF2-40B4-BE49-F238E27FC236}">
                  <a16:creationId xmlns:a16="http://schemas.microsoft.com/office/drawing/2014/main" id="{AD3797DD-2792-74F4-5250-DC2F1A3BDEB1}"/>
                </a:ext>
              </a:extLst>
            </p:cNvPr>
            <p:cNvSpPr>
              <a:spLocks noChangeShapeType="1"/>
            </p:cNvSpPr>
            <p:nvPr/>
          </p:nvSpPr>
          <p:spPr bwMode="auto">
            <a:xfrm flipH="1">
              <a:off x="3837" y="1527"/>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86" name="Line 274">
              <a:extLst>
                <a:ext uri="{FF2B5EF4-FFF2-40B4-BE49-F238E27FC236}">
                  <a16:creationId xmlns:a16="http://schemas.microsoft.com/office/drawing/2014/main" id="{2AAF5E45-B8AB-189A-E1B9-6BD47CE3F7BA}"/>
                </a:ext>
              </a:extLst>
            </p:cNvPr>
            <p:cNvSpPr>
              <a:spLocks noChangeShapeType="1"/>
            </p:cNvSpPr>
            <p:nvPr/>
          </p:nvSpPr>
          <p:spPr bwMode="auto">
            <a:xfrm>
              <a:off x="3837" y="1282"/>
              <a:ext cx="0"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87" name="Line 275">
              <a:extLst>
                <a:ext uri="{FF2B5EF4-FFF2-40B4-BE49-F238E27FC236}">
                  <a16:creationId xmlns:a16="http://schemas.microsoft.com/office/drawing/2014/main" id="{DBD94615-8B77-8A19-1408-BDD8F1CE2E13}"/>
                </a:ext>
              </a:extLst>
            </p:cNvPr>
            <p:cNvSpPr>
              <a:spLocks noChangeShapeType="1"/>
            </p:cNvSpPr>
            <p:nvPr/>
          </p:nvSpPr>
          <p:spPr bwMode="auto">
            <a:xfrm flipV="1">
              <a:off x="3748" y="1501"/>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88" name="Line 276">
              <a:extLst>
                <a:ext uri="{FF2B5EF4-FFF2-40B4-BE49-F238E27FC236}">
                  <a16:creationId xmlns:a16="http://schemas.microsoft.com/office/drawing/2014/main" id="{A1EEC139-1464-6A6C-CD74-42BD8E4F818B}"/>
                </a:ext>
              </a:extLst>
            </p:cNvPr>
            <p:cNvSpPr>
              <a:spLocks noChangeShapeType="1"/>
            </p:cNvSpPr>
            <p:nvPr/>
          </p:nvSpPr>
          <p:spPr bwMode="auto">
            <a:xfrm flipH="1" flipV="1">
              <a:off x="3837" y="1501"/>
              <a:ext cx="89" cy="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89" name="Line 277">
              <a:extLst>
                <a:ext uri="{FF2B5EF4-FFF2-40B4-BE49-F238E27FC236}">
                  <a16:creationId xmlns:a16="http://schemas.microsoft.com/office/drawing/2014/main" id="{E94A915D-A786-DDB8-5363-155A5A0AFA5A}"/>
                </a:ext>
              </a:extLst>
            </p:cNvPr>
            <p:cNvSpPr>
              <a:spLocks noChangeShapeType="1"/>
            </p:cNvSpPr>
            <p:nvPr/>
          </p:nvSpPr>
          <p:spPr bwMode="auto">
            <a:xfrm>
              <a:off x="3786" y="1418"/>
              <a:ext cx="51"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90" name="Line 278">
              <a:extLst>
                <a:ext uri="{FF2B5EF4-FFF2-40B4-BE49-F238E27FC236}">
                  <a16:creationId xmlns:a16="http://schemas.microsoft.com/office/drawing/2014/main" id="{499BE672-5B2F-1FDF-1A23-29FED8D21E48}"/>
                </a:ext>
              </a:extLst>
            </p:cNvPr>
            <p:cNvSpPr>
              <a:spLocks noChangeShapeType="1"/>
            </p:cNvSpPr>
            <p:nvPr/>
          </p:nvSpPr>
          <p:spPr bwMode="auto">
            <a:xfrm flipV="1">
              <a:off x="3837" y="1418"/>
              <a:ext cx="54"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91" name="Line 279">
              <a:extLst>
                <a:ext uri="{FF2B5EF4-FFF2-40B4-BE49-F238E27FC236}">
                  <a16:creationId xmlns:a16="http://schemas.microsoft.com/office/drawing/2014/main" id="{FBC5F746-EFED-FBA4-ABAA-916E12740613}"/>
                </a:ext>
              </a:extLst>
            </p:cNvPr>
            <p:cNvSpPr>
              <a:spLocks noChangeShapeType="1"/>
            </p:cNvSpPr>
            <p:nvPr/>
          </p:nvSpPr>
          <p:spPr bwMode="auto">
            <a:xfrm>
              <a:off x="3768" y="1455"/>
              <a:ext cx="66" cy="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92" name="Line 280">
              <a:extLst>
                <a:ext uri="{FF2B5EF4-FFF2-40B4-BE49-F238E27FC236}">
                  <a16:creationId xmlns:a16="http://schemas.microsoft.com/office/drawing/2014/main" id="{D4FFF5E0-D25D-4245-7F90-AC31EBEFF8C3}"/>
                </a:ext>
              </a:extLst>
            </p:cNvPr>
            <p:cNvSpPr>
              <a:spLocks noChangeShapeType="1"/>
            </p:cNvSpPr>
            <p:nvPr/>
          </p:nvSpPr>
          <p:spPr bwMode="auto">
            <a:xfrm flipV="1">
              <a:off x="3837" y="1461"/>
              <a:ext cx="66" cy="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93" name="Line 281">
              <a:extLst>
                <a:ext uri="{FF2B5EF4-FFF2-40B4-BE49-F238E27FC236}">
                  <a16:creationId xmlns:a16="http://schemas.microsoft.com/office/drawing/2014/main" id="{AA67D992-3AD0-F993-0152-6A50AEE7FFE5}"/>
                </a:ext>
              </a:extLst>
            </p:cNvPr>
            <p:cNvSpPr>
              <a:spLocks noChangeShapeType="1"/>
            </p:cNvSpPr>
            <p:nvPr/>
          </p:nvSpPr>
          <p:spPr bwMode="auto">
            <a:xfrm flipV="1">
              <a:off x="3837" y="1381"/>
              <a:ext cx="34" cy="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94" name="Line 282">
              <a:extLst>
                <a:ext uri="{FF2B5EF4-FFF2-40B4-BE49-F238E27FC236}">
                  <a16:creationId xmlns:a16="http://schemas.microsoft.com/office/drawing/2014/main" id="{2B07D5C2-B4C3-9CB1-EE0E-FF954D4A46FB}"/>
                </a:ext>
              </a:extLst>
            </p:cNvPr>
            <p:cNvSpPr>
              <a:spLocks noChangeShapeType="1"/>
            </p:cNvSpPr>
            <p:nvPr/>
          </p:nvSpPr>
          <p:spPr bwMode="auto">
            <a:xfrm flipV="1">
              <a:off x="3837" y="1329"/>
              <a:ext cx="21" cy="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95" name="Line 283">
              <a:extLst>
                <a:ext uri="{FF2B5EF4-FFF2-40B4-BE49-F238E27FC236}">
                  <a16:creationId xmlns:a16="http://schemas.microsoft.com/office/drawing/2014/main" id="{4121CBA7-9E9E-B90B-2B72-7AD38C1F7AEA}"/>
                </a:ext>
              </a:extLst>
            </p:cNvPr>
            <p:cNvSpPr>
              <a:spLocks noChangeShapeType="1"/>
            </p:cNvSpPr>
            <p:nvPr/>
          </p:nvSpPr>
          <p:spPr bwMode="auto">
            <a:xfrm>
              <a:off x="3798" y="1377"/>
              <a:ext cx="42" cy="1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96" name="Line 284">
              <a:extLst>
                <a:ext uri="{FF2B5EF4-FFF2-40B4-BE49-F238E27FC236}">
                  <a16:creationId xmlns:a16="http://schemas.microsoft.com/office/drawing/2014/main" id="{0205B01D-9222-4185-8392-6F2793B9747B}"/>
                </a:ext>
              </a:extLst>
            </p:cNvPr>
            <p:cNvSpPr>
              <a:spLocks noChangeShapeType="1"/>
            </p:cNvSpPr>
            <p:nvPr/>
          </p:nvSpPr>
          <p:spPr bwMode="auto">
            <a:xfrm>
              <a:off x="3817" y="1327"/>
              <a:ext cx="24" cy="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97" name="Oval 862">
              <a:extLst>
                <a:ext uri="{FF2B5EF4-FFF2-40B4-BE49-F238E27FC236}">
                  <a16:creationId xmlns:a16="http://schemas.microsoft.com/office/drawing/2014/main" id="{BF635439-5D8F-B078-3240-696F89F828B8}"/>
                </a:ext>
              </a:extLst>
            </p:cNvPr>
            <p:cNvSpPr>
              <a:spLocks noChangeArrowheads="1"/>
            </p:cNvSpPr>
            <p:nvPr/>
          </p:nvSpPr>
          <p:spPr bwMode="auto">
            <a:xfrm>
              <a:off x="3821" y="1253"/>
              <a:ext cx="30" cy="29"/>
            </a:xfrm>
            <a:prstGeom prst="ellipse">
              <a:avLst/>
            </a:prstGeom>
            <a:solidFill>
              <a:schemeClr val="tx2"/>
            </a:soli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grpSp>
        <p:nvGrpSpPr>
          <p:cNvPr id="31806" name="Group 863">
            <a:extLst>
              <a:ext uri="{FF2B5EF4-FFF2-40B4-BE49-F238E27FC236}">
                <a16:creationId xmlns:a16="http://schemas.microsoft.com/office/drawing/2014/main" id="{7F28148B-910F-41F8-693E-3346A2C97BCE}"/>
              </a:ext>
            </a:extLst>
          </p:cNvPr>
          <p:cNvGrpSpPr>
            <a:grpSpLocks/>
          </p:cNvGrpSpPr>
          <p:nvPr/>
        </p:nvGrpSpPr>
        <p:grpSpPr bwMode="auto">
          <a:xfrm>
            <a:off x="5318125" y="1997075"/>
            <a:ext cx="519113" cy="128588"/>
            <a:chOff x="2199" y="955"/>
            <a:chExt cx="2547" cy="506"/>
          </a:xfrm>
        </p:grpSpPr>
        <p:sp>
          <p:nvSpPr>
            <p:cNvPr id="32076" name="Freeform 864">
              <a:extLst>
                <a:ext uri="{FF2B5EF4-FFF2-40B4-BE49-F238E27FC236}">
                  <a16:creationId xmlns:a16="http://schemas.microsoft.com/office/drawing/2014/main" id="{F4EC03F9-1CC8-4C6F-9850-B447EC905CF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77" name="Freeform 865">
              <a:extLst>
                <a:ext uri="{FF2B5EF4-FFF2-40B4-BE49-F238E27FC236}">
                  <a16:creationId xmlns:a16="http://schemas.microsoft.com/office/drawing/2014/main" id="{B6E24F8C-CE57-7A8B-BEDC-A50D55E72B2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78" name="Freeform 866">
              <a:extLst>
                <a:ext uri="{FF2B5EF4-FFF2-40B4-BE49-F238E27FC236}">
                  <a16:creationId xmlns:a16="http://schemas.microsoft.com/office/drawing/2014/main" id="{EB799927-A1AB-43C3-EAB3-B37167EDD20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79" name="Freeform 867">
              <a:extLst>
                <a:ext uri="{FF2B5EF4-FFF2-40B4-BE49-F238E27FC236}">
                  <a16:creationId xmlns:a16="http://schemas.microsoft.com/office/drawing/2014/main" id="{72457017-BB07-4606-A0CA-B24DBA7915F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80" name="Freeform 868">
              <a:extLst>
                <a:ext uri="{FF2B5EF4-FFF2-40B4-BE49-F238E27FC236}">
                  <a16:creationId xmlns:a16="http://schemas.microsoft.com/office/drawing/2014/main" id="{B35546BA-3D84-270A-E57D-9314FF5D9776}"/>
                </a:ext>
              </a:extLst>
            </p:cNvPr>
            <p:cNvSpPr>
              <a:spLocks/>
            </p:cNvSpPr>
            <p:nvPr/>
          </p:nvSpPr>
          <p:spPr bwMode="auto">
            <a:xfrm>
              <a:off x="3646" y="997"/>
              <a:ext cx="660" cy="336"/>
            </a:xfrm>
            <a:custGeom>
              <a:avLst/>
              <a:gdLst>
                <a:gd name="T0" fmla="*/ 443 w 646"/>
                <a:gd name="T1" fmla="*/ 1169 h 300"/>
                <a:gd name="T2" fmla="*/ 631 w 646"/>
                <a:gd name="T3" fmla="*/ 987 h 300"/>
                <a:gd name="T4" fmla="*/ 785 w 646"/>
                <a:gd name="T5" fmla="*/ 745 h 300"/>
                <a:gd name="T6" fmla="*/ 810 w 646"/>
                <a:gd name="T7" fmla="*/ 417 h 300"/>
                <a:gd name="T8" fmla="*/ 594 w 646"/>
                <a:gd name="T9" fmla="*/ 234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81" name="Freeform 869">
              <a:extLst>
                <a:ext uri="{FF2B5EF4-FFF2-40B4-BE49-F238E27FC236}">
                  <a16:creationId xmlns:a16="http://schemas.microsoft.com/office/drawing/2014/main" id="{E0AB2853-9453-5FB6-2E14-9DC28DE7C1D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07" name="Group 870">
            <a:extLst>
              <a:ext uri="{FF2B5EF4-FFF2-40B4-BE49-F238E27FC236}">
                <a16:creationId xmlns:a16="http://schemas.microsoft.com/office/drawing/2014/main" id="{E8722460-286F-56CC-5DBE-3164AA5C79FC}"/>
              </a:ext>
            </a:extLst>
          </p:cNvPr>
          <p:cNvGrpSpPr>
            <a:grpSpLocks/>
          </p:cNvGrpSpPr>
          <p:nvPr/>
        </p:nvGrpSpPr>
        <p:grpSpPr bwMode="auto">
          <a:xfrm>
            <a:off x="5541963" y="1539875"/>
            <a:ext cx="519112" cy="128588"/>
            <a:chOff x="2199" y="955"/>
            <a:chExt cx="2547" cy="506"/>
          </a:xfrm>
        </p:grpSpPr>
        <p:sp>
          <p:nvSpPr>
            <p:cNvPr id="32070" name="Freeform 871">
              <a:extLst>
                <a:ext uri="{FF2B5EF4-FFF2-40B4-BE49-F238E27FC236}">
                  <a16:creationId xmlns:a16="http://schemas.microsoft.com/office/drawing/2014/main" id="{6423A5E6-B809-631D-A0E8-26B676C4965D}"/>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71" name="Freeform 872">
              <a:extLst>
                <a:ext uri="{FF2B5EF4-FFF2-40B4-BE49-F238E27FC236}">
                  <a16:creationId xmlns:a16="http://schemas.microsoft.com/office/drawing/2014/main" id="{C13D6813-2D54-ADF3-109E-B50A348CF6A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72" name="Freeform 873">
              <a:extLst>
                <a:ext uri="{FF2B5EF4-FFF2-40B4-BE49-F238E27FC236}">
                  <a16:creationId xmlns:a16="http://schemas.microsoft.com/office/drawing/2014/main" id="{589B57AD-1FD0-A910-3FC7-90516C6AFB5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73" name="Freeform 874">
              <a:extLst>
                <a:ext uri="{FF2B5EF4-FFF2-40B4-BE49-F238E27FC236}">
                  <a16:creationId xmlns:a16="http://schemas.microsoft.com/office/drawing/2014/main" id="{7C964BE6-31CC-3D30-CB1B-16D38B674484}"/>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74" name="Freeform 875">
              <a:extLst>
                <a:ext uri="{FF2B5EF4-FFF2-40B4-BE49-F238E27FC236}">
                  <a16:creationId xmlns:a16="http://schemas.microsoft.com/office/drawing/2014/main" id="{6E445C5F-C2C0-D59B-CA51-E58E20EA861C}"/>
                </a:ext>
              </a:extLst>
            </p:cNvPr>
            <p:cNvSpPr>
              <a:spLocks/>
            </p:cNvSpPr>
            <p:nvPr/>
          </p:nvSpPr>
          <p:spPr bwMode="auto">
            <a:xfrm>
              <a:off x="3646" y="997"/>
              <a:ext cx="660" cy="336"/>
            </a:xfrm>
            <a:custGeom>
              <a:avLst/>
              <a:gdLst>
                <a:gd name="T0" fmla="*/ 443 w 646"/>
                <a:gd name="T1" fmla="*/ 1169 h 300"/>
                <a:gd name="T2" fmla="*/ 631 w 646"/>
                <a:gd name="T3" fmla="*/ 987 h 300"/>
                <a:gd name="T4" fmla="*/ 785 w 646"/>
                <a:gd name="T5" fmla="*/ 745 h 300"/>
                <a:gd name="T6" fmla="*/ 810 w 646"/>
                <a:gd name="T7" fmla="*/ 417 h 300"/>
                <a:gd name="T8" fmla="*/ 594 w 646"/>
                <a:gd name="T9" fmla="*/ 234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75" name="Freeform 876">
              <a:extLst>
                <a:ext uri="{FF2B5EF4-FFF2-40B4-BE49-F238E27FC236}">
                  <a16:creationId xmlns:a16="http://schemas.microsoft.com/office/drawing/2014/main" id="{73686568-43F7-EE12-0EEA-694E0D74CB8B}"/>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808" name="Line 877">
            <a:extLst>
              <a:ext uri="{FF2B5EF4-FFF2-40B4-BE49-F238E27FC236}">
                <a16:creationId xmlns:a16="http://schemas.microsoft.com/office/drawing/2014/main" id="{C19834AF-8DA2-39E3-ED61-CC0E25697002}"/>
              </a:ext>
            </a:extLst>
          </p:cNvPr>
          <p:cNvSpPr>
            <a:spLocks noChangeShapeType="1"/>
          </p:cNvSpPr>
          <p:nvPr/>
        </p:nvSpPr>
        <p:spPr bwMode="auto">
          <a:xfrm flipH="1" flipV="1">
            <a:off x="5626100" y="2027238"/>
            <a:ext cx="39688" cy="63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809" name="Group 885">
            <a:extLst>
              <a:ext uri="{FF2B5EF4-FFF2-40B4-BE49-F238E27FC236}">
                <a16:creationId xmlns:a16="http://schemas.microsoft.com/office/drawing/2014/main" id="{6A54E10A-4F31-BAA7-6512-30087250C95E}"/>
              </a:ext>
            </a:extLst>
          </p:cNvPr>
          <p:cNvGrpSpPr>
            <a:grpSpLocks/>
          </p:cNvGrpSpPr>
          <p:nvPr/>
        </p:nvGrpSpPr>
        <p:grpSpPr bwMode="auto">
          <a:xfrm>
            <a:off x="5392738" y="3527425"/>
            <a:ext cx="519112" cy="128588"/>
            <a:chOff x="2199" y="955"/>
            <a:chExt cx="2547" cy="506"/>
          </a:xfrm>
        </p:grpSpPr>
        <p:sp>
          <p:nvSpPr>
            <p:cNvPr id="32064" name="Freeform 886">
              <a:extLst>
                <a:ext uri="{FF2B5EF4-FFF2-40B4-BE49-F238E27FC236}">
                  <a16:creationId xmlns:a16="http://schemas.microsoft.com/office/drawing/2014/main" id="{CC90FE89-4C67-1A4A-41B6-A2085E39B61F}"/>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65" name="Freeform 887">
              <a:extLst>
                <a:ext uri="{FF2B5EF4-FFF2-40B4-BE49-F238E27FC236}">
                  <a16:creationId xmlns:a16="http://schemas.microsoft.com/office/drawing/2014/main" id="{FB708966-C9F8-B064-93B3-EE6E54C2401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66" name="Freeform 888">
              <a:extLst>
                <a:ext uri="{FF2B5EF4-FFF2-40B4-BE49-F238E27FC236}">
                  <a16:creationId xmlns:a16="http://schemas.microsoft.com/office/drawing/2014/main" id="{EF36BF47-AF32-114A-4780-2F03510EA8DC}"/>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67" name="Freeform 889">
              <a:extLst>
                <a:ext uri="{FF2B5EF4-FFF2-40B4-BE49-F238E27FC236}">
                  <a16:creationId xmlns:a16="http://schemas.microsoft.com/office/drawing/2014/main" id="{161FACAE-1972-1890-18A2-336C2BD603DE}"/>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68" name="Freeform 890">
              <a:extLst>
                <a:ext uri="{FF2B5EF4-FFF2-40B4-BE49-F238E27FC236}">
                  <a16:creationId xmlns:a16="http://schemas.microsoft.com/office/drawing/2014/main" id="{B417BDA0-867A-591D-1561-7BD4EBD32B0D}"/>
                </a:ext>
              </a:extLst>
            </p:cNvPr>
            <p:cNvSpPr>
              <a:spLocks/>
            </p:cNvSpPr>
            <p:nvPr/>
          </p:nvSpPr>
          <p:spPr bwMode="auto">
            <a:xfrm>
              <a:off x="3646" y="997"/>
              <a:ext cx="660" cy="336"/>
            </a:xfrm>
            <a:custGeom>
              <a:avLst/>
              <a:gdLst>
                <a:gd name="T0" fmla="*/ 443 w 646"/>
                <a:gd name="T1" fmla="*/ 1169 h 300"/>
                <a:gd name="T2" fmla="*/ 631 w 646"/>
                <a:gd name="T3" fmla="*/ 987 h 300"/>
                <a:gd name="T4" fmla="*/ 785 w 646"/>
                <a:gd name="T5" fmla="*/ 745 h 300"/>
                <a:gd name="T6" fmla="*/ 810 w 646"/>
                <a:gd name="T7" fmla="*/ 417 h 300"/>
                <a:gd name="T8" fmla="*/ 594 w 646"/>
                <a:gd name="T9" fmla="*/ 234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69" name="Freeform 891">
              <a:extLst>
                <a:ext uri="{FF2B5EF4-FFF2-40B4-BE49-F238E27FC236}">
                  <a16:creationId xmlns:a16="http://schemas.microsoft.com/office/drawing/2014/main" id="{8C934655-D0C5-2811-6BC9-8B38729A6BD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810" name="Line 892">
            <a:extLst>
              <a:ext uri="{FF2B5EF4-FFF2-40B4-BE49-F238E27FC236}">
                <a16:creationId xmlns:a16="http://schemas.microsoft.com/office/drawing/2014/main" id="{906F4995-297A-C615-13DF-AB4B215DDBA5}"/>
              </a:ext>
            </a:extLst>
          </p:cNvPr>
          <p:cNvSpPr>
            <a:spLocks noChangeShapeType="1"/>
          </p:cNvSpPr>
          <p:nvPr/>
        </p:nvSpPr>
        <p:spPr bwMode="auto">
          <a:xfrm>
            <a:off x="5778500" y="3119438"/>
            <a:ext cx="20638" cy="55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811" name="Group 893">
            <a:extLst>
              <a:ext uri="{FF2B5EF4-FFF2-40B4-BE49-F238E27FC236}">
                <a16:creationId xmlns:a16="http://schemas.microsoft.com/office/drawing/2014/main" id="{6A26C91A-66DF-3ED0-7A56-C301B2611CCE}"/>
              </a:ext>
            </a:extLst>
          </p:cNvPr>
          <p:cNvGrpSpPr>
            <a:grpSpLocks/>
          </p:cNvGrpSpPr>
          <p:nvPr/>
        </p:nvGrpSpPr>
        <p:grpSpPr bwMode="auto">
          <a:xfrm>
            <a:off x="7007225" y="5005388"/>
            <a:ext cx="519113" cy="128587"/>
            <a:chOff x="2199" y="955"/>
            <a:chExt cx="2547" cy="506"/>
          </a:xfrm>
        </p:grpSpPr>
        <p:sp>
          <p:nvSpPr>
            <p:cNvPr id="32058" name="Freeform 894">
              <a:extLst>
                <a:ext uri="{FF2B5EF4-FFF2-40B4-BE49-F238E27FC236}">
                  <a16:creationId xmlns:a16="http://schemas.microsoft.com/office/drawing/2014/main" id="{07F23106-5A9D-9BF8-A6B2-77B4F121E567}"/>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59" name="Freeform 895">
              <a:extLst>
                <a:ext uri="{FF2B5EF4-FFF2-40B4-BE49-F238E27FC236}">
                  <a16:creationId xmlns:a16="http://schemas.microsoft.com/office/drawing/2014/main" id="{970EC674-3016-1EF6-21E6-01AFE5D259F0}"/>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60" name="Freeform 896">
              <a:extLst>
                <a:ext uri="{FF2B5EF4-FFF2-40B4-BE49-F238E27FC236}">
                  <a16:creationId xmlns:a16="http://schemas.microsoft.com/office/drawing/2014/main" id="{70C2BA84-F2A2-DAB9-682E-6F37A8A75D2E}"/>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61" name="Freeform 897">
              <a:extLst>
                <a:ext uri="{FF2B5EF4-FFF2-40B4-BE49-F238E27FC236}">
                  <a16:creationId xmlns:a16="http://schemas.microsoft.com/office/drawing/2014/main" id="{92CD3D7E-EA07-7F3F-4CBB-638F8FECD58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62" name="Freeform 898">
              <a:extLst>
                <a:ext uri="{FF2B5EF4-FFF2-40B4-BE49-F238E27FC236}">
                  <a16:creationId xmlns:a16="http://schemas.microsoft.com/office/drawing/2014/main" id="{34C22417-EE64-2159-7021-6C1C6EB3202C}"/>
                </a:ext>
              </a:extLst>
            </p:cNvPr>
            <p:cNvSpPr>
              <a:spLocks/>
            </p:cNvSpPr>
            <p:nvPr/>
          </p:nvSpPr>
          <p:spPr bwMode="auto">
            <a:xfrm>
              <a:off x="3646" y="997"/>
              <a:ext cx="660" cy="336"/>
            </a:xfrm>
            <a:custGeom>
              <a:avLst/>
              <a:gdLst>
                <a:gd name="T0" fmla="*/ 443 w 646"/>
                <a:gd name="T1" fmla="*/ 1169 h 300"/>
                <a:gd name="T2" fmla="*/ 631 w 646"/>
                <a:gd name="T3" fmla="*/ 987 h 300"/>
                <a:gd name="T4" fmla="*/ 785 w 646"/>
                <a:gd name="T5" fmla="*/ 745 h 300"/>
                <a:gd name="T6" fmla="*/ 810 w 646"/>
                <a:gd name="T7" fmla="*/ 417 h 300"/>
                <a:gd name="T8" fmla="*/ 594 w 646"/>
                <a:gd name="T9" fmla="*/ 234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63" name="Freeform 899">
              <a:extLst>
                <a:ext uri="{FF2B5EF4-FFF2-40B4-BE49-F238E27FC236}">
                  <a16:creationId xmlns:a16="http://schemas.microsoft.com/office/drawing/2014/main" id="{56EFD280-732F-1B6A-858B-2DB532DA508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12" name="Group 900">
            <a:extLst>
              <a:ext uri="{FF2B5EF4-FFF2-40B4-BE49-F238E27FC236}">
                <a16:creationId xmlns:a16="http://schemas.microsoft.com/office/drawing/2014/main" id="{892A1C2C-A9EC-D81D-8B3E-938FEA4C6008}"/>
              </a:ext>
            </a:extLst>
          </p:cNvPr>
          <p:cNvGrpSpPr>
            <a:grpSpLocks/>
          </p:cNvGrpSpPr>
          <p:nvPr/>
        </p:nvGrpSpPr>
        <p:grpSpPr bwMode="auto">
          <a:xfrm>
            <a:off x="7245350" y="5429250"/>
            <a:ext cx="519113" cy="128588"/>
            <a:chOff x="2199" y="955"/>
            <a:chExt cx="2547" cy="506"/>
          </a:xfrm>
        </p:grpSpPr>
        <p:sp>
          <p:nvSpPr>
            <p:cNvPr id="32052" name="Freeform 901">
              <a:extLst>
                <a:ext uri="{FF2B5EF4-FFF2-40B4-BE49-F238E27FC236}">
                  <a16:creationId xmlns:a16="http://schemas.microsoft.com/office/drawing/2014/main" id="{F3BC7380-F119-75B5-2B24-E6F49F056C4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53" name="Freeform 902">
              <a:extLst>
                <a:ext uri="{FF2B5EF4-FFF2-40B4-BE49-F238E27FC236}">
                  <a16:creationId xmlns:a16="http://schemas.microsoft.com/office/drawing/2014/main" id="{AD57C644-8356-D928-CF6A-31F26CD58070}"/>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54" name="Freeform 903">
              <a:extLst>
                <a:ext uri="{FF2B5EF4-FFF2-40B4-BE49-F238E27FC236}">
                  <a16:creationId xmlns:a16="http://schemas.microsoft.com/office/drawing/2014/main" id="{57C9DB18-2FDB-DE25-4540-5F3859C3C7E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55" name="Freeform 904">
              <a:extLst>
                <a:ext uri="{FF2B5EF4-FFF2-40B4-BE49-F238E27FC236}">
                  <a16:creationId xmlns:a16="http://schemas.microsoft.com/office/drawing/2014/main" id="{E85D2426-BC48-E387-DEE8-B620C64E13E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56" name="Freeform 905">
              <a:extLst>
                <a:ext uri="{FF2B5EF4-FFF2-40B4-BE49-F238E27FC236}">
                  <a16:creationId xmlns:a16="http://schemas.microsoft.com/office/drawing/2014/main" id="{A5BD98D2-60BA-90D3-2C5F-4B6B60BFAEBD}"/>
                </a:ext>
              </a:extLst>
            </p:cNvPr>
            <p:cNvSpPr>
              <a:spLocks/>
            </p:cNvSpPr>
            <p:nvPr/>
          </p:nvSpPr>
          <p:spPr bwMode="auto">
            <a:xfrm>
              <a:off x="3646" y="997"/>
              <a:ext cx="660" cy="336"/>
            </a:xfrm>
            <a:custGeom>
              <a:avLst/>
              <a:gdLst>
                <a:gd name="T0" fmla="*/ 443 w 646"/>
                <a:gd name="T1" fmla="*/ 1169 h 300"/>
                <a:gd name="T2" fmla="*/ 631 w 646"/>
                <a:gd name="T3" fmla="*/ 987 h 300"/>
                <a:gd name="T4" fmla="*/ 785 w 646"/>
                <a:gd name="T5" fmla="*/ 745 h 300"/>
                <a:gd name="T6" fmla="*/ 810 w 646"/>
                <a:gd name="T7" fmla="*/ 417 h 300"/>
                <a:gd name="T8" fmla="*/ 594 w 646"/>
                <a:gd name="T9" fmla="*/ 234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57" name="Freeform 906">
              <a:extLst>
                <a:ext uri="{FF2B5EF4-FFF2-40B4-BE49-F238E27FC236}">
                  <a16:creationId xmlns:a16="http://schemas.microsoft.com/office/drawing/2014/main" id="{B4F8220D-B136-8C01-3143-61A678CFC6A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13" name="Group 907">
            <a:extLst>
              <a:ext uri="{FF2B5EF4-FFF2-40B4-BE49-F238E27FC236}">
                <a16:creationId xmlns:a16="http://schemas.microsoft.com/office/drawing/2014/main" id="{04FA8A60-E86E-1693-FC50-F536EB2303E8}"/>
              </a:ext>
            </a:extLst>
          </p:cNvPr>
          <p:cNvGrpSpPr>
            <a:grpSpLocks/>
          </p:cNvGrpSpPr>
          <p:nvPr/>
        </p:nvGrpSpPr>
        <p:grpSpPr bwMode="auto">
          <a:xfrm>
            <a:off x="6821488" y="5408613"/>
            <a:ext cx="519112" cy="128587"/>
            <a:chOff x="2199" y="955"/>
            <a:chExt cx="2547" cy="506"/>
          </a:xfrm>
        </p:grpSpPr>
        <p:sp>
          <p:nvSpPr>
            <p:cNvPr id="32046" name="Freeform 908">
              <a:extLst>
                <a:ext uri="{FF2B5EF4-FFF2-40B4-BE49-F238E27FC236}">
                  <a16:creationId xmlns:a16="http://schemas.microsoft.com/office/drawing/2014/main" id="{D17CA305-C2E8-10D1-C052-DDF0D179217F}"/>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47" name="Freeform 909">
              <a:extLst>
                <a:ext uri="{FF2B5EF4-FFF2-40B4-BE49-F238E27FC236}">
                  <a16:creationId xmlns:a16="http://schemas.microsoft.com/office/drawing/2014/main" id="{6F4A600B-ECEC-46D7-60B1-DF91E2099F4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48" name="Freeform 910">
              <a:extLst>
                <a:ext uri="{FF2B5EF4-FFF2-40B4-BE49-F238E27FC236}">
                  <a16:creationId xmlns:a16="http://schemas.microsoft.com/office/drawing/2014/main" id="{1DA7076B-4CA1-CCE0-8472-E8B2692B519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49" name="Freeform 911">
              <a:extLst>
                <a:ext uri="{FF2B5EF4-FFF2-40B4-BE49-F238E27FC236}">
                  <a16:creationId xmlns:a16="http://schemas.microsoft.com/office/drawing/2014/main" id="{5E23CB99-DB50-C7B0-35C6-6723552A174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50" name="Freeform 912">
              <a:extLst>
                <a:ext uri="{FF2B5EF4-FFF2-40B4-BE49-F238E27FC236}">
                  <a16:creationId xmlns:a16="http://schemas.microsoft.com/office/drawing/2014/main" id="{D4FA65D4-A4AE-129E-85B5-6D4AAA540A09}"/>
                </a:ext>
              </a:extLst>
            </p:cNvPr>
            <p:cNvSpPr>
              <a:spLocks/>
            </p:cNvSpPr>
            <p:nvPr/>
          </p:nvSpPr>
          <p:spPr bwMode="auto">
            <a:xfrm>
              <a:off x="3646" y="997"/>
              <a:ext cx="660" cy="336"/>
            </a:xfrm>
            <a:custGeom>
              <a:avLst/>
              <a:gdLst>
                <a:gd name="T0" fmla="*/ 443 w 646"/>
                <a:gd name="T1" fmla="*/ 1169 h 300"/>
                <a:gd name="T2" fmla="*/ 631 w 646"/>
                <a:gd name="T3" fmla="*/ 987 h 300"/>
                <a:gd name="T4" fmla="*/ 785 w 646"/>
                <a:gd name="T5" fmla="*/ 745 h 300"/>
                <a:gd name="T6" fmla="*/ 810 w 646"/>
                <a:gd name="T7" fmla="*/ 417 h 300"/>
                <a:gd name="T8" fmla="*/ 594 w 646"/>
                <a:gd name="T9" fmla="*/ 234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51" name="Freeform 913">
              <a:extLst>
                <a:ext uri="{FF2B5EF4-FFF2-40B4-BE49-F238E27FC236}">
                  <a16:creationId xmlns:a16="http://schemas.microsoft.com/office/drawing/2014/main" id="{270916A4-D9F3-B852-5806-EA2481DDE08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1814" name="Picture 915" descr="access_point_stylized_small">
            <a:extLst>
              <a:ext uri="{FF2B5EF4-FFF2-40B4-BE49-F238E27FC236}">
                <a16:creationId xmlns:a16="http://schemas.microsoft.com/office/drawing/2014/main" id="{BFC32BD0-2B49-0485-F82C-0CFE4B8702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25" y="5056188"/>
            <a:ext cx="43338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16" name="Line 918">
            <a:extLst>
              <a:ext uri="{FF2B5EF4-FFF2-40B4-BE49-F238E27FC236}">
                <a16:creationId xmlns:a16="http://schemas.microsoft.com/office/drawing/2014/main" id="{20C69206-D795-E76B-8FC3-AB9F29789647}"/>
              </a:ext>
            </a:extLst>
          </p:cNvPr>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817" name="Group 919">
            <a:extLst>
              <a:ext uri="{FF2B5EF4-FFF2-40B4-BE49-F238E27FC236}">
                <a16:creationId xmlns:a16="http://schemas.microsoft.com/office/drawing/2014/main" id="{E45B50DD-CBF7-F4E6-C79A-31A56B7F3448}"/>
              </a:ext>
            </a:extLst>
          </p:cNvPr>
          <p:cNvGrpSpPr>
            <a:grpSpLocks/>
          </p:cNvGrpSpPr>
          <p:nvPr/>
        </p:nvGrpSpPr>
        <p:grpSpPr bwMode="auto">
          <a:xfrm flipH="1">
            <a:off x="5775325" y="4533900"/>
            <a:ext cx="414338" cy="373063"/>
            <a:chOff x="2839" y="3501"/>
            <a:chExt cx="755" cy="803"/>
          </a:xfrm>
        </p:grpSpPr>
        <p:pic>
          <p:nvPicPr>
            <p:cNvPr id="32044" name="Picture 920" descr="desktop_computer_stylized_medium">
              <a:extLst>
                <a:ext uri="{FF2B5EF4-FFF2-40B4-BE49-F238E27FC236}">
                  <a16:creationId xmlns:a16="http://schemas.microsoft.com/office/drawing/2014/main" id="{93F28EBC-B9E4-DDFD-4AAB-7F9ED7F24D7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45" name="Freeform 921">
              <a:extLst>
                <a:ext uri="{FF2B5EF4-FFF2-40B4-BE49-F238E27FC236}">
                  <a16:creationId xmlns:a16="http://schemas.microsoft.com/office/drawing/2014/main" id="{D7AEBF32-A15D-4F27-CB1D-45AE25996B0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18" name="Group 922">
            <a:extLst>
              <a:ext uri="{FF2B5EF4-FFF2-40B4-BE49-F238E27FC236}">
                <a16:creationId xmlns:a16="http://schemas.microsoft.com/office/drawing/2014/main" id="{3C466DB1-0D85-21D3-5098-0085243B1F9A}"/>
              </a:ext>
            </a:extLst>
          </p:cNvPr>
          <p:cNvGrpSpPr>
            <a:grpSpLocks/>
          </p:cNvGrpSpPr>
          <p:nvPr/>
        </p:nvGrpSpPr>
        <p:grpSpPr bwMode="auto">
          <a:xfrm flipH="1">
            <a:off x="5457825" y="4954588"/>
            <a:ext cx="482600" cy="406400"/>
            <a:chOff x="2839" y="3501"/>
            <a:chExt cx="755" cy="803"/>
          </a:xfrm>
        </p:grpSpPr>
        <p:pic>
          <p:nvPicPr>
            <p:cNvPr id="32042" name="Picture 923" descr="desktop_computer_stylized_medium">
              <a:extLst>
                <a:ext uri="{FF2B5EF4-FFF2-40B4-BE49-F238E27FC236}">
                  <a16:creationId xmlns:a16="http://schemas.microsoft.com/office/drawing/2014/main" id="{4D20276F-105C-C5F7-B60D-7ADE4836518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43" name="Freeform 924">
              <a:extLst>
                <a:ext uri="{FF2B5EF4-FFF2-40B4-BE49-F238E27FC236}">
                  <a16:creationId xmlns:a16="http://schemas.microsoft.com/office/drawing/2014/main" id="{62078CE7-8945-5645-D0BB-CB0D6AB339B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19" name="Group 925">
            <a:extLst>
              <a:ext uri="{FF2B5EF4-FFF2-40B4-BE49-F238E27FC236}">
                <a16:creationId xmlns:a16="http://schemas.microsoft.com/office/drawing/2014/main" id="{33AF0CB1-76E4-DD1E-FCE7-ECF411BD5A22}"/>
              </a:ext>
            </a:extLst>
          </p:cNvPr>
          <p:cNvGrpSpPr>
            <a:grpSpLocks/>
          </p:cNvGrpSpPr>
          <p:nvPr/>
        </p:nvGrpSpPr>
        <p:grpSpPr bwMode="auto">
          <a:xfrm flipH="1">
            <a:off x="5935663" y="5256213"/>
            <a:ext cx="427037" cy="349250"/>
            <a:chOff x="2839" y="3501"/>
            <a:chExt cx="755" cy="803"/>
          </a:xfrm>
        </p:grpSpPr>
        <p:pic>
          <p:nvPicPr>
            <p:cNvPr id="32040" name="Picture 926" descr="desktop_computer_stylized_medium">
              <a:extLst>
                <a:ext uri="{FF2B5EF4-FFF2-40B4-BE49-F238E27FC236}">
                  <a16:creationId xmlns:a16="http://schemas.microsoft.com/office/drawing/2014/main" id="{E430E954-904B-328B-6E0B-B7EE463395B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41" name="Freeform 927">
              <a:extLst>
                <a:ext uri="{FF2B5EF4-FFF2-40B4-BE49-F238E27FC236}">
                  <a16:creationId xmlns:a16="http://schemas.microsoft.com/office/drawing/2014/main" id="{29991306-FA02-F1B8-07A5-ED40F8B166D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20" name="Group 928">
            <a:extLst>
              <a:ext uri="{FF2B5EF4-FFF2-40B4-BE49-F238E27FC236}">
                <a16:creationId xmlns:a16="http://schemas.microsoft.com/office/drawing/2014/main" id="{2F5C9798-526D-C00D-10C6-121F89EF9C78}"/>
              </a:ext>
            </a:extLst>
          </p:cNvPr>
          <p:cNvGrpSpPr>
            <a:grpSpLocks/>
          </p:cNvGrpSpPr>
          <p:nvPr/>
        </p:nvGrpSpPr>
        <p:grpSpPr bwMode="auto">
          <a:xfrm>
            <a:off x="6550025" y="5238750"/>
            <a:ext cx="427038" cy="350838"/>
            <a:chOff x="2839" y="3501"/>
            <a:chExt cx="755" cy="803"/>
          </a:xfrm>
        </p:grpSpPr>
        <p:pic>
          <p:nvPicPr>
            <p:cNvPr id="32038" name="Picture 929" descr="desktop_computer_stylized_medium">
              <a:extLst>
                <a:ext uri="{FF2B5EF4-FFF2-40B4-BE49-F238E27FC236}">
                  <a16:creationId xmlns:a16="http://schemas.microsoft.com/office/drawing/2014/main" id="{C95A1D45-351D-98BB-62F5-AEE9F4B203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39" name="Freeform 930">
              <a:extLst>
                <a:ext uri="{FF2B5EF4-FFF2-40B4-BE49-F238E27FC236}">
                  <a16:creationId xmlns:a16="http://schemas.microsoft.com/office/drawing/2014/main" id="{D7C6F2B0-4641-FBC6-2DEA-502990D08FB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1821" name="Picture 931" descr="car_icon_small">
            <a:extLst>
              <a:ext uri="{FF2B5EF4-FFF2-40B4-BE49-F238E27FC236}">
                <a16:creationId xmlns:a16="http://schemas.microsoft.com/office/drawing/2014/main" id="{41EDBC50-C96F-DF60-5101-E4DC6098DB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42063" y="1720850"/>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822" name="Group 932">
            <a:extLst>
              <a:ext uri="{FF2B5EF4-FFF2-40B4-BE49-F238E27FC236}">
                <a16:creationId xmlns:a16="http://schemas.microsoft.com/office/drawing/2014/main" id="{1552070D-6BEA-1E63-E9C0-3BB580F48BA6}"/>
              </a:ext>
            </a:extLst>
          </p:cNvPr>
          <p:cNvGrpSpPr>
            <a:grpSpLocks/>
          </p:cNvGrpSpPr>
          <p:nvPr/>
        </p:nvGrpSpPr>
        <p:grpSpPr bwMode="auto">
          <a:xfrm>
            <a:off x="5618163" y="1558925"/>
            <a:ext cx="415925" cy="373063"/>
            <a:chOff x="2756" y="1866"/>
            <a:chExt cx="462" cy="463"/>
          </a:xfrm>
        </p:grpSpPr>
        <p:pic>
          <p:nvPicPr>
            <p:cNvPr id="32036" name="Picture 933" descr="iphone_stylized_small">
              <a:extLst>
                <a:ext uri="{FF2B5EF4-FFF2-40B4-BE49-F238E27FC236}">
                  <a16:creationId xmlns:a16="http://schemas.microsoft.com/office/drawing/2014/main" id="{D4F5B3F2-E5FE-ACDB-4092-B30D6DFD59E8}"/>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037" name="Picture 934" descr="antenna_radiation_stylized">
              <a:extLst>
                <a:ext uri="{FF2B5EF4-FFF2-40B4-BE49-F238E27FC236}">
                  <a16:creationId xmlns:a16="http://schemas.microsoft.com/office/drawing/2014/main" id="{4DDF473E-9D96-241C-012A-1A76FFA061D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56" y="1866"/>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1823" name="Picture 936" descr="access_point_stylized_small">
            <a:extLst>
              <a:ext uri="{FF2B5EF4-FFF2-40B4-BE49-F238E27FC236}">
                <a16:creationId xmlns:a16="http://schemas.microsoft.com/office/drawing/2014/main" id="{BFD38F2A-F3AA-217D-8A0C-130250A459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388" y="5057775"/>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824" name="Group 938">
            <a:extLst>
              <a:ext uri="{FF2B5EF4-FFF2-40B4-BE49-F238E27FC236}">
                <a16:creationId xmlns:a16="http://schemas.microsoft.com/office/drawing/2014/main" id="{11E3BFCC-CBDF-9605-92A7-CE2479CE1AF8}"/>
              </a:ext>
            </a:extLst>
          </p:cNvPr>
          <p:cNvGrpSpPr>
            <a:grpSpLocks/>
          </p:cNvGrpSpPr>
          <p:nvPr/>
        </p:nvGrpSpPr>
        <p:grpSpPr bwMode="auto">
          <a:xfrm>
            <a:off x="8240713" y="5002213"/>
            <a:ext cx="227012" cy="481012"/>
            <a:chOff x="4140" y="429"/>
            <a:chExt cx="1425" cy="2396"/>
          </a:xfrm>
        </p:grpSpPr>
        <p:sp>
          <p:nvSpPr>
            <p:cNvPr id="32004" name="Freeform 939">
              <a:extLst>
                <a:ext uri="{FF2B5EF4-FFF2-40B4-BE49-F238E27FC236}">
                  <a16:creationId xmlns:a16="http://schemas.microsoft.com/office/drawing/2014/main" id="{512B507B-A74F-B735-2C88-DE31DCD531BB}"/>
                </a:ext>
              </a:extLst>
            </p:cNvPr>
            <p:cNvSpPr>
              <a:spLocks/>
            </p:cNvSpPr>
            <p:nvPr/>
          </p:nvSpPr>
          <p:spPr bwMode="auto">
            <a:xfrm>
              <a:off x="5268" y="433"/>
              <a:ext cx="283" cy="2286"/>
            </a:xfrm>
            <a:custGeom>
              <a:avLst/>
              <a:gdLst>
                <a:gd name="T0" fmla="*/ 5 w 354"/>
                <a:gd name="T1" fmla="*/ 0 h 2742"/>
                <a:gd name="T2" fmla="*/ 24 w 354"/>
                <a:gd name="T3" fmla="*/ 38 h 2742"/>
                <a:gd name="T4" fmla="*/ 24 w 354"/>
                <a:gd name="T5" fmla="*/ 295 h 2742"/>
                <a:gd name="T6" fmla="*/ 0 w 354"/>
                <a:gd name="T7" fmla="*/ 309 h 2742"/>
                <a:gd name="T8" fmla="*/ 5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05" name="Rectangle 940">
              <a:extLst>
                <a:ext uri="{FF2B5EF4-FFF2-40B4-BE49-F238E27FC236}">
                  <a16:creationId xmlns:a16="http://schemas.microsoft.com/office/drawing/2014/main" id="{7F8313E6-E97C-72B2-1E7C-DE371D0A0B4F}"/>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06" name="Freeform 941">
              <a:extLst>
                <a:ext uri="{FF2B5EF4-FFF2-40B4-BE49-F238E27FC236}">
                  <a16:creationId xmlns:a16="http://schemas.microsoft.com/office/drawing/2014/main" id="{A2B7DBCC-966B-1003-0378-003F7AC639D2}"/>
                </a:ext>
              </a:extLst>
            </p:cNvPr>
            <p:cNvSpPr>
              <a:spLocks/>
            </p:cNvSpPr>
            <p:nvPr/>
          </p:nvSpPr>
          <p:spPr bwMode="auto">
            <a:xfrm>
              <a:off x="5321" y="570"/>
              <a:ext cx="169" cy="2115"/>
            </a:xfrm>
            <a:custGeom>
              <a:avLst/>
              <a:gdLst>
                <a:gd name="T0" fmla="*/ 2 w 211"/>
                <a:gd name="T1" fmla="*/ 0 h 2537"/>
                <a:gd name="T2" fmla="*/ 14 w 211"/>
                <a:gd name="T3" fmla="*/ 25 h 2537"/>
                <a:gd name="T4" fmla="*/ 2 w 211"/>
                <a:gd name="T5" fmla="*/ 282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07" name="Freeform 942">
              <a:extLst>
                <a:ext uri="{FF2B5EF4-FFF2-40B4-BE49-F238E27FC236}">
                  <a16:creationId xmlns:a16="http://schemas.microsoft.com/office/drawing/2014/main" id="{0F7486A1-6D33-88D8-F7E3-7A2885B3DEAB}"/>
                </a:ext>
              </a:extLst>
            </p:cNvPr>
            <p:cNvSpPr>
              <a:spLocks/>
            </p:cNvSpPr>
            <p:nvPr/>
          </p:nvSpPr>
          <p:spPr bwMode="auto">
            <a:xfrm>
              <a:off x="5284" y="1640"/>
              <a:ext cx="263" cy="189"/>
            </a:xfrm>
            <a:custGeom>
              <a:avLst/>
              <a:gdLst>
                <a:gd name="T0" fmla="*/ 2 w 328"/>
                <a:gd name="T1" fmla="*/ 0 h 226"/>
                <a:gd name="T2" fmla="*/ 23 w 328"/>
                <a:gd name="T3" fmla="*/ 15 h 226"/>
                <a:gd name="T4" fmla="*/ 23 w 328"/>
                <a:gd name="T5" fmla="*/ 27 h 226"/>
                <a:gd name="T6" fmla="*/ 0 w 328"/>
                <a:gd name="T7" fmla="*/ 11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08" name="Rectangle 943">
              <a:extLst>
                <a:ext uri="{FF2B5EF4-FFF2-40B4-BE49-F238E27FC236}">
                  <a16:creationId xmlns:a16="http://schemas.microsoft.com/office/drawing/2014/main" id="{56AD75AD-7A0F-4771-683F-D0FFE8D7BDDA}"/>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2009" name="Group 944">
              <a:extLst>
                <a:ext uri="{FF2B5EF4-FFF2-40B4-BE49-F238E27FC236}">
                  <a16:creationId xmlns:a16="http://schemas.microsoft.com/office/drawing/2014/main" id="{D1188B1D-4097-537C-F0C3-DADFA7DB4D41}"/>
                </a:ext>
              </a:extLst>
            </p:cNvPr>
            <p:cNvGrpSpPr>
              <a:grpSpLocks/>
            </p:cNvGrpSpPr>
            <p:nvPr/>
          </p:nvGrpSpPr>
          <p:grpSpPr bwMode="auto">
            <a:xfrm>
              <a:off x="4749" y="668"/>
              <a:ext cx="581" cy="145"/>
              <a:chOff x="614" y="2568"/>
              <a:chExt cx="725" cy="139"/>
            </a:xfrm>
          </p:grpSpPr>
          <p:sp>
            <p:nvSpPr>
              <p:cNvPr id="32034" name="AutoShape 945">
                <a:extLst>
                  <a:ext uri="{FF2B5EF4-FFF2-40B4-BE49-F238E27FC236}">
                    <a16:creationId xmlns:a16="http://schemas.microsoft.com/office/drawing/2014/main" id="{BF4FB635-EE01-4856-F21A-536295ED1DE9}"/>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35" name="AutoShape 946">
                <a:extLst>
                  <a:ext uri="{FF2B5EF4-FFF2-40B4-BE49-F238E27FC236}">
                    <a16:creationId xmlns:a16="http://schemas.microsoft.com/office/drawing/2014/main" id="{2429B6A9-E63D-5135-1710-C6491B9C99D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2010" name="Rectangle 947">
              <a:extLst>
                <a:ext uri="{FF2B5EF4-FFF2-40B4-BE49-F238E27FC236}">
                  <a16:creationId xmlns:a16="http://schemas.microsoft.com/office/drawing/2014/main" id="{F3525E06-C7DA-E0FF-9570-BA7B4502AA45}"/>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2011" name="Group 948">
              <a:extLst>
                <a:ext uri="{FF2B5EF4-FFF2-40B4-BE49-F238E27FC236}">
                  <a16:creationId xmlns:a16="http://schemas.microsoft.com/office/drawing/2014/main" id="{326420A7-6382-95BC-D04C-6C7BB73DC4B9}"/>
                </a:ext>
              </a:extLst>
            </p:cNvPr>
            <p:cNvGrpSpPr>
              <a:grpSpLocks/>
            </p:cNvGrpSpPr>
            <p:nvPr/>
          </p:nvGrpSpPr>
          <p:grpSpPr bwMode="auto">
            <a:xfrm>
              <a:off x="4747" y="994"/>
              <a:ext cx="581" cy="134"/>
              <a:chOff x="614" y="2568"/>
              <a:chExt cx="725" cy="139"/>
            </a:xfrm>
          </p:grpSpPr>
          <p:sp>
            <p:nvSpPr>
              <p:cNvPr id="32032" name="AutoShape 949">
                <a:extLst>
                  <a:ext uri="{FF2B5EF4-FFF2-40B4-BE49-F238E27FC236}">
                    <a16:creationId xmlns:a16="http://schemas.microsoft.com/office/drawing/2014/main" id="{CE1DC6AA-2031-2C4C-2F4C-B0DB99CB9F8F}"/>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33" name="AutoShape 950">
                <a:extLst>
                  <a:ext uri="{FF2B5EF4-FFF2-40B4-BE49-F238E27FC236}">
                    <a16:creationId xmlns:a16="http://schemas.microsoft.com/office/drawing/2014/main" id="{69E170F6-8F2C-70DF-4DF5-8469C16E3701}"/>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2012" name="Rectangle 951">
              <a:extLst>
                <a:ext uri="{FF2B5EF4-FFF2-40B4-BE49-F238E27FC236}">
                  <a16:creationId xmlns:a16="http://schemas.microsoft.com/office/drawing/2014/main" id="{F955CD50-A1E4-783A-E60D-29C3AAD720D3}"/>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13" name="Rectangle 952">
              <a:extLst>
                <a:ext uri="{FF2B5EF4-FFF2-40B4-BE49-F238E27FC236}">
                  <a16:creationId xmlns:a16="http://schemas.microsoft.com/office/drawing/2014/main" id="{D752C942-DB27-E1C1-EF2C-DCB8B274B23A}"/>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2014" name="Group 953">
              <a:extLst>
                <a:ext uri="{FF2B5EF4-FFF2-40B4-BE49-F238E27FC236}">
                  <a16:creationId xmlns:a16="http://schemas.microsoft.com/office/drawing/2014/main" id="{6ACCDEF7-C207-646C-0EFE-685AD14D52FA}"/>
                </a:ext>
              </a:extLst>
            </p:cNvPr>
            <p:cNvGrpSpPr>
              <a:grpSpLocks/>
            </p:cNvGrpSpPr>
            <p:nvPr/>
          </p:nvGrpSpPr>
          <p:grpSpPr bwMode="auto">
            <a:xfrm>
              <a:off x="4735" y="1627"/>
              <a:ext cx="582" cy="151"/>
              <a:chOff x="614" y="2568"/>
              <a:chExt cx="725" cy="139"/>
            </a:xfrm>
          </p:grpSpPr>
          <p:sp>
            <p:nvSpPr>
              <p:cNvPr id="32030" name="AutoShape 954">
                <a:extLst>
                  <a:ext uri="{FF2B5EF4-FFF2-40B4-BE49-F238E27FC236}">
                    <a16:creationId xmlns:a16="http://schemas.microsoft.com/office/drawing/2014/main" id="{76DD37EC-74FB-2FBE-8568-C1BE9D15ECD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31" name="AutoShape 955">
                <a:extLst>
                  <a:ext uri="{FF2B5EF4-FFF2-40B4-BE49-F238E27FC236}">
                    <a16:creationId xmlns:a16="http://schemas.microsoft.com/office/drawing/2014/main" id="{A69AD232-5962-2FF5-8130-B450E2B30F73}"/>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2015" name="Freeform 956">
              <a:extLst>
                <a:ext uri="{FF2B5EF4-FFF2-40B4-BE49-F238E27FC236}">
                  <a16:creationId xmlns:a16="http://schemas.microsoft.com/office/drawing/2014/main" id="{78580145-601A-7741-BC7E-4F5A815D4B2F}"/>
                </a:ext>
              </a:extLst>
            </p:cNvPr>
            <p:cNvSpPr>
              <a:spLocks/>
            </p:cNvSpPr>
            <p:nvPr/>
          </p:nvSpPr>
          <p:spPr bwMode="auto">
            <a:xfrm>
              <a:off x="5288" y="1354"/>
              <a:ext cx="263" cy="188"/>
            </a:xfrm>
            <a:custGeom>
              <a:avLst/>
              <a:gdLst>
                <a:gd name="T0" fmla="*/ 2 w 328"/>
                <a:gd name="T1" fmla="*/ 0 h 226"/>
                <a:gd name="T2" fmla="*/ 23 w 328"/>
                <a:gd name="T3" fmla="*/ 14 h 226"/>
                <a:gd name="T4" fmla="*/ 23 w 328"/>
                <a:gd name="T5" fmla="*/ 25 h 226"/>
                <a:gd name="T6" fmla="*/ 0 w 328"/>
                <a:gd name="T7" fmla="*/ 10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2016" name="Group 957">
              <a:extLst>
                <a:ext uri="{FF2B5EF4-FFF2-40B4-BE49-F238E27FC236}">
                  <a16:creationId xmlns:a16="http://schemas.microsoft.com/office/drawing/2014/main" id="{AD5DD00C-6808-8872-F15C-BEA5A5984BF4}"/>
                </a:ext>
              </a:extLst>
            </p:cNvPr>
            <p:cNvGrpSpPr>
              <a:grpSpLocks/>
            </p:cNvGrpSpPr>
            <p:nvPr/>
          </p:nvGrpSpPr>
          <p:grpSpPr bwMode="auto">
            <a:xfrm>
              <a:off x="4739" y="1327"/>
              <a:ext cx="582" cy="139"/>
              <a:chOff x="614" y="2568"/>
              <a:chExt cx="725" cy="139"/>
            </a:xfrm>
          </p:grpSpPr>
          <p:sp>
            <p:nvSpPr>
              <p:cNvPr id="32028" name="AutoShape 958">
                <a:extLst>
                  <a:ext uri="{FF2B5EF4-FFF2-40B4-BE49-F238E27FC236}">
                    <a16:creationId xmlns:a16="http://schemas.microsoft.com/office/drawing/2014/main" id="{FC7AB134-2516-3EA2-03BD-597D589D0F48}"/>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29" name="AutoShape 959">
                <a:extLst>
                  <a:ext uri="{FF2B5EF4-FFF2-40B4-BE49-F238E27FC236}">
                    <a16:creationId xmlns:a16="http://schemas.microsoft.com/office/drawing/2014/main" id="{47F721BA-32B3-D37D-C046-FFD58E9EF25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2017" name="Rectangle 960">
              <a:extLst>
                <a:ext uri="{FF2B5EF4-FFF2-40B4-BE49-F238E27FC236}">
                  <a16:creationId xmlns:a16="http://schemas.microsoft.com/office/drawing/2014/main" id="{E79EF0C2-06A4-C486-C2C0-8DD345131A53}"/>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18" name="Freeform 961">
              <a:extLst>
                <a:ext uri="{FF2B5EF4-FFF2-40B4-BE49-F238E27FC236}">
                  <a16:creationId xmlns:a16="http://schemas.microsoft.com/office/drawing/2014/main" id="{DBDD7C99-CBF4-4DC7-6687-1EF95CB5C81A}"/>
                </a:ext>
              </a:extLst>
            </p:cNvPr>
            <p:cNvSpPr>
              <a:spLocks/>
            </p:cNvSpPr>
            <p:nvPr/>
          </p:nvSpPr>
          <p:spPr bwMode="auto">
            <a:xfrm>
              <a:off x="5312" y="1007"/>
              <a:ext cx="237" cy="213"/>
            </a:xfrm>
            <a:custGeom>
              <a:avLst/>
              <a:gdLst>
                <a:gd name="T0" fmla="*/ 2 w 296"/>
                <a:gd name="T1" fmla="*/ 0 h 256"/>
                <a:gd name="T2" fmla="*/ 21 w 296"/>
                <a:gd name="T3" fmla="*/ 15 h 256"/>
                <a:gd name="T4" fmla="*/ 21 w 296"/>
                <a:gd name="T5" fmla="*/ 28 h 256"/>
                <a:gd name="T6" fmla="*/ 0 w 296"/>
                <a:gd name="T7" fmla="*/ 10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19" name="Freeform 962">
              <a:extLst>
                <a:ext uri="{FF2B5EF4-FFF2-40B4-BE49-F238E27FC236}">
                  <a16:creationId xmlns:a16="http://schemas.microsoft.com/office/drawing/2014/main" id="{456FBE5D-8E60-C8B4-9D27-D7E4DFCE2C2F}"/>
                </a:ext>
              </a:extLst>
            </p:cNvPr>
            <p:cNvSpPr>
              <a:spLocks/>
            </p:cNvSpPr>
            <p:nvPr/>
          </p:nvSpPr>
          <p:spPr bwMode="auto">
            <a:xfrm>
              <a:off x="5315" y="680"/>
              <a:ext cx="244" cy="240"/>
            </a:xfrm>
            <a:custGeom>
              <a:avLst/>
              <a:gdLst>
                <a:gd name="T0" fmla="*/ 0 w 304"/>
                <a:gd name="T1" fmla="*/ 0 h 288"/>
                <a:gd name="T2" fmla="*/ 22 w 304"/>
                <a:gd name="T3" fmla="*/ 19 h 288"/>
                <a:gd name="T4" fmla="*/ 20 w 304"/>
                <a:gd name="T5" fmla="*/ 33 h 288"/>
                <a:gd name="T6" fmla="*/ 2 w 304"/>
                <a:gd name="T7" fmla="*/ 14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20" name="Oval 963">
              <a:extLst>
                <a:ext uri="{FF2B5EF4-FFF2-40B4-BE49-F238E27FC236}">
                  <a16:creationId xmlns:a16="http://schemas.microsoft.com/office/drawing/2014/main" id="{C670FE5B-FCB0-6FA0-730C-C9D6D781507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21" name="Freeform 964">
              <a:extLst>
                <a:ext uri="{FF2B5EF4-FFF2-40B4-BE49-F238E27FC236}">
                  <a16:creationId xmlns:a16="http://schemas.microsoft.com/office/drawing/2014/main" id="{BDEE0728-6E01-FF7A-39F2-73657FA42551}"/>
                </a:ext>
              </a:extLst>
            </p:cNvPr>
            <p:cNvSpPr>
              <a:spLocks/>
            </p:cNvSpPr>
            <p:nvPr/>
          </p:nvSpPr>
          <p:spPr bwMode="auto">
            <a:xfrm>
              <a:off x="5302" y="2614"/>
              <a:ext cx="245" cy="200"/>
            </a:xfrm>
            <a:custGeom>
              <a:avLst/>
              <a:gdLst>
                <a:gd name="T0" fmla="*/ 0 w 306"/>
                <a:gd name="T1" fmla="*/ 13 h 240"/>
                <a:gd name="T2" fmla="*/ 2 w 306"/>
                <a:gd name="T3" fmla="*/ 28 h 240"/>
                <a:gd name="T4" fmla="*/ 22 w 306"/>
                <a:gd name="T5" fmla="*/ 13 h 240"/>
                <a:gd name="T6" fmla="*/ 21 w 306"/>
                <a:gd name="T7" fmla="*/ 0 h 240"/>
                <a:gd name="T8" fmla="*/ 0 w 306"/>
                <a:gd name="T9" fmla="*/ 1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2022" name="AutoShape 965">
              <a:extLst>
                <a:ext uri="{FF2B5EF4-FFF2-40B4-BE49-F238E27FC236}">
                  <a16:creationId xmlns:a16="http://schemas.microsoft.com/office/drawing/2014/main" id="{CE911660-4442-BE93-CEF2-9F9EEE479014}"/>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23" name="AutoShape 966">
              <a:extLst>
                <a:ext uri="{FF2B5EF4-FFF2-40B4-BE49-F238E27FC236}">
                  <a16:creationId xmlns:a16="http://schemas.microsoft.com/office/drawing/2014/main" id="{9CC03F6E-1CDD-C4A3-DFBD-25363394612F}"/>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24" name="Oval 967">
              <a:extLst>
                <a:ext uri="{FF2B5EF4-FFF2-40B4-BE49-F238E27FC236}">
                  <a16:creationId xmlns:a16="http://schemas.microsoft.com/office/drawing/2014/main" id="{0A9CD8E4-3F95-927B-6D52-DD51D48CD6D9}"/>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25" name="Oval 968">
              <a:extLst>
                <a:ext uri="{FF2B5EF4-FFF2-40B4-BE49-F238E27FC236}">
                  <a16:creationId xmlns:a16="http://schemas.microsoft.com/office/drawing/2014/main" id="{3805A82E-497A-14D7-703F-7742883B58C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26" name="Oval 969">
              <a:extLst>
                <a:ext uri="{FF2B5EF4-FFF2-40B4-BE49-F238E27FC236}">
                  <a16:creationId xmlns:a16="http://schemas.microsoft.com/office/drawing/2014/main" id="{79FC9CB1-CD94-3269-3C50-8C65A559F594}"/>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27" name="Rectangle 970">
              <a:extLst>
                <a:ext uri="{FF2B5EF4-FFF2-40B4-BE49-F238E27FC236}">
                  <a16:creationId xmlns:a16="http://schemas.microsoft.com/office/drawing/2014/main" id="{DFC27063-CF40-6484-5ECB-F69B6BF006E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grpSp>
        <p:nvGrpSpPr>
          <p:cNvPr id="31825" name="Group 971">
            <a:extLst>
              <a:ext uri="{FF2B5EF4-FFF2-40B4-BE49-F238E27FC236}">
                <a16:creationId xmlns:a16="http://schemas.microsoft.com/office/drawing/2014/main" id="{DFBC7051-9906-3966-0430-364CBDEA5AC9}"/>
              </a:ext>
            </a:extLst>
          </p:cNvPr>
          <p:cNvGrpSpPr>
            <a:grpSpLocks/>
          </p:cNvGrpSpPr>
          <p:nvPr/>
        </p:nvGrpSpPr>
        <p:grpSpPr bwMode="auto">
          <a:xfrm>
            <a:off x="7924800" y="5303838"/>
            <a:ext cx="227013" cy="481012"/>
            <a:chOff x="4140" y="429"/>
            <a:chExt cx="1425" cy="2396"/>
          </a:xfrm>
        </p:grpSpPr>
        <p:sp>
          <p:nvSpPr>
            <p:cNvPr id="31972" name="Freeform 972">
              <a:extLst>
                <a:ext uri="{FF2B5EF4-FFF2-40B4-BE49-F238E27FC236}">
                  <a16:creationId xmlns:a16="http://schemas.microsoft.com/office/drawing/2014/main" id="{81E40A3D-22E8-B749-EFCE-F199BFC101F7}"/>
                </a:ext>
              </a:extLst>
            </p:cNvPr>
            <p:cNvSpPr>
              <a:spLocks/>
            </p:cNvSpPr>
            <p:nvPr/>
          </p:nvSpPr>
          <p:spPr bwMode="auto">
            <a:xfrm>
              <a:off x="5268" y="433"/>
              <a:ext cx="283" cy="2286"/>
            </a:xfrm>
            <a:custGeom>
              <a:avLst/>
              <a:gdLst>
                <a:gd name="T0" fmla="*/ 5 w 354"/>
                <a:gd name="T1" fmla="*/ 0 h 2742"/>
                <a:gd name="T2" fmla="*/ 24 w 354"/>
                <a:gd name="T3" fmla="*/ 38 h 2742"/>
                <a:gd name="T4" fmla="*/ 24 w 354"/>
                <a:gd name="T5" fmla="*/ 295 h 2742"/>
                <a:gd name="T6" fmla="*/ 0 w 354"/>
                <a:gd name="T7" fmla="*/ 309 h 2742"/>
                <a:gd name="T8" fmla="*/ 5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73" name="Rectangle 973">
              <a:extLst>
                <a:ext uri="{FF2B5EF4-FFF2-40B4-BE49-F238E27FC236}">
                  <a16:creationId xmlns:a16="http://schemas.microsoft.com/office/drawing/2014/main" id="{6AEBF316-0DD1-5CFC-2784-1408A98C1D10}"/>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74" name="Freeform 974">
              <a:extLst>
                <a:ext uri="{FF2B5EF4-FFF2-40B4-BE49-F238E27FC236}">
                  <a16:creationId xmlns:a16="http://schemas.microsoft.com/office/drawing/2014/main" id="{37BCCC46-95E1-ECC1-8C0F-9AFDDF5599CD}"/>
                </a:ext>
              </a:extLst>
            </p:cNvPr>
            <p:cNvSpPr>
              <a:spLocks/>
            </p:cNvSpPr>
            <p:nvPr/>
          </p:nvSpPr>
          <p:spPr bwMode="auto">
            <a:xfrm>
              <a:off x="5321" y="570"/>
              <a:ext cx="169" cy="2115"/>
            </a:xfrm>
            <a:custGeom>
              <a:avLst/>
              <a:gdLst>
                <a:gd name="T0" fmla="*/ 2 w 211"/>
                <a:gd name="T1" fmla="*/ 0 h 2537"/>
                <a:gd name="T2" fmla="*/ 14 w 211"/>
                <a:gd name="T3" fmla="*/ 25 h 2537"/>
                <a:gd name="T4" fmla="*/ 2 w 211"/>
                <a:gd name="T5" fmla="*/ 282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75" name="Freeform 975">
              <a:extLst>
                <a:ext uri="{FF2B5EF4-FFF2-40B4-BE49-F238E27FC236}">
                  <a16:creationId xmlns:a16="http://schemas.microsoft.com/office/drawing/2014/main" id="{31705862-E6DC-BE5A-61C2-6F16B098929A}"/>
                </a:ext>
              </a:extLst>
            </p:cNvPr>
            <p:cNvSpPr>
              <a:spLocks/>
            </p:cNvSpPr>
            <p:nvPr/>
          </p:nvSpPr>
          <p:spPr bwMode="auto">
            <a:xfrm>
              <a:off x="5284" y="1640"/>
              <a:ext cx="263" cy="189"/>
            </a:xfrm>
            <a:custGeom>
              <a:avLst/>
              <a:gdLst>
                <a:gd name="T0" fmla="*/ 2 w 328"/>
                <a:gd name="T1" fmla="*/ 0 h 226"/>
                <a:gd name="T2" fmla="*/ 23 w 328"/>
                <a:gd name="T3" fmla="*/ 15 h 226"/>
                <a:gd name="T4" fmla="*/ 23 w 328"/>
                <a:gd name="T5" fmla="*/ 27 h 226"/>
                <a:gd name="T6" fmla="*/ 0 w 328"/>
                <a:gd name="T7" fmla="*/ 11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76" name="Rectangle 976">
              <a:extLst>
                <a:ext uri="{FF2B5EF4-FFF2-40B4-BE49-F238E27FC236}">
                  <a16:creationId xmlns:a16="http://schemas.microsoft.com/office/drawing/2014/main" id="{3A75FEA0-AB20-21B2-CF94-EB581618BEF1}"/>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1977" name="Group 977">
              <a:extLst>
                <a:ext uri="{FF2B5EF4-FFF2-40B4-BE49-F238E27FC236}">
                  <a16:creationId xmlns:a16="http://schemas.microsoft.com/office/drawing/2014/main" id="{2DCF626E-EB11-1D2A-76EF-24D1E1797222}"/>
                </a:ext>
              </a:extLst>
            </p:cNvPr>
            <p:cNvGrpSpPr>
              <a:grpSpLocks/>
            </p:cNvGrpSpPr>
            <p:nvPr/>
          </p:nvGrpSpPr>
          <p:grpSpPr bwMode="auto">
            <a:xfrm>
              <a:off x="4749" y="668"/>
              <a:ext cx="581" cy="145"/>
              <a:chOff x="614" y="2568"/>
              <a:chExt cx="725" cy="139"/>
            </a:xfrm>
          </p:grpSpPr>
          <p:sp>
            <p:nvSpPr>
              <p:cNvPr id="32002" name="AutoShape 978">
                <a:extLst>
                  <a:ext uri="{FF2B5EF4-FFF2-40B4-BE49-F238E27FC236}">
                    <a16:creationId xmlns:a16="http://schemas.microsoft.com/office/drawing/2014/main" id="{459E5415-62F9-316F-8574-B18E6CE33D7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03" name="AutoShape 979">
                <a:extLst>
                  <a:ext uri="{FF2B5EF4-FFF2-40B4-BE49-F238E27FC236}">
                    <a16:creationId xmlns:a16="http://schemas.microsoft.com/office/drawing/2014/main" id="{332851A5-8905-DCD3-A3EA-3355BB96B6AC}"/>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1978" name="Rectangle 980">
              <a:extLst>
                <a:ext uri="{FF2B5EF4-FFF2-40B4-BE49-F238E27FC236}">
                  <a16:creationId xmlns:a16="http://schemas.microsoft.com/office/drawing/2014/main" id="{E330D0F7-AF8A-2CB8-71FC-39B51FEF37A3}"/>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1979" name="Group 981">
              <a:extLst>
                <a:ext uri="{FF2B5EF4-FFF2-40B4-BE49-F238E27FC236}">
                  <a16:creationId xmlns:a16="http://schemas.microsoft.com/office/drawing/2014/main" id="{5C6BD8B1-7939-389B-6165-E5ED018C3D74}"/>
                </a:ext>
              </a:extLst>
            </p:cNvPr>
            <p:cNvGrpSpPr>
              <a:grpSpLocks/>
            </p:cNvGrpSpPr>
            <p:nvPr/>
          </p:nvGrpSpPr>
          <p:grpSpPr bwMode="auto">
            <a:xfrm>
              <a:off x="4747" y="994"/>
              <a:ext cx="581" cy="134"/>
              <a:chOff x="614" y="2568"/>
              <a:chExt cx="725" cy="139"/>
            </a:xfrm>
          </p:grpSpPr>
          <p:sp>
            <p:nvSpPr>
              <p:cNvPr id="32000" name="AutoShape 982">
                <a:extLst>
                  <a:ext uri="{FF2B5EF4-FFF2-40B4-BE49-F238E27FC236}">
                    <a16:creationId xmlns:a16="http://schemas.microsoft.com/office/drawing/2014/main" id="{CC2FA93B-3378-7896-B32B-9C76CE01E120}"/>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2001" name="AutoShape 983">
                <a:extLst>
                  <a:ext uri="{FF2B5EF4-FFF2-40B4-BE49-F238E27FC236}">
                    <a16:creationId xmlns:a16="http://schemas.microsoft.com/office/drawing/2014/main" id="{B757F80B-87F6-20F6-5C26-C6D58FBC3285}"/>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1980" name="Rectangle 984">
              <a:extLst>
                <a:ext uri="{FF2B5EF4-FFF2-40B4-BE49-F238E27FC236}">
                  <a16:creationId xmlns:a16="http://schemas.microsoft.com/office/drawing/2014/main" id="{6B211A80-FF33-A924-7C9F-6BEA3F694A9A}"/>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81" name="Rectangle 985">
              <a:extLst>
                <a:ext uri="{FF2B5EF4-FFF2-40B4-BE49-F238E27FC236}">
                  <a16:creationId xmlns:a16="http://schemas.microsoft.com/office/drawing/2014/main" id="{3BDAE2C9-3D06-01FE-E96D-7D53C2732549}"/>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1982" name="Group 986">
              <a:extLst>
                <a:ext uri="{FF2B5EF4-FFF2-40B4-BE49-F238E27FC236}">
                  <a16:creationId xmlns:a16="http://schemas.microsoft.com/office/drawing/2014/main" id="{903A4C90-BB34-6468-8B21-2063179E3C3E}"/>
                </a:ext>
              </a:extLst>
            </p:cNvPr>
            <p:cNvGrpSpPr>
              <a:grpSpLocks/>
            </p:cNvGrpSpPr>
            <p:nvPr/>
          </p:nvGrpSpPr>
          <p:grpSpPr bwMode="auto">
            <a:xfrm>
              <a:off x="4735" y="1627"/>
              <a:ext cx="582" cy="151"/>
              <a:chOff x="614" y="2568"/>
              <a:chExt cx="725" cy="139"/>
            </a:xfrm>
          </p:grpSpPr>
          <p:sp>
            <p:nvSpPr>
              <p:cNvPr id="31998" name="AutoShape 987">
                <a:extLst>
                  <a:ext uri="{FF2B5EF4-FFF2-40B4-BE49-F238E27FC236}">
                    <a16:creationId xmlns:a16="http://schemas.microsoft.com/office/drawing/2014/main" id="{2024FC25-DC81-92E7-6C01-CAA073F5D87D}"/>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99" name="AutoShape 988">
                <a:extLst>
                  <a:ext uri="{FF2B5EF4-FFF2-40B4-BE49-F238E27FC236}">
                    <a16:creationId xmlns:a16="http://schemas.microsoft.com/office/drawing/2014/main" id="{B9A1AD30-B405-46D3-31DD-DF28867CA64F}"/>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1983" name="Freeform 989">
              <a:extLst>
                <a:ext uri="{FF2B5EF4-FFF2-40B4-BE49-F238E27FC236}">
                  <a16:creationId xmlns:a16="http://schemas.microsoft.com/office/drawing/2014/main" id="{84DA1616-5519-E588-094D-DD9ABED383A6}"/>
                </a:ext>
              </a:extLst>
            </p:cNvPr>
            <p:cNvSpPr>
              <a:spLocks/>
            </p:cNvSpPr>
            <p:nvPr/>
          </p:nvSpPr>
          <p:spPr bwMode="auto">
            <a:xfrm>
              <a:off x="5288" y="1354"/>
              <a:ext cx="263" cy="188"/>
            </a:xfrm>
            <a:custGeom>
              <a:avLst/>
              <a:gdLst>
                <a:gd name="T0" fmla="*/ 2 w 328"/>
                <a:gd name="T1" fmla="*/ 0 h 226"/>
                <a:gd name="T2" fmla="*/ 23 w 328"/>
                <a:gd name="T3" fmla="*/ 14 h 226"/>
                <a:gd name="T4" fmla="*/ 23 w 328"/>
                <a:gd name="T5" fmla="*/ 25 h 226"/>
                <a:gd name="T6" fmla="*/ 0 w 328"/>
                <a:gd name="T7" fmla="*/ 10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984" name="Group 990">
              <a:extLst>
                <a:ext uri="{FF2B5EF4-FFF2-40B4-BE49-F238E27FC236}">
                  <a16:creationId xmlns:a16="http://schemas.microsoft.com/office/drawing/2014/main" id="{BBDA2329-CF92-4DE0-AEF5-33301464F417}"/>
                </a:ext>
              </a:extLst>
            </p:cNvPr>
            <p:cNvGrpSpPr>
              <a:grpSpLocks/>
            </p:cNvGrpSpPr>
            <p:nvPr/>
          </p:nvGrpSpPr>
          <p:grpSpPr bwMode="auto">
            <a:xfrm>
              <a:off x="4739" y="1327"/>
              <a:ext cx="582" cy="139"/>
              <a:chOff x="614" y="2568"/>
              <a:chExt cx="725" cy="139"/>
            </a:xfrm>
          </p:grpSpPr>
          <p:sp>
            <p:nvSpPr>
              <p:cNvPr id="31996" name="AutoShape 991">
                <a:extLst>
                  <a:ext uri="{FF2B5EF4-FFF2-40B4-BE49-F238E27FC236}">
                    <a16:creationId xmlns:a16="http://schemas.microsoft.com/office/drawing/2014/main" id="{998A03DA-E3DB-C34C-E649-9AFC2BBFE5B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97" name="AutoShape 992">
                <a:extLst>
                  <a:ext uri="{FF2B5EF4-FFF2-40B4-BE49-F238E27FC236}">
                    <a16:creationId xmlns:a16="http://schemas.microsoft.com/office/drawing/2014/main" id="{8183F13A-A0AE-D261-942B-C7ED90E28045}"/>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1985" name="Rectangle 993">
              <a:extLst>
                <a:ext uri="{FF2B5EF4-FFF2-40B4-BE49-F238E27FC236}">
                  <a16:creationId xmlns:a16="http://schemas.microsoft.com/office/drawing/2014/main" id="{A33B9528-86E7-1DDD-701E-1A3AAE7B0226}"/>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86" name="Freeform 994">
              <a:extLst>
                <a:ext uri="{FF2B5EF4-FFF2-40B4-BE49-F238E27FC236}">
                  <a16:creationId xmlns:a16="http://schemas.microsoft.com/office/drawing/2014/main" id="{B8BA8219-3FF5-24FC-2B4F-386AC9B02A51}"/>
                </a:ext>
              </a:extLst>
            </p:cNvPr>
            <p:cNvSpPr>
              <a:spLocks/>
            </p:cNvSpPr>
            <p:nvPr/>
          </p:nvSpPr>
          <p:spPr bwMode="auto">
            <a:xfrm>
              <a:off x="5312" y="1007"/>
              <a:ext cx="237" cy="213"/>
            </a:xfrm>
            <a:custGeom>
              <a:avLst/>
              <a:gdLst>
                <a:gd name="T0" fmla="*/ 2 w 296"/>
                <a:gd name="T1" fmla="*/ 0 h 256"/>
                <a:gd name="T2" fmla="*/ 21 w 296"/>
                <a:gd name="T3" fmla="*/ 15 h 256"/>
                <a:gd name="T4" fmla="*/ 21 w 296"/>
                <a:gd name="T5" fmla="*/ 28 h 256"/>
                <a:gd name="T6" fmla="*/ 0 w 296"/>
                <a:gd name="T7" fmla="*/ 10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87" name="Freeform 995">
              <a:extLst>
                <a:ext uri="{FF2B5EF4-FFF2-40B4-BE49-F238E27FC236}">
                  <a16:creationId xmlns:a16="http://schemas.microsoft.com/office/drawing/2014/main" id="{86FFE277-723F-EF3A-5497-EA116B1D74AF}"/>
                </a:ext>
              </a:extLst>
            </p:cNvPr>
            <p:cNvSpPr>
              <a:spLocks/>
            </p:cNvSpPr>
            <p:nvPr/>
          </p:nvSpPr>
          <p:spPr bwMode="auto">
            <a:xfrm>
              <a:off x="5315" y="680"/>
              <a:ext cx="244" cy="240"/>
            </a:xfrm>
            <a:custGeom>
              <a:avLst/>
              <a:gdLst>
                <a:gd name="T0" fmla="*/ 0 w 304"/>
                <a:gd name="T1" fmla="*/ 0 h 288"/>
                <a:gd name="T2" fmla="*/ 22 w 304"/>
                <a:gd name="T3" fmla="*/ 19 h 288"/>
                <a:gd name="T4" fmla="*/ 20 w 304"/>
                <a:gd name="T5" fmla="*/ 33 h 288"/>
                <a:gd name="T6" fmla="*/ 2 w 304"/>
                <a:gd name="T7" fmla="*/ 14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88" name="Oval 996">
              <a:extLst>
                <a:ext uri="{FF2B5EF4-FFF2-40B4-BE49-F238E27FC236}">
                  <a16:creationId xmlns:a16="http://schemas.microsoft.com/office/drawing/2014/main" id="{97A01264-3C3F-CD21-20A3-79F6A0263F5A}"/>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89" name="Freeform 997">
              <a:extLst>
                <a:ext uri="{FF2B5EF4-FFF2-40B4-BE49-F238E27FC236}">
                  <a16:creationId xmlns:a16="http://schemas.microsoft.com/office/drawing/2014/main" id="{C84FA102-1291-ED74-E620-6EC02A75EE4D}"/>
                </a:ext>
              </a:extLst>
            </p:cNvPr>
            <p:cNvSpPr>
              <a:spLocks/>
            </p:cNvSpPr>
            <p:nvPr/>
          </p:nvSpPr>
          <p:spPr bwMode="auto">
            <a:xfrm>
              <a:off x="5302" y="2614"/>
              <a:ext cx="245" cy="200"/>
            </a:xfrm>
            <a:custGeom>
              <a:avLst/>
              <a:gdLst>
                <a:gd name="T0" fmla="*/ 0 w 306"/>
                <a:gd name="T1" fmla="*/ 13 h 240"/>
                <a:gd name="T2" fmla="*/ 2 w 306"/>
                <a:gd name="T3" fmla="*/ 28 h 240"/>
                <a:gd name="T4" fmla="*/ 22 w 306"/>
                <a:gd name="T5" fmla="*/ 13 h 240"/>
                <a:gd name="T6" fmla="*/ 21 w 306"/>
                <a:gd name="T7" fmla="*/ 0 h 240"/>
                <a:gd name="T8" fmla="*/ 0 w 306"/>
                <a:gd name="T9" fmla="*/ 1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90" name="AutoShape 998">
              <a:extLst>
                <a:ext uri="{FF2B5EF4-FFF2-40B4-BE49-F238E27FC236}">
                  <a16:creationId xmlns:a16="http://schemas.microsoft.com/office/drawing/2014/main" id="{880BC4CB-B6CD-D93D-6A1C-B4276126F36F}"/>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91" name="AutoShape 999">
              <a:extLst>
                <a:ext uri="{FF2B5EF4-FFF2-40B4-BE49-F238E27FC236}">
                  <a16:creationId xmlns:a16="http://schemas.microsoft.com/office/drawing/2014/main" id="{B1BCD877-F319-931E-EBEA-F7669077923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92" name="Oval 1000">
              <a:extLst>
                <a:ext uri="{FF2B5EF4-FFF2-40B4-BE49-F238E27FC236}">
                  <a16:creationId xmlns:a16="http://schemas.microsoft.com/office/drawing/2014/main" id="{43EC7877-2A5E-FE3C-0622-27B336F663E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93" name="Oval 1001">
              <a:extLst>
                <a:ext uri="{FF2B5EF4-FFF2-40B4-BE49-F238E27FC236}">
                  <a16:creationId xmlns:a16="http://schemas.microsoft.com/office/drawing/2014/main" id="{833E16E9-F757-0758-3EB5-18B9D395F018}"/>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94" name="Oval 1002">
              <a:extLst>
                <a:ext uri="{FF2B5EF4-FFF2-40B4-BE49-F238E27FC236}">
                  <a16:creationId xmlns:a16="http://schemas.microsoft.com/office/drawing/2014/main" id="{EC03887B-45C4-4359-49ED-1EE3B3E80D45}"/>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1995" name="Rectangle 1003">
              <a:extLst>
                <a:ext uri="{FF2B5EF4-FFF2-40B4-BE49-F238E27FC236}">
                  <a16:creationId xmlns:a16="http://schemas.microsoft.com/office/drawing/2014/main" id="{29EBE3E0-977A-B2E0-EE68-610CF367A4B9}"/>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grpSp>
        <p:nvGrpSpPr>
          <p:cNvPr id="31826" name="Group 1004">
            <a:extLst>
              <a:ext uri="{FF2B5EF4-FFF2-40B4-BE49-F238E27FC236}">
                <a16:creationId xmlns:a16="http://schemas.microsoft.com/office/drawing/2014/main" id="{2A01D8BE-975C-22BA-EBD5-7E4E4EDDEED5}"/>
              </a:ext>
            </a:extLst>
          </p:cNvPr>
          <p:cNvGrpSpPr>
            <a:grpSpLocks/>
          </p:cNvGrpSpPr>
          <p:nvPr/>
        </p:nvGrpSpPr>
        <p:grpSpPr bwMode="auto">
          <a:xfrm>
            <a:off x="5302250" y="2043113"/>
            <a:ext cx="534988" cy="407987"/>
            <a:chOff x="877" y="1008"/>
            <a:chExt cx="2747" cy="2591"/>
          </a:xfrm>
        </p:grpSpPr>
        <p:pic>
          <p:nvPicPr>
            <p:cNvPr id="31949" name="Picture 1005" descr="antenna_stylized">
              <a:extLst>
                <a:ext uri="{FF2B5EF4-FFF2-40B4-BE49-F238E27FC236}">
                  <a16:creationId xmlns:a16="http://schemas.microsoft.com/office/drawing/2014/main" id="{B41992FC-4996-29F9-714A-B166E5FD21E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950" name="Picture 1006" descr="laptop_keyboard">
              <a:extLst>
                <a:ext uri="{FF2B5EF4-FFF2-40B4-BE49-F238E27FC236}">
                  <a16:creationId xmlns:a16="http://schemas.microsoft.com/office/drawing/2014/main" id="{133B61EF-3FDE-AE0E-4F15-3A3F96C90F2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951" name="Freeform 1007">
              <a:extLst>
                <a:ext uri="{FF2B5EF4-FFF2-40B4-BE49-F238E27FC236}">
                  <a16:creationId xmlns:a16="http://schemas.microsoft.com/office/drawing/2014/main" id="{D67CE6D1-CECA-75A8-8FB8-E1D7A0EA3AB0}"/>
                </a:ext>
              </a:extLst>
            </p:cNvPr>
            <p:cNvSpPr>
              <a:spLocks/>
            </p:cNvSpPr>
            <p:nvPr/>
          </p:nvSpPr>
          <p:spPr bwMode="auto">
            <a:xfrm>
              <a:off x="1753" y="1603"/>
              <a:ext cx="1807" cy="1322"/>
            </a:xfrm>
            <a:custGeom>
              <a:avLst/>
              <a:gdLst>
                <a:gd name="T0" fmla="*/ 1 w 2982"/>
                <a:gd name="T1" fmla="*/ 0 h 2442"/>
                <a:gd name="T2" fmla="*/ 0 w 2982"/>
                <a:gd name="T3" fmla="*/ 1 h 2442"/>
                <a:gd name="T4" fmla="*/ 6 w 2982"/>
                <a:gd name="T5" fmla="*/ 2 h 2442"/>
                <a:gd name="T6" fmla="*/ 7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1952" name="Picture 1008" descr="screen">
              <a:extLst>
                <a:ext uri="{FF2B5EF4-FFF2-40B4-BE49-F238E27FC236}">
                  <a16:creationId xmlns:a16="http://schemas.microsoft.com/office/drawing/2014/main" id="{A335B150-BE2C-CF46-406A-F63AB74B862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953" name="Freeform 1009">
              <a:extLst>
                <a:ext uri="{FF2B5EF4-FFF2-40B4-BE49-F238E27FC236}">
                  <a16:creationId xmlns:a16="http://schemas.microsoft.com/office/drawing/2014/main" id="{6E1EBE15-50A1-6175-B5B8-E71336260970}"/>
                </a:ext>
              </a:extLst>
            </p:cNvPr>
            <p:cNvSpPr>
              <a:spLocks/>
            </p:cNvSpPr>
            <p:nvPr/>
          </p:nvSpPr>
          <p:spPr bwMode="auto">
            <a:xfrm>
              <a:off x="2082" y="1564"/>
              <a:ext cx="1531" cy="246"/>
            </a:xfrm>
            <a:custGeom>
              <a:avLst/>
              <a:gdLst>
                <a:gd name="T0" fmla="*/ 1 w 2528"/>
                <a:gd name="T1" fmla="*/ 0 h 455"/>
                <a:gd name="T2" fmla="*/ 6 w 2528"/>
                <a:gd name="T3" fmla="*/ 1 h 455"/>
                <a:gd name="T4" fmla="*/ 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54" name="Freeform 1010">
              <a:extLst>
                <a:ext uri="{FF2B5EF4-FFF2-40B4-BE49-F238E27FC236}">
                  <a16:creationId xmlns:a16="http://schemas.microsoft.com/office/drawing/2014/main" id="{A626B064-D368-7E12-AC01-54321B464578}"/>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2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55" name="Freeform 1011">
              <a:extLst>
                <a:ext uri="{FF2B5EF4-FFF2-40B4-BE49-F238E27FC236}">
                  <a16:creationId xmlns:a16="http://schemas.microsoft.com/office/drawing/2014/main" id="{A0917643-0C34-27A9-B894-112C2422DAC5}"/>
                </a:ext>
              </a:extLst>
            </p:cNvPr>
            <p:cNvSpPr>
              <a:spLocks/>
            </p:cNvSpPr>
            <p:nvPr/>
          </p:nvSpPr>
          <p:spPr bwMode="auto">
            <a:xfrm>
              <a:off x="3144" y="1745"/>
              <a:ext cx="458" cy="1182"/>
            </a:xfrm>
            <a:custGeom>
              <a:avLst/>
              <a:gdLst>
                <a:gd name="T0" fmla="*/ 2 w 756"/>
                <a:gd name="T1" fmla="*/ 0 h 2184"/>
                <a:gd name="T2" fmla="*/ 1 w 756"/>
                <a:gd name="T3" fmla="*/ 2 h 2184"/>
                <a:gd name="T4" fmla="*/ 0 w 756"/>
                <a:gd name="T5" fmla="*/ 2 h 2184"/>
                <a:gd name="T6" fmla="*/ 1 w 756"/>
                <a:gd name="T7" fmla="*/ 1 h 2184"/>
                <a:gd name="T8" fmla="*/ 2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56" name="Freeform 1012">
              <a:extLst>
                <a:ext uri="{FF2B5EF4-FFF2-40B4-BE49-F238E27FC236}">
                  <a16:creationId xmlns:a16="http://schemas.microsoft.com/office/drawing/2014/main" id="{8836B471-C1F5-CC95-E902-DD9E3FDACA92}"/>
                </a:ext>
              </a:extLst>
            </p:cNvPr>
            <p:cNvSpPr>
              <a:spLocks/>
            </p:cNvSpPr>
            <p:nvPr/>
          </p:nvSpPr>
          <p:spPr bwMode="auto">
            <a:xfrm>
              <a:off x="1732" y="2534"/>
              <a:ext cx="1680" cy="399"/>
            </a:xfrm>
            <a:custGeom>
              <a:avLst/>
              <a:gdLst>
                <a:gd name="T0" fmla="*/ 1 w 2773"/>
                <a:gd name="T1" fmla="*/ 0 h 738"/>
                <a:gd name="T2" fmla="*/ 0 w 2773"/>
                <a:gd name="T3" fmla="*/ 1 h 738"/>
                <a:gd name="T4" fmla="*/ 6 w 2773"/>
                <a:gd name="T5" fmla="*/ 1 h 738"/>
                <a:gd name="T6" fmla="*/ 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57" name="Freeform 1013">
              <a:extLst>
                <a:ext uri="{FF2B5EF4-FFF2-40B4-BE49-F238E27FC236}">
                  <a16:creationId xmlns:a16="http://schemas.microsoft.com/office/drawing/2014/main" id="{850A3720-871A-5C17-4FF9-200B263B2E6E}"/>
                </a:ext>
              </a:extLst>
            </p:cNvPr>
            <p:cNvSpPr>
              <a:spLocks/>
            </p:cNvSpPr>
            <p:nvPr/>
          </p:nvSpPr>
          <p:spPr bwMode="auto">
            <a:xfrm>
              <a:off x="3195" y="1755"/>
              <a:ext cx="429" cy="1187"/>
            </a:xfrm>
            <a:custGeom>
              <a:avLst/>
              <a:gdLst>
                <a:gd name="T0" fmla="*/ 5 w 637"/>
                <a:gd name="T1" fmla="*/ 0 h 1659"/>
                <a:gd name="T2" fmla="*/ 5 w 637"/>
                <a:gd name="T3" fmla="*/ 0 h 1659"/>
                <a:gd name="T4" fmla="*/ 1 w 637"/>
                <a:gd name="T5" fmla="*/ 30 h 1659"/>
                <a:gd name="T6" fmla="*/ 0 w 637"/>
                <a:gd name="T7" fmla="*/ 29 h 1659"/>
                <a:gd name="T8" fmla="*/ 5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58" name="Freeform 1014">
              <a:extLst>
                <a:ext uri="{FF2B5EF4-FFF2-40B4-BE49-F238E27FC236}">
                  <a16:creationId xmlns:a16="http://schemas.microsoft.com/office/drawing/2014/main" id="{A657486D-B388-35D1-BFB4-7DCEDAE83F95}"/>
                </a:ext>
              </a:extLst>
            </p:cNvPr>
            <p:cNvSpPr>
              <a:spLocks/>
            </p:cNvSpPr>
            <p:nvPr/>
          </p:nvSpPr>
          <p:spPr bwMode="auto">
            <a:xfrm>
              <a:off x="1734" y="2587"/>
              <a:ext cx="1494" cy="394"/>
            </a:xfrm>
            <a:custGeom>
              <a:avLst/>
              <a:gdLst>
                <a:gd name="T0" fmla="*/ 0 w 2216"/>
                <a:gd name="T1" fmla="*/ 0 h 550"/>
                <a:gd name="T2" fmla="*/ 1 w 2216"/>
                <a:gd name="T3" fmla="*/ 1 h 550"/>
                <a:gd name="T4" fmla="*/ 19 w 2216"/>
                <a:gd name="T5" fmla="*/ 10 h 550"/>
                <a:gd name="T6" fmla="*/ 19 w 2216"/>
                <a:gd name="T7" fmla="*/ 9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959" name="Group 1015">
              <a:extLst>
                <a:ext uri="{FF2B5EF4-FFF2-40B4-BE49-F238E27FC236}">
                  <a16:creationId xmlns:a16="http://schemas.microsoft.com/office/drawing/2014/main" id="{B047A9CD-4A7F-9572-0D8E-A2668684776E}"/>
                </a:ext>
              </a:extLst>
            </p:cNvPr>
            <p:cNvGrpSpPr>
              <a:grpSpLocks/>
            </p:cNvGrpSpPr>
            <p:nvPr/>
          </p:nvGrpSpPr>
          <p:grpSpPr bwMode="auto">
            <a:xfrm>
              <a:off x="1709" y="3008"/>
              <a:ext cx="507" cy="234"/>
              <a:chOff x="1740" y="2642"/>
              <a:chExt cx="752" cy="327"/>
            </a:xfrm>
          </p:grpSpPr>
          <p:sp>
            <p:nvSpPr>
              <p:cNvPr id="31966" name="Freeform 1016">
                <a:extLst>
                  <a:ext uri="{FF2B5EF4-FFF2-40B4-BE49-F238E27FC236}">
                    <a16:creationId xmlns:a16="http://schemas.microsoft.com/office/drawing/2014/main" id="{64AF923E-7F03-3260-DE46-8315D7296FC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67" name="Freeform 1017">
                <a:extLst>
                  <a:ext uri="{FF2B5EF4-FFF2-40B4-BE49-F238E27FC236}">
                    <a16:creationId xmlns:a16="http://schemas.microsoft.com/office/drawing/2014/main" id="{04BDD6CA-2CFF-DA66-D13E-8FF97F0DCFD1}"/>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68" name="Freeform 1018">
                <a:extLst>
                  <a:ext uri="{FF2B5EF4-FFF2-40B4-BE49-F238E27FC236}">
                    <a16:creationId xmlns:a16="http://schemas.microsoft.com/office/drawing/2014/main" id="{34D8C997-2A31-376C-31A3-6EFA8674366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69" name="Freeform 1019">
                <a:extLst>
                  <a:ext uri="{FF2B5EF4-FFF2-40B4-BE49-F238E27FC236}">
                    <a16:creationId xmlns:a16="http://schemas.microsoft.com/office/drawing/2014/main" id="{C97FDB9E-01B1-9784-02A4-4E51F84FCB80}"/>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70" name="Freeform 1020">
                <a:extLst>
                  <a:ext uri="{FF2B5EF4-FFF2-40B4-BE49-F238E27FC236}">
                    <a16:creationId xmlns:a16="http://schemas.microsoft.com/office/drawing/2014/main" id="{39004C9B-24BD-0689-A6FD-F0D2B90541A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71" name="Freeform 1021">
                <a:extLst>
                  <a:ext uri="{FF2B5EF4-FFF2-40B4-BE49-F238E27FC236}">
                    <a16:creationId xmlns:a16="http://schemas.microsoft.com/office/drawing/2014/main" id="{A6428EC0-2E34-3D6F-FFDD-4E74C2976FDD}"/>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960" name="Freeform 1022">
              <a:extLst>
                <a:ext uri="{FF2B5EF4-FFF2-40B4-BE49-F238E27FC236}">
                  <a16:creationId xmlns:a16="http://schemas.microsoft.com/office/drawing/2014/main" id="{715B60FD-460C-FA30-7FBC-122239D79284}"/>
                </a:ext>
              </a:extLst>
            </p:cNvPr>
            <p:cNvSpPr>
              <a:spLocks/>
            </p:cNvSpPr>
            <p:nvPr/>
          </p:nvSpPr>
          <p:spPr bwMode="auto">
            <a:xfrm>
              <a:off x="2577" y="3043"/>
              <a:ext cx="614" cy="514"/>
            </a:xfrm>
            <a:custGeom>
              <a:avLst/>
              <a:gdLst>
                <a:gd name="T0" fmla="*/ 1 w 990"/>
                <a:gd name="T1" fmla="*/ 4 h 792"/>
                <a:gd name="T2" fmla="*/ 4 w 990"/>
                <a:gd name="T3" fmla="*/ 0 h 792"/>
                <a:gd name="T4" fmla="*/ 4 w 990"/>
                <a:gd name="T5" fmla="*/ 1 h 792"/>
                <a:gd name="T6" fmla="*/ 0 w 990"/>
                <a:gd name="T7" fmla="*/ 4 h 792"/>
                <a:gd name="T8" fmla="*/ 1 w 990"/>
                <a:gd name="T9" fmla="*/ 4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61" name="Freeform 1023">
              <a:extLst>
                <a:ext uri="{FF2B5EF4-FFF2-40B4-BE49-F238E27FC236}">
                  <a16:creationId xmlns:a16="http://schemas.microsoft.com/office/drawing/2014/main" id="{A207DA24-9E5A-1833-A18B-4EEAEE8B3E10}"/>
                </a:ext>
              </a:extLst>
            </p:cNvPr>
            <p:cNvSpPr>
              <a:spLocks/>
            </p:cNvSpPr>
            <p:nvPr/>
          </p:nvSpPr>
          <p:spPr bwMode="auto">
            <a:xfrm>
              <a:off x="1010" y="3084"/>
              <a:ext cx="1571" cy="469"/>
            </a:xfrm>
            <a:custGeom>
              <a:avLst/>
              <a:gdLst>
                <a:gd name="T0" fmla="*/ 1 w 2532"/>
                <a:gd name="T1" fmla="*/ 0 h 723"/>
                <a:gd name="T2" fmla="*/ 1 w 2532"/>
                <a:gd name="T3" fmla="*/ 0 h 723"/>
                <a:gd name="T4" fmla="*/ 9 w 2532"/>
                <a:gd name="T5" fmla="*/ 4 h 723"/>
                <a:gd name="T6" fmla="*/ 9 w 2532"/>
                <a:gd name="T7" fmla="*/ 4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62" name="Freeform 1024">
              <a:extLst>
                <a:ext uri="{FF2B5EF4-FFF2-40B4-BE49-F238E27FC236}">
                  <a16:creationId xmlns:a16="http://schemas.microsoft.com/office/drawing/2014/main" id="{B7AC35D1-CCA2-9403-7F90-915ADFF20687}"/>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63" name="Freeform 1025">
              <a:extLst>
                <a:ext uri="{FF2B5EF4-FFF2-40B4-BE49-F238E27FC236}">
                  <a16:creationId xmlns:a16="http://schemas.microsoft.com/office/drawing/2014/main" id="{2F0FEA4B-938C-92C2-891E-C674AC6DF8ED}"/>
                </a:ext>
              </a:extLst>
            </p:cNvPr>
            <p:cNvSpPr>
              <a:spLocks/>
            </p:cNvSpPr>
            <p:nvPr/>
          </p:nvSpPr>
          <p:spPr bwMode="auto">
            <a:xfrm>
              <a:off x="1012" y="2611"/>
              <a:ext cx="730" cy="393"/>
            </a:xfrm>
            <a:custGeom>
              <a:avLst/>
              <a:gdLst>
                <a:gd name="T0" fmla="*/ 4 w 1176"/>
                <a:gd name="T1" fmla="*/ 0 h 606"/>
                <a:gd name="T2" fmla="*/ 0 w 1176"/>
                <a:gd name="T3" fmla="*/ 3 h 606"/>
                <a:gd name="T4" fmla="*/ 1 w 1176"/>
                <a:gd name="T5" fmla="*/ 3 h 606"/>
                <a:gd name="T6" fmla="*/ 4 w 1176"/>
                <a:gd name="T7" fmla="*/ 1 h 606"/>
                <a:gd name="T8" fmla="*/ 4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64" name="Freeform 1026">
              <a:extLst>
                <a:ext uri="{FF2B5EF4-FFF2-40B4-BE49-F238E27FC236}">
                  <a16:creationId xmlns:a16="http://schemas.microsoft.com/office/drawing/2014/main" id="{D42BA29F-BFDC-BAB1-7ACF-AC96074DC613}"/>
                </a:ext>
              </a:extLst>
            </p:cNvPr>
            <p:cNvSpPr>
              <a:spLocks/>
            </p:cNvSpPr>
            <p:nvPr/>
          </p:nvSpPr>
          <p:spPr bwMode="auto">
            <a:xfrm>
              <a:off x="1061" y="3018"/>
              <a:ext cx="1490" cy="451"/>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65" name="Freeform 1027">
              <a:extLst>
                <a:ext uri="{FF2B5EF4-FFF2-40B4-BE49-F238E27FC236}">
                  <a16:creationId xmlns:a16="http://schemas.microsoft.com/office/drawing/2014/main" id="{628714AB-BEB8-B1B8-5D3E-66308B1403D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4 h 723"/>
                <a:gd name="T6" fmla="*/ 0 w 2532"/>
                <a:gd name="T7" fmla="*/ 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1827" name="Picture 1030" descr="laptop_keyboard">
            <a:extLst>
              <a:ext uri="{FF2B5EF4-FFF2-40B4-BE49-F238E27FC236}">
                <a16:creationId xmlns:a16="http://schemas.microsoft.com/office/drawing/2014/main" id="{1B8D59E7-9F36-2E1B-2DA2-27FEC84ED18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rot="109064" flipH="1">
            <a:off x="6897688" y="57356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28" name="Freeform 1031">
            <a:extLst>
              <a:ext uri="{FF2B5EF4-FFF2-40B4-BE49-F238E27FC236}">
                <a16:creationId xmlns:a16="http://schemas.microsoft.com/office/drawing/2014/main" id="{5E9AB434-1B05-289C-56B8-C88DE77973E8}"/>
              </a:ext>
            </a:extLst>
          </p:cNvPr>
          <p:cNvSpPr>
            <a:spLocks/>
          </p:cNvSpPr>
          <p:nvPr/>
        </p:nvSpPr>
        <p:spPr bwMode="auto">
          <a:xfrm>
            <a:off x="7026275" y="5580063"/>
            <a:ext cx="312738" cy="207962"/>
          </a:xfrm>
          <a:custGeom>
            <a:avLst/>
            <a:gdLst>
              <a:gd name="T0" fmla="*/ 2147483646 w 2982"/>
              <a:gd name="T1" fmla="*/ 0 h 2442"/>
              <a:gd name="T2" fmla="*/ 0 w 2982"/>
              <a:gd name="T3" fmla="*/ 2147483646 h 2442"/>
              <a:gd name="T4" fmla="*/ 2147483646 w 2982"/>
              <a:gd name="T5" fmla="*/ 2147483646 h 2442"/>
              <a:gd name="T6" fmla="*/ 2147483646 w 2982"/>
              <a:gd name="T7" fmla="*/ 2147483646 h 2442"/>
              <a:gd name="T8" fmla="*/ 214748364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1829" name="Picture 1032" descr="screen">
            <a:extLst>
              <a:ext uri="{FF2B5EF4-FFF2-40B4-BE49-F238E27FC236}">
                <a16:creationId xmlns:a16="http://schemas.microsoft.com/office/drawing/2014/main" id="{51B8D9CA-7036-D404-62B1-6A4BF0C8EFC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42150" y="55848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30" name="Freeform 1033">
            <a:extLst>
              <a:ext uri="{FF2B5EF4-FFF2-40B4-BE49-F238E27FC236}">
                <a16:creationId xmlns:a16="http://schemas.microsoft.com/office/drawing/2014/main" id="{5B57CF79-B7B0-E1B0-6950-11F9FA6A0DE6}"/>
              </a:ext>
            </a:extLst>
          </p:cNvPr>
          <p:cNvSpPr>
            <a:spLocks/>
          </p:cNvSpPr>
          <p:nvPr/>
        </p:nvSpPr>
        <p:spPr bwMode="auto">
          <a:xfrm>
            <a:off x="7083425" y="5573713"/>
            <a:ext cx="265113" cy="39687"/>
          </a:xfrm>
          <a:custGeom>
            <a:avLst/>
            <a:gdLst>
              <a:gd name="T0" fmla="*/ 2147483646 w 2528"/>
              <a:gd name="T1" fmla="*/ 0 h 455"/>
              <a:gd name="T2" fmla="*/ 2147483646 w 2528"/>
              <a:gd name="T3" fmla="*/ 2147483646 h 455"/>
              <a:gd name="T4" fmla="*/ 2147483646 w 2528"/>
              <a:gd name="T5" fmla="*/ 2147483646 h 455"/>
              <a:gd name="T6" fmla="*/ 0 w 2528"/>
              <a:gd name="T7" fmla="*/ 2147483646 h 455"/>
              <a:gd name="T8" fmla="*/ 2147483646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31" name="Freeform 1034">
            <a:extLst>
              <a:ext uri="{FF2B5EF4-FFF2-40B4-BE49-F238E27FC236}">
                <a16:creationId xmlns:a16="http://schemas.microsoft.com/office/drawing/2014/main" id="{076C2654-10BD-7580-C649-F729394F5726}"/>
              </a:ext>
            </a:extLst>
          </p:cNvPr>
          <p:cNvSpPr>
            <a:spLocks/>
          </p:cNvSpPr>
          <p:nvPr/>
        </p:nvSpPr>
        <p:spPr bwMode="auto">
          <a:xfrm>
            <a:off x="7024688" y="5573713"/>
            <a:ext cx="73025" cy="161925"/>
          </a:xfrm>
          <a:custGeom>
            <a:avLst/>
            <a:gdLst>
              <a:gd name="T0" fmla="*/ 2147483646 w 702"/>
              <a:gd name="T1" fmla="*/ 0 h 1893"/>
              <a:gd name="T2" fmla="*/ 0 w 702"/>
              <a:gd name="T3" fmla="*/ 2147483646 h 1893"/>
              <a:gd name="T4" fmla="*/ 2147483646 w 702"/>
              <a:gd name="T5" fmla="*/ 2147483646 h 1893"/>
              <a:gd name="T6" fmla="*/ 2147483646 w 702"/>
              <a:gd name="T7" fmla="*/ 2147483646 h 1893"/>
              <a:gd name="T8" fmla="*/ 214748364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32" name="Freeform 1035">
            <a:extLst>
              <a:ext uri="{FF2B5EF4-FFF2-40B4-BE49-F238E27FC236}">
                <a16:creationId xmlns:a16="http://schemas.microsoft.com/office/drawing/2014/main" id="{1856D7A4-FB96-F5C3-9F32-65DB1A9E6476}"/>
              </a:ext>
            </a:extLst>
          </p:cNvPr>
          <p:cNvSpPr>
            <a:spLocks/>
          </p:cNvSpPr>
          <p:nvPr/>
        </p:nvSpPr>
        <p:spPr bwMode="auto">
          <a:xfrm>
            <a:off x="7267575" y="5602288"/>
            <a:ext cx="79375" cy="185737"/>
          </a:xfrm>
          <a:custGeom>
            <a:avLst/>
            <a:gdLst>
              <a:gd name="T0" fmla="*/ 2147483646 w 756"/>
              <a:gd name="T1" fmla="*/ 0 h 2184"/>
              <a:gd name="T2" fmla="*/ 2147483646 w 756"/>
              <a:gd name="T3" fmla="*/ 2147483646 h 2184"/>
              <a:gd name="T4" fmla="*/ 0 w 756"/>
              <a:gd name="T5" fmla="*/ 2147483646 h 2184"/>
              <a:gd name="T6" fmla="*/ 2147483646 w 756"/>
              <a:gd name="T7" fmla="*/ 2147483646 h 2184"/>
              <a:gd name="T8" fmla="*/ 2147483646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33" name="Freeform 1036">
            <a:extLst>
              <a:ext uri="{FF2B5EF4-FFF2-40B4-BE49-F238E27FC236}">
                <a16:creationId xmlns:a16="http://schemas.microsoft.com/office/drawing/2014/main" id="{22091FE0-76FE-D006-98A6-89E452D15CCA}"/>
              </a:ext>
            </a:extLst>
          </p:cNvPr>
          <p:cNvSpPr>
            <a:spLocks/>
          </p:cNvSpPr>
          <p:nvPr/>
        </p:nvSpPr>
        <p:spPr bwMode="auto">
          <a:xfrm>
            <a:off x="7023100" y="5726113"/>
            <a:ext cx="290513" cy="63500"/>
          </a:xfrm>
          <a:custGeom>
            <a:avLst/>
            <a:gdLst>
              <a:gd name="T0" fmla="*/ 2147483646 w 2773"/>
              <a:gd name="T1" fmla="*/ 0 h 738"/>
              <a:gd name="T2" fmla="*/ 0 w 2773"/>
              <a:gd name="T3" fmla="*/ 2147483646 h 738"/>
              <a:gd name="T4" fmla="*/ 2147483646 w 2773"/>
              <a:gd name="T5" fmla="*/ 2147483646 h 738"/>
              <a:gd name="T6" fmla="*/ 2147483646 w 2773"/>
              <a:gd name="T7" fmla="*/ 2147483646 h 738"/>
              <a:gd name="T8" fmla="*/ 2147483646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34" name="Freeform 1037">
            <a:extLst>
              <a:ext uri="{FF2B5EF4-FFF2-40B4-BE49-F238E27FC236}">
                <a16:creationId xmlns:a16="http://schemas.microsoft.com/office/drawing/2014/main" id="{74D26A97-5F23-FAB6-A5C0-5A2979069DB7}"/>
              </a:ext>
            </a:extLst>
          </p:cNvPr>
          <p:cNvSpPr>
            <a:spLocks/>
          </p:cNvSpPr>
          <p:nvPr/>
        </p:nvSpPr>
        <p:spPr bwMode="auto">
          <a:xfrm>
            <a:off x="7275513" y="5603875"/>
            <a:ext cx="74612" cy="187325"/>
          </a:xfrm>
          <a:custGeom>
            <a:avLst/>
            <a:gdLst>
              <a:gd name="T0" fmla="*/ 2147483646 w 637"/>
              <a:gd name="T1" fmla="*/ 0 h 1659"/>
              <a:gd name="T2" fmla="*/ 2147483646 w 637"/>
              <a:gd name="T3" fmla="*/ 0 h 1659"/>
              <a:gd name="T4" fmla="*/ 2147483646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35" name="Freeform 1038">
            <a:extLst>
              <a:ext uri="{FF2B5EF4-FFF2-40B4-BE49-F238E27FC236}">
                <a16:creationId xmlns:a16="http://schemas.microsoft.com/office/drawing/2014/main" id="{48A3B74E-5BE0-5257-0CD7-D5581556F670}"/>
              </a:ext>
            </a:extLst>
          </p:cNvPr>
          <p:cNvSpPr>
            <a:spLocks/>
          </p:cNvSpPr>
          <p:nvPr/>
        </p:nvSpPr>
        <p:spPr bwMode="auto">
          <a:xfrm>
            <a:off x="7023100" y="5735638"/>
            <a:ext cx="258763" cy="61912"/>
          </a:xfrm>
          <a:custGeom>
            <a:avLst/>
            <a:gdLst>
              <a:gd name="T0" fmla="*/ 0 w 2216"/>
              <a:gd name="T1" fmla="*/ 0 h 550"/>
              <a:gd name="T2" fmla="*/ 2147483646 w 2216"/>
              <a:gd name="T3" fmla="*/ 2147483646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836" name="Group 1039">
            <a:extLst>
              <a:ext uri="{FF2B5EF4-FFF2-40B4-BE49-F238E27FC236}">
                <a16:creationId xmlns:a16="http://schemas.microsoft.com/office/drawing/2014/main" id="{B503C370-C6E1-B7DD-5A1A-A5591EAD6D01}"/>
              </a:ext>
            </a:extLst>
          </p:cNvPr>
          <p:cNvGrpSpPr>
            <a:grpSpLocks/>
          </p:cNvGrpSpPr>
          <p:nvPr/>
        </p:nvGrpSpPr>
        <p:grpSpPr bwMode="auto">
          <a:xfrm>
            <a:off x="7019925" y="5800725"/>
            <a:ext cx="87313" cy="38100"/>
            <a:chOff x="1740" y="2642"/>
            <a:chExt cx="752" cy="327"/>
          </a:xfrm>
        </p:grpSpPr>
        <p:sp>
          <p:nvSpPr>
            <p:cNvPr id="31943" name="Freeform 1040">
              <a:extLst>
                <a:ext uri="{FF2B5EF4-FFF2-40B4-BE49-F238E27FC236}">
                  <a16:creationId xmlns:a16="http://schemas.microsoft.com/office/drawing/2014/main" id="{31A9AAE8-02C5-423D-AFA9-A220C34B4407}"/>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44" name="Freeform 1041">
              <a:extLst>
                <a:ext uri="{FF2B5EF4-FFF2-40B4-BE49-F238E27FC236}">
                  <a16:creationId xmlns:a16="http://schemas.microsoft.com/office/drawing/2014/main" id="{FF6E500D-AD60-81E2-9DD0-894B88A8E637}"/>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45" name="Freeform 1042">
              <a:extLst>
                <a:ext uri="{FF2B5EF4-FFF2-40B4-BE49-F238E27FC236}">
                  <a16:creationId xmlns:a16="http://schemas.microsoft.com/office/drawing/2014/main" id="{68EF5EDE-04A6-F3BA-8A63-40F6DF5902D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46" name="Freeform 1043">
              <a:extLst>
                <a:ext uri="{FF2B5EF4-FFF2-40B4-BE49-F238E27FC236}">
                  <a16:creationId xmlns:a16="http://schemas.microsoft.com/office/drawing/2014/main" id="{58358F19-3EDB-57B2-0DB7-ABB01E299A6B}"/>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47" name="Freeform 1044">
              <a:extLst>
                <a:ext uri="{FF2B5EF4-FFF2-40B4-BE49-F238E27FC236}">
                  <a16:creationId xmlns:a16="http://schemas.microsoft.com/office/drawing/2014/main" id="{5952E7D0-D7B9-9438-0DE4-6F05371A4AE4}"/>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48" name="Freeform 1045">
              <a:extLst>
                <a:ext uri="{FF2B5EF4-FFF2-40B4-BE49-F238E27FC236}">
                  <a16:creationId xmlns:a16="http://schemas.microsoft.com/office/drawing/2014/main" id="{CE322558-B5DA-A44F-5132-DFC39649852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837" name="Freeform 1046">
            <a:extLst>
              <a:ext uri="{FF2B5EF4-FFF2-40B4-BE49-F238E27FC236}">
                <a16:creationId xmlns:a16="http://schemas.microsoft.com/office/drawing/2014/main" id="{85A3FF29-466D-425D-B596-1A9904FCA277}"/>
              </a:ext>
            </a:extLst>
          </p:cNvPr>
          <p:cNvSpPr>
            <a:spLocks/>
          </p:cNvSpPr>
          <p:nvPr/>
        </p:nvSpPr>
        <p:spPr bwMode="auto">
          <a:xfrm>
            <a:off x="7169150" y="5807075"/>
            <a:ext cx="106363" cy="80963"/>
          </a:xfrm>
          <a:custGeom>
            <a:avLst/>
            <a:gdLst>
              <a:gd name="T0" fmla="*/ 2147483646 w 990"/>
              <a:gd name="T1" fmla="*/ 2147483646 h 792"/>
              <a:gd name="T2" fmla="*/ 2147483646 w 990"/>
              <a:gd name="T3" fmla="*/ 0 h 792"/>
              <a:gd name="T4" fmla="*/ 2147483646 w 990"/>
              <a:gd name="T5" fmla="*/ 2147483646 h 792"/>
              <a:gd name="T6" fmla="*/ 0 w 990"/>
              <a:gd name="T7" fmla="*/ 2147483646 h 792"/>
              <a:gd name="T8" fmla="*/ 2147483646 w 990"/>
              <a:gd name="T9" fmla="*/ 214748364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38" name="Freeform 1047">
            <a:extLst>
              <a:ext uri="{FF2B5EF4-FFF2-40B4-BE49-F238E27FC236}">
                <a16:creationId xmlns:a16="http://schemas.microsoft.com/office/drawing/2014/main" id="{ABF6A571-5B82-1A88-5EAF-CC5720715863}"/>
              </a:ext>
            </a:extLst>
          </p:cNvPr>
          <p:cNvSpPr>
            <a:spLocks/>
          </p:cNvSpPr>
          <p:nvPr/>
        </p:nvSpPr>
        <p:spPr bwMode="auto">
          <a:xfrm>
            <a:off x="6897688" y="5813425"/>
            <a:ext cx="271462" cy="73025"/>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39" name="Freeform 1048">
            <a:extLst>
              <a:ext uri="{FF2B5EF4-FFF2-40B4-BE49-F238E27FC236}">
                <a16:creationId xmlns:a16="http://schemas.microsoft.com/office/drawing/2014/main" id="{97B99681-3C76-57C4-08EF-4B372C860EE9}"/>
              </a:ext>
            </a:extLst>
          </p:cNvPr>
          <p:cNvSpPr>
            <a:spLocks/>
          </p:cNvSpPr>
          <p:nvPr/>
        </p:nvSpPr>
        <p:spPr bwMode="auto">
          <a:xfrm>
            <a:off x="6899275" y="5799138"/>
            <a:ext cx="1588" cy="15875"/>
          </a:xfrm>
          <a:custGeom>
            <a:avLst/>
            <a:gdLst>
              <a:gd name="T0" fmla="*/ 2147483646 w 26"/>
              <a:gd name="T1" fmla="*/ 2147483646 h 147"/>
              <a:gd name="T2" fmla="*/ 2147483646 w 26"/>
              <a:gd name="T3" fmla="*/ 2147483646 h 147"/>
              <a:gd name="T4" fmla="*/ 0 w 26"/>
              <a:gd name="T5" fmla="*/ 2147483646 h 147"/>
              <a:gd name="T6" fmla="*/ 2147483646 w 26"/>
              <a:gd name="T7" fmla="*/ 0 h 147"/>
              <a:gd name="T8" fmla="*/ 2147483646 w 26"/>
              <a:gd name="T9" fmla="*/ 2147483646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40" name="Freeform 1049">
            <a:extLst>
              <a:ext uri="{FF2B5EF4-FFF2-40B4-BE49-F238E27FC236}">
                <a16:creationId xmlns:a16="http://schemas.microsoft.com/office/drawing/2014/main" id="{D0E0860E-8731-584C-68E1-2628B3E9C9EA}"/>
              </a:ext>
            </a:extLst>
          </p:cNvPr>
          <p:cNvSpPr>
            <a:spLocks/>
          </p:cNvSpPr>
          <p:nvPr/>
        </p:nvSpPr>
        <p:spPr bwMode="auto">
          <a:xfrm>
            <a:off x="6899275" y="5738813"/>
            <a:ext cx="125413" cy="61912"/>
          </a:xfrm>
          <a:custGeom>
            <a:avLst/>
            <a:gdLst>
              <a:gd name="T0" fmla="*/ 2147483646 w 1176"/>
              <a:gd name="T1" fmla="*/ 0 h 606"/>
              <a:gd name="T2" fmla="*/ 0 w 1176"/>
              <a:gd name="T3" fmla="*/ 2147483646 h 606"/>
              <a:gd name="T4" fmla="*/ 2147483646 w 1176"/>
              <a:gd name="T5" fmla="*/ 2147483646 h 606"/>
              <a:gd name="T6" fmla="*/ 2147483646 w 1176"/>
              <a:gd name="T7" fmla="*/ 2147483646 h 606"/>
              <a:gd name="T8" fmla="*/ 214748364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41" name="Freeform 1050">
            <a:extLst>
              <a:ext uri="{FF2B5EF4-FFF2-40B4-BE49-F238E27FC236}">
                <a16:creationId xmlns:a16="http://schemas.microsoft.com/office/drawing/2014/main" id="{D3710194-7627-7FC9-971B-192D9F27D065}"/>
              </a:ext>
            </a:extLst>
          </p:cNvPr>
          <p:cNvSpPr>
            <a:spLocks/>
          </p:cNvSpPr>
          <p:nvPr/>
        </p:nvSpPr>
        <p:spPr bwMode="auto">
          <a:xfrm>
            <a:off x="6907213" y="5802313"/>
            <a:ext cx="257175" cy="71437"/>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42" name="Freeform 1051">
            <a:extLst>
              <a:ext uri="{FF2B5EF4-FFF2-40B4-BE49-F238E27FC236}">
                <a16:creationId xmlns:a16="http://schemas.microsoft.com/office/drawing/2014/main" id="{169953A4-9CA2-D818-2C41-ADA29B0C95FC}"/>
              </a:ext>
            </a:extLst>
          </p:cNvPr>
          <p:cNvSpPr>
            <a:spLocks/>
          </p:cNvSpPr>
          <p:nvPr/>
        </p:nvSpPr>
        <p:spPr bwMode="auto">
          <a:xfrm flipV="1">
            <a:off x="7164388" y="5797550"/>
            <a:ext cx="104775" cy="74613"/>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1843" name="Picture 1054" descr="laptop_keyboard">
            <a:extLst>
              <a:ext uri="{FF2B5EF4-FFF2-40B4-BE49-F238E27FC236}">
                <a16:creationId xmlns:a16="http://schemas.microsoft.com/office/drawing/2014/main" id="{915854C4-5578-4495-3635-BAA72410F69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rot="109064" flipH="1">
            <a:off x="5581650" y="3290888"/>
            <a:ext cx="363538"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44" name="Freeform 1055">
            <a:extLst>
              <a:ext uri="{FF2B5EF4-FFF2-40B4-BE49-F238E27FC236}">
                <a16:creationId xmlns:a16="http://schemas.microsoft.com/office/drawing/2014/main" id="{7CA3BB91-68B7-C56D-58EB-90EB9C1FD441}"/>
              </a:ext>
            </a:extLst>
          </p:cNvPr>
          <p:cNvSpPr>
            <a:spLocks/>
          </p:cNvSpPr>
          <p:nvPr/>
        </p:nvSpPr>
        <p:spPr bwMode="auto">
          <a:xfrm>
            <a:off x="5702300" y="3135313"/>
            <a:ext cx="292100" cy="207962"/>
          </a:xfrm>
          <a:custGeom>
            <a:avLst/>
            <a:gdLst>
              <a:gd name="T0" fmla="*/ 2147483646 w 2982"/>
              <a:gd name="T1" fmla="*/ 0 h 2442"/>
              <a:gd name="T2" fmla="*/ 0 w 2982"/>
              <a:gd name="T3" fmla="*/ 2147483646 h 2442"/>
              <a:gd name="T4" fmla="*/ 2147483646 w 2982"/>
              <a:gd name="T5" fmla="*/ 2147483646 h 2442"/>
              <a:gd name="T6" fmla="*/ 2147483646 w 2982"/>
              <a:gd name="T7" fmla="*/ 2147483646 h 2442"/>
              <a:gd name="T8" fmla="*/ 214748364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1845" name="Picture 1056" descr="screen">
            <a:extLst>
              <a:ext uri="{FF2B5EF4-FFF2-40B4-BE49-F238E27FC236}">
                <a16:creationId xmlns:a16="http://schemas.microsoft.com/office/drawing/2014/main" id="{EF6B34BE-ED68-CD3B-D4D9-9A5808E19FB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16588" y="3140075"/>
            <a:ext cx="2667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46" name="Freeform 1057">
            <a:extLst>
              <a:ext uri="{FF2B5EF4-FFF2-40B4-BE49-F238E27FC236}">
                <a16:creationId xmlns:a16="http://schemas.microsoft.com/office/drawing/2014/main" id="{9E1FBB4F-A785-58B3-7E99-85675B836E67}"/>
              </a:ext>
            </a:extLst>
          </p:cNvPr>
          <p:cNvSpPr>
            <a:spLocks/>
          </p:cNvSpPr>
          <p:nvPr/>
        </p:nvSpPr>
        <p:spPr bwMode="auto">
          <a:xfrm>
            <a:off x="5756275" y="3128963"/>
            <a:ext cx="247650" cy="39687"/>
          </a:xfrm>
          <a:custGeom>
            <a:avLst/>
            <a:gdLst>
              <a:gd name="T0" fmla="*/ 2147483646 w 2528"/>
              <a:gd name="T1" fmla="*/ 0 h 455"/>
              <a:gd name="T2" fmla="*/ 2147483646 w 2528"/>
              <a:gd name="T3" fmla="*/ 2147483646 h 455"/>
              <a:gd name="T4" fmla="*/ 2147483646 w 2528"/>
              <a:gd name="T5" fmla="*/ 2147483646 h 455"/>
              <a:gd name="T6" fmla="*/ 0 w 2528"/>
              <a:gd name="T7" fmla="*/ 2147483646 h 455"/>
              <a:gd name="T8" fmla="*/ 2147483646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47" name="Freeform 1058">
            <a:extLst>
              <a:ext uri="{FF2B5EF4-FFF2-40B4-BE49-F238E27FC236}">
                <a16:creationId xmlns:a16="http://schemas.microsoft.com/office/drawing/2014/main" id="{FE2451F9-D3B0-3F53-0B31-581020149781}"/>
              </a:ext>
            </a:extLst>
          </p:cNvPr>
          <p:cNvSpPr>
            <a:spLocks/>
          </p:cNvSpPr>
          <p:nvPr/>
        </p:nvSpPr>
        <p:spPr bwMode="auto">
          <a:xfrm>
            <a:off x="5700713" y="3128963"/>
            <a:ext cx="68262" cy="161925"/>
          </a:xfrm>
          <a:custGeom>
            <a:avLst/>
            <a:gdLst>
              <a:gd name="T0" fmla="*/ 2147483646 w 702"/>
              <a:gd name="T1" fmla="*/ 0 h 1893"/>
              <a:gd name="T2" fmla="*/ 0 w 702"/>
              <a:gd name="T3" fmla="*/ 2147483646 h 1893"/>
              <a:gd name="T4" fmla="*/ 2147483646 w 702"/>
              <a:gd name="T5" fmla="*/ 2147483646 h 1893"/>
              <a:gd name="T6" fmla="*/ 2147483646 w 702"/>
              <a:gd name="T7" fmla="*/ 2147483646 h 1893"/>
              <a:gd name="T8" fmla="*/ 214748364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48" name="Freeform 1059">
            <a:extLst>
              <a:ext uri="{FF2B5EF4-FFF2-40B4-BE49-F238E27FC236}">
                <a16:creationId xmlns:a16="http://schemas.microsoft.com/office/drawing/2014/main" id="{3499CD76-79D6-FBBF-21C3-EEFAFFA0A3E1}"/>
              </a:ext>
            </a:extLst>
          </p:cNvPr>
          <p:cNvSpPr>
            <a:spLocks/>
          </p:cNvSpPr>
          <p:nvPr/>
        </p:nvSpPr>
        <p:spPr bwMode="auto">
          <a:xfrm>
            <a:off x="5927725" y="3157538"/>
            <a:ext cx="74613" cy="185737"/>
          </a:xfrm>
          <a:custGeom>
            <a:avLst/>
            <a:gdLst>
              <a:gd name="T0" fmla="*/ 2147483646 w 756"/>
              <a:gd name="T1" fmla="*/ 0 h 2184"/>
              <a:gd name="T2" fmla="*/ 2147483646 w 756"/>
              <a:gd name="T3" fmla="*/ 2147483646 h 2184"/>
              <a:gd name="T4" fmla="*/ 0 w 756"/>
              <a:gd name="T5" fmla="*/ 2147483646 h 2184"/>
              <a:gd name="T6" fmla="*/ 2147483646 w 756"/>
              <a:gd name="T7" fmla="*/ 2147483646 h 2184"/>
              <a:gd name="T8" fmla="*/ 2147483646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49" name="Freeform 1060">
            <a:extLst>
              <a:ext uri="{FF2B5EF4-FFF2-40B4-BE49-F238E27FC236}">
                <a16:creationId xmlns:a16="http://schemas.microsoft.com/office/drawing/2014/main" id="{810926C3-5FF4-782A-9796-A6E9DDB4734E}"/>
              </a:ext>
            </a:extLst>
          </p:cNvPr>
          <p:cNvSpPr>
            <a:spLocks/>
          </p:cNvSpPr>
          <p:nvPr/>
        </p:nvSpPr>
        <p:spPr bwMode="auto">
          <a:xfrm>
            <a:off x="5699125" y="3281363"/>
            <a:ext cx="271463" cy="63500"/>
          </a:xfrm>
          <a:custGeom>
            <a:avLst/>
            <a:gdLst>
              <a:gd name="T0" fmla="*/ 2147483646 w 2773"/>
              <a:gd name="T1" fmla="*/ 0 h 738"/>
              <a:gd name="T2" fmla="*/ 0 w 2773"/>
              <a:gd name="T3" fmla="*/ 2147483646 h 738"/>
              <a:gd name="T4" fmla="*/ 2147483646 w 2773"/>
              <a:gd name="T5" fmla="*/ 2147483646 h 738"/>
              <a:gd name="T6" fmla="*/ 2147483646 w 2773"/>
              <a:gd name="T7" fmla="*/ 2147483646 h 738"/>
              <a:gd name="T8" fmla="*/ 2147483646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50" name="Freeform 1061">
            <a:extLst>
              <a:ext uri="{FF2B5EF4-FFF2-40B4-BE49-F238E27FC236}">
                <a16:creationId xmlns:a16="http://schemas.microsoft.com/office/drawing/2014/main" id="{C3776AA0-6DAE-1A91-62C0-A9FA48905A1E}"/>
              </a:ext>
            </a:extLst>
          </p:cNvPr>
          <p:cNvSpPr>
            <a:spLocks/>
          </p:cNvSpPr>
          <p:nvPr/>
        </p:nvSpPr>
        <p:spPr bwMode="auto">
          <a:xfrm>
            <a:off x="5935663" y="3159125"/>
            <a:ext cx="69850" cy="187325"/>
          </a:xfrm>
          <a:custGeom>
            <a:avLst/>
            <a:gdLst>
              <a:gd name="T0" fmla="*/ 2147483646 w 637"/>
              <a:gd name="T1" fmla="*/ 0 h 1659"/>
              <a:gd name="T2" fmla="*/ 2147483646 w 637"/>
              <a:gd name="T3" fmla="*/ 0 h 1659"/>
              <a:gd name="T4" fmla="*/ 2147483646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51" name="Freeform 1062">
            <a:extLst>
              <a:ext uri="{FF2B5EF4-FFF2-40B4-BE49-F238E27FC236}">
                <a16:creationId xmlns:a16="http://schemas.microsoft.com/office/drawing/2014/main" id="{446BB483-F92E-8CD4-0DD5-9E696AF30652}"/>
              </a:ext>
            </a:extLst>
          </p:cNvPr>
          <p:cNvSpPr>
            <a:spLocks/>
          </p:cNvSpPr>
          <p:nvPr/>
        </p:nvSpPr>
        <p:spPr bwMode="auto">
          <a:xfrm>
            <a:off x="5699125" y="3290888"/>
            <a:ext cx="242888" cy="61912"/>
          </a:xfrm>
          <a:custGeom>
            <a:avLst/>
            <a:gdLst>
              <a:gd name="T0" fmla="*/ 0 w 2216"/>
              <a:gd name="T1" fmla="*/ 0 h 550"/>
              <a:gd name="T2" fmla="*/ 2147483646 w 2216"/>
              <a:gd name="T3" fmla="*/ 2147483646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852" name="Group 1063">
            <a:extLst>
              <a:ext uri="{FF2B5EF4-FFF2-40B4-BE49-F238E27FC236}">
                <a16:creationId xmlns:a16="http://schemas.microsoft.com/office/drawing/2014/main" id="{754E8B6F-1E07-EB82-7FB8-64D647A48D75}"/>
              </a:ext>
            </a:extLst>
          </p:cNvPr>
          <p:cNvGrpSpPr>
            <a:grpSpLocks/>
          </p:cNvGrpSpPr>
          <p:nvPr/>
        </p:nvGrpSpPr>
        <p:grpSpPr bwMode="auto">
          <a:xfrm>
            <a:off x="5695950" y="3355975"/>
            <a:ext cx="80963" cy="38100"/>
            <a:chOff x="1740" y="2642"/>
            <a:chExt cx="752" cy="327"/>
          </a:xfrm>
        </p:grpSpPr>
        <p:sp>
          <p:nvSpPr>
            <p:cNvPr id="31937" name="Freeform 1064">
              <a:extLst>
                <a:ext uri="{FF2B5EF4-FFF2-40B4-BE49-F238E27FC236}">
                  <a16:creationId xmlns:a16="http://schemas.microsoft.com/office/drawing/2014/main" id="{B15A8542-C08C-D7F0-49C7-C060489D4DB7}"/>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38" name="Freeform 1065">
              <a:extLst>
                <a:ext uri="{FF2B5EF4-FFF2-40B4-BE49-F238E27FC236}">
                  <a16:creationId xmlns:a16="http://schemas.microsoft.com/office/drawing/2014/main" id="{FC6B2975-32BA-726D-FBE9-33C3AB504679}"/>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39" name="Freeform 1066">
              <a:extLst>
                <a:ext uri="{FF2B5EF4-FFF2-40B4-BE49-F238E27FC236}">
                  <a16:creationId xmlns:a16="http://schemas.microsoft.com/office/drawing/2014/main" id="{FCA5C854-C26C-6B74-C670-05ADE232EE8F}"/>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40" name="Freeform 1067">
              <a:extLst>
                <a:ext uri="{FF2B5EF4-FFF2-40B4-BE49-F238E27FC236}">
                  <a16:creationId xmlns:a16="http://schemas.microsoft.com/office/drawing/2014/main" id="{77B88220-E97C-7416-EE5D-55C379970F0E}"/>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41" name="Freeform 1068">
              <a:extLst>
                <a:ext uri="{FF2B5EF4-FFF2-40B4-BE49-F238E27FC236}">
                  <a16:creationId xmlns:a16="http://schemas.microsoft.com/office/drawing/2014/main" id="{0A3D2C0C-6490-7121-DB77-4E4C27D7CD7B}"/>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42" name="Freeform 1069">
              <a:extLst>
                <a:ext uri="{FF2B5EF4-FFF2-40B4-BE49-F238E27FC236}">
                  <a16:creationId xmlns:a16="http://schemas.microsoft.com/office/drawing/2014/main" id="{3839C0B8-9B3B-D3D6-10E7-299483EE96FC}"/>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853" name="Freeform 1070">
            <a:extLst>
              <a:ext uri="{FF2B5EF4-FFF2-40B4-BE49-F238E27FC236}">
                <a16:creationId xmlns:a16="http://schemas.microsoft.com/office/drawing/2014/main" id="{C58FAEA3-4CB5-8FEF-39A0-49DA4E53BB1F}"/>
              </a:ext>
            </a:extLst>
          </p:cNvPr>
          <p:cNvSpPr>
            <a:spLocks/>
          </p:cNvSpPr>
          <p:nvPr/>
        </p:nvSpPr>
        <p:spPr bwMode="auto">
          <a:xfrm>
            <a:off x="5835650" y="3362325"/>
            <a:ext cx="100013" cy="80963"/>
          </a:xfrm>
          <a:custGeom>
            <a:avLst/>
            <a:gdLst>
              <a:gd name="T0" fmla="*/ 2147483646 w 990"/>
              <a:gd name="T1" fmla="*/ 2147483646 h 792"/>
              <a:gd name="T2" fmla="*/ 2147483646 w 990"/>
              <a:gd name="T3" fmla="*/ 0 h 792"/>
              <a:gd name="T4" fmla="*/ 2147483646 w 990"/>
              <a:gd name="T5" fmla="*/ 2147483646 h 792"/>
              <a:gd name="T6" fmla="*/ 0 w 990"/>
              <a:gd name="T7" fmla="*/ 2147483646 h 792"/>
              <a:gd name="T8" fmla="*/ 2147483646 w 990"/>
              <a:gd name="T9" fmla="*/ 214748364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54" name="Freeform 1071">
            <a:extLst>
              <a:ext uri="{FF2B5EF4-FFF2-40B4-BE49-F238E27FC236}">
                <a16:creationId xmlns:a16="http://schemas.microsoft.com/office/drawing/2014/main" id="{DCC1E8FB-0613-39A6-7CDF-9722DF09A032}"/>
              </a:ext>
            </a:extLst>
          </p:cNvPr>
          <p:cNvSpPr>
            <a:spLocks/>
          </p:cNvSpPr>
          <p:nvPr/>
        </p:nvSpPr>
        <p:spPr bwMode="auto">
          <a:xfrm>
            <a:off x="5583238" y="3368675"/>
            <a:ext cx="254000" cy="73025"/>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55" name="Freeform 1072">
            <a:extLst>
              <a:ext uri="{FF2B5EF4-FFF2-40B4-BE49-F238E27FC236}">
                <a16:creationId xmlns:a16="http://schemas.microsoft.com/office/drawing/2014/main" id="{1566BE57-5283-3D33-F451-E8DCA0726F64}"/>
              </a:ext>
            </a:extLst>
          </p:cNvPr>
          <p:cNvSpPr>
            <a:spLocks/>
          </p:cNvSpPr>
          <p:nvPr/>
        </p:nvSpPr>
        <p:spPr bwMode="auto">
          <a:xfrm>
            <a:off x="5583238" y="3354388"/>
            <a:ext cx="1587" cy="15875"/>
          </a:xfrm>
          <a:custGeom>
            <a:avLst/>
            <a:gdLst>
              <a:gd name="T0" fmla="*/ 2147483646 w 26"/>
              <a:gd name="T1" fmla="*/ 2147483646 h 147"/>
              <a:gd name="T2" fmla="*/ 2147483646 w 26"/>
              <a:gd name="T3" fmla="*/ 2147483646 h 147"/>
              <a:gd name="T4" fmla="*/ 0 w 26"/>
              <a:gd name="T5" fmla="*/ 2147483646 h 147"/>
              <a:gd name="T6" fmla="*/ 2147483646 w 26"/>
              <a:gd name="T7" fmla="*/ 0 h 147"/>
              <a:gd name="T8" fmla="*/ 2147483646 w 26"/>
              <a:gd name="T9" fmla="*/ 2147483646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56" name="Freeform 1073">
            <a:extLst>
              <a:ext uri="{FF2B5EF4-FFF2-40B4-BE49-F238E27FC236}">
                <a16:creationId xmlns:a16="http://schemas.microsoft.com/office/drawing/2014/main" id="{FDA8029F-977C-1879-2B42-275F45562E42}"/>
              </a:ext>
            </a:extLst>
          </p:cNvPr>
          <p:cNvSpPr>
            <a:spLocks/>
          </p:cNvSpPr>
          <p:nvPr/>
        </p:nvSpPr>
        <p:spPr bwMode="auto">
          <a:xfrm>
            <a:off x="5583238" y="3294063"/>
            <a:ext cx="117475" cy="61912"/>
          </a:xfrm>
          <a:custGeom>
            <a:avLst/>
            <a:gdLst>
              <a:gd name="T0" fmla="*/ 2147483646 w 1176"/>
              <a:gd name="T1" fmla="*/ 0 h 606"/>
              <a:gd name="T2" fmla="*/ 0 w 1176"/>
              <a:gd name="T3" fmla="*/ 2147483646 h 606"/>
              <a:gd name="T4" fmla="*/ 2147483646 w 1176"/>
              <a:gd name="T5" fmla="*/ 2147483646 h 606"/>
              <a:gd name="T6" fmla="*/ 2147483646 w 1176"/>
              <a:gd name="T7" fmla="*/ 2147483646 h 606"/>
              <a:gd name="T8" fmla="*/ 214748364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57" name="Freeform 1074">
            <a:extLst>
              <a:ext uri="{FF2B5EF4-FFF2-40B4-BE49-F238E27FC236}">
                <a16:creationId xmlns:a16="http://schemas.microsoft.com/office/drawing/2014/main" id="{225B4E90-0606-EABC-61F4-17B78AE9E622}"/>
              </a:ext>
            </a:extLst>
          </p:cNvPr>
          <p:cNvSpPr>
            <a:spLocks/>
          </p:cNvSpPr>
          <p:nvPr/>
        </p:nvSpPr>
        <p:spPr bwMode="auto">
          <a:xfrm>
            <a:off x="5591175" y="3357563"/>
            <a:ext cx="241300" cy="71437"/>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58" name="Freeform 1075">
            <a:extLst>
              <a:ext uri="{FF2B5EF4-FFF2-40B4-BE49-F238E27FC236}">
                <a16:creationId xmlns:a16="http://schemas.microsoft.com/office/drawing/2014/main" id="{F08F5DEC-825F-0C08-19E2-D6C972A37F43}"/>
              </a:ext>
            </a:extLst>
          </p:cNvPr>
          <p:cNvSpPr>
            <a:spLocks/>
          </p:cNvSpPr>
          <p:nvPr/>
        </p:nvSpPr>
        <p:spPr bwMode="auto">
          <a:xfrm flipV="1">
            <a:off x="5830888" y="3352800"/>
            <a:ext cx="98425" cy="74613"/>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859" name="Group 1076">
            <a:extLst>
              <a:ext uri="{FF2B5EF4-FFF2-40B4-BE49-F238E27FC236}">
                <a16:creationId xmlns:a16="http://schemas.microsoft.com/office/drawing/2014/main" id="{DC69E783-2692-ED8A-6E8A-B4D720332159}"/>
              </a:ext>
            </a:extLst>
          </p:cNvPr>
          <p:cNvGrpSpPr>
            <a:grpSpLocks/>
          </p:cNvGrpSpPr>
          <p:nvPr/>
        </p:nvGrpSpPr>
        <p:grpSpPr bwMode="auto">
          <a:xfrm flipH="1">
            <a:off x="5940425" y="3222625"/>
            <a:ext cx="414338" cy="373063"/>
            <a:chOff x="2839" y="3501"/>
            <a:chExt cx="755" cy="803"/>
          </a:xfrm>
        </p:grpSpPr>
        <p:pic>
          <p:nvPicPr>
            <p:cNvPr id="31935" name="Picture 1077" descr="desktop_computer_stylized_medium">
              <a:extLst>
                <a:ext uri="{FF2B5EF4-FFF2-40B4-BE49-F238E27FC236}">
                  <a16:creationId xmlns:a16="http://schemas.microsoft.com/office/drawing/2014/main" id="{DA6FEDD9-FD60-A13E-E637-2A21C51F34E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936" name="Freeform 1078">
              <a:extLst>
                <a:ext uri="{FF2B5EF4-FFF2-40B4-BE49-F238E27FC236}">
                  <a16:creationId xmlns:a16="http://schemas.microsoft.com/office/drawing/2014/main" id="{B8E34172-A0F8-6810-1DC4-C5543993A0E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1860" name="Picture 1081" descr="laptop_keyboard">
            <a:extLst>
              <a:ext uri="{FF2B5EF4-FFF2-40B4-BE49-F238E27FC236}">
                <a16:creationId xmlns:a16="http://schemas.microsoft.com/office/drawing/2014/main" id="{DD832103-BBFB-4EF5-366D-5E22B2A9FCF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rot="109064" flipH="1">
            <a:off x="7329488" y="56721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61" name="Freeform 1082">
            <a:extLst>
              <a:ext uri="{FF2B5EF4-FFF2-40B4-BE49-F238E27FC236}">
                <a16:creationId xmlns:a16="http://schemas.microsoft.com/office/drawing/2014/main" id="{EF5F5920-AA66-1072-8EFA-F590458FEE5A}"/>
              </a:ext>
            </a:extLst>
          </p:cNvPr>
          <p:cNvSpPr>
            <a:spLocks/>
          </p:cNvSpPr>
          <p:nvPr/>
        </p:nvSpPr>
        <p:spPr bwMode="auto">
          <a:xfrm>
            <a:off x="7458075" y="5516563"/>
            <a:ext cx="312738" cy="207962"/>
          </a:xfrm>
          <a:custGeom>
            <a:avLst/>
            <a:gdLst>
              <a:gd name="T0" fmla="*/ 2147483646 w 2982"/>
              <a:gd name="T1" fmla="*/ 0 h 2442"/>
              <a:gd name="T2" fmla="*/ 0 w 2982"/>
              <a:gd name="T3" fmla="*/ 2147483646 h 2442"/>
              <a:gd name="T4" fmla="*/ 2147483646 w 2982"/>
              <a:gd name="T5" fmla="*/ 2147483646 h 2442"/>
              <a:gd name="T6" fmla="*/ 2147483646 w 2982"/>
              <a:gd name="T7" fmla="*/ 2147483646 h 2442"/>
              <a:gd name="T8" fmla="*/ 214748364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1862" name="Picture 1083" descr="screen">
            <a:extLst>
              <a:ext uri="{FF2B5EF4-FFF2-40B4-BE49-F238E27FC236}">
                <a16:creationId xmlns:a16="http://schemas.microsoft.com/office/drawing/2014/main" id="{A03E1E0A-6F30-988F-9030-0C29DD6D933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73950" y="55213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63" name="Freeform 1084">
            <a:extLst>
              <a:ext uri="{FF2B5EF4-FFF2-40B4-BE49-F238E27FC236}">
                <a16:creationId xmlns:a16="http://schemas.microsoft.com/office/drawing/2014/main" id="{F4C82989-9F40-F844-EF10-DABFEFE2C1A3}"/>
              </a:ext>
            </a:extLst>
          </p:cNvPr>
          <p:cNvSpPr>
            <a:spLocks/>
          </p:cNvSpPr>
          <p:nvPr/>
        </p:nvSpPr>
        <p:spPr bwMode="auto">
          <a:xfrm>
            <a:off x="7515225" y="5510213"/>
            <a:ext cx="265113" cy="39687"/>
          </a:xfrm>
          <a:custGeom>
            <a:avLst/>
            <a:gdLst>
              <a:gd name="T0" fmla="*/ 2147483646 w 2528"/>
              <a:gd name="T1" fmla="*/ 0 h 455"/>
              <a:gd name="T2" fmla="*/ 2147483646 w 2528"/>
              <a:gd name="T3" fmla="*/ 2147483646 h 455"/>
              <a:gd name="T4" fmla="*/ 2147483646 w 2528"/>
              <a:gd name="T5" fmla="*/ 2147483646 h 455"/>
              <a:gd name="T6" fmla="*/ 0 w 2528"/>
              <a:gd name="T7" fmla="*/ 2147483646 h 455"/>
              <a:gd name="T8" fmla="*/ 2147483646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64" name="Freeform 1085">
            <a:extLst>
              <a:ext uri="{FF2B5EF4-FFF2-40B4-BE49-F238E27FC236}">
                <a16:creationId xmlns:a16="http://schemas.microsoft.com/office/drawing/2014/main" id="{70634979-3850-AD1D-B498-ADB5A0E92BE8}"/>
              </a:ext>
            </a:extLst>
          </p:cNvPr>
          <p:cNvSpPr>
            <a:spLocks/>
          </p:cNvSpPr>
          <p:nvPr/>
        </p:nvSpPr>
        <p:spPr bwMode="auto">
          <a:xfrm>
            <a:off x="7456488" y="5510213"/>
            <a:ext cx="73025" cy="161925"/>
          </a:xfrm>
          <a:custGeom>
            <a:avLst/>
            <a:gdLst>
              <a:gd name="T0" fmla="*/ 2147483646 w 702"/>
              <a:gd name="T1" fmla="*/ 0 h 1893"/>
              <a:gd name="T2" fmla="*/ 0 w 702"/>
              <a:gd name="T3" fmla="*/ 2147483646 h 1893"/>
              <a:gd name="T4" fmla="*/ 2147483646 w 702"/>
              <a:gd name="T5" fmla="*/ 2147483646 h 1893"/>
              <a:gd name="T6" fmla="*/ 2147483646 w 702"/>
              <a:gd name="T7" fmla="*/ 2147483646 h 1893"/>
              <a:gd name="T8" fmla="*/ 214748364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65" name="Freeform 1086">
            <a:extLst>
              <a:ext uri="{FF2B5EF4-FFF2-40B4-BE49-F238E27FC236}">
                <a16:creationId xmlns:a16="http://schemas.microsoft.com/office/drawing/2014/main" id="{909676FA-26AB-7168-A330-EE259F19C003}"/>
              </a:ext>
            </a:extLst>
          </p:cNvPr>
          <p:cNvSpPr>
            <a:spLocks/>
          </p:cNvSpPr>
          <p:nvPr/>
        </p:nvSpPr>
        <p:spPr bwMode="auto">
          <a:xfrm>
            <a:off x="7699375" y="5538788"/>
            <a:ext cx="79375" cy="185737"/>
          </a:xfrm>
          <a:custGeom>
            <a:avLst/>
            <a:gdLst>
              <a:gd name="T0" fmla="*/ 2147483646 w 756"/>
              <a:gd name="T1" fmla="*/ 0 h 2184"/>
              <a:gd name="T2" fmla="*/ 2147483646 w 756"/>
              <a:gd name="T3" fmla="*/ 2147483646 h 2184"/>
              <a:gd name="T4" fmla="*/ 0 w 756"/>
              <a:gd name="T5" fmla="*/ 2147483646 h 2184"/>
              <a:gd name="T6" fmla="*/ 2147483646 w 756"/>
              <a:gd name="T7" fmla="*/ 2147483646 h 2184"/>
              <a:gd name="T8" fmla="*/ 2147483646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66" name="Freeform 1087">
            <a:extLst>
              <a:ext uri="{FF2B5EF4-FFF2-40B4-BE49-F238E27FC236}">
                <a16:creationId xmlns:a16="http://schemas.microsoft.com/office/drawing/2014/main" id="{C10E5D97-A4D5-9CB6-B5A5-273291824017}"/>
              </a:ext>
            </a:extLst>
          </p:cNvPr>
          <p:cNvSpPr>
            <a:spLocks/>
          </p:cNvSpPr>
          <p:nvPr/>
        </p:nvSpPr>
        <p:spPr bwMode="auto">
          <a:xfrm>
            <a:off x="7454900" y="5662613"/>
            <a:ext cx="290513" cy="63500"/>
          </a:xfrm>
          <a:custGeom>
            <a:avLst/>
            <a:gdLst>
              <a:gd name="T0" fmla="*/ 2147483646 w 2773"/>
              <a:gd name="T1" fmla="*/ 0 h 738"/>
              <a:gd name="T2" fmla="*/ 0 w 2773"/>
              <a:gd name="T3" fmla="*/ 2147483646 h 738"/>
              <a:gd name="T4" fmla="*/ 2147483646 w 2773"/>
              <a:gd name="T5" fmla="*/ 2147483646 h 738"/>
              <a:gd name="T6" fmla="*/ 2147483646 w 2773"/>
              <a:gd name="T7" fmla="*/ 2147483646 h 738"/>
              <a:gd name="T8" fmla="*/ 2147483646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67" name="Freeform 1088">
            <a:extLst>
              <a:ext uri="{FF2B5EF4-FFF2-40B4-BE49-F238E27FC236}">
                <a16:creationId xmlns:a16="http://schemas.microsoft.com/office/drawing/2014/main" id="{DD50241A-F6AE-0E8B-D5D4-FBDEC32AEB29}"/>
              </a:ext>
            </a:extLst>
          </p:cNvPr>
          <p:cNvSpPr>
            <a:spLocks/>
          </p:cNvSpPr>
          <p:nvPr/>
        </p:nvSpPr>
        <p:spPr bwMode="auto">
          <a:xfrm>
            <a:off x="7707313" y="5540375"/>
            <a:ext cx="74612" cy="187325"/>
          </a:xfrm>
          <a:custGeom>
            <a:avLst/>
            <a:gdLst>
              <a:gd name="T0" fmla="*/ 2147483646 w 637"/>
              <a:gd name="T1" fmla="*/ 0 h 1659"/>
              <a:gd name="T2" fmla="*/ 2147483646 w 637"/>
              <a:gd name="T3" fmla="*/ 0 h 1659"/>
              <a:gd name="T4" fmla="*/ 2147483646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68" name="Freeform 1089">
            <a:extLst>
              <a:ext uri="{FF2B5EF4-FFF2-40B4-BE49-F238E27FC236}">
                <a16:creationId xmlns:a16="http://schemas.microsoft.com/office/drawing/2014/main" id="{93430BB8-C950-FB9D-0F39-BDC49415EC5F}"/>
              </a:ext>
            </a:extLst>
          </p:cNvPr>
          <p:cNvSpPr>
            <a:spLocks/>
          </p:cNvSpPr>
          <p:nvPr/>
        </p:nvSpPr>
        <p:spPr bwMode="auto">
          <a:xfrm>
            <a:off x="7454900" y="5672138"/>
            <a:ext cx="258763" cy="61912"/>
          </a:xfrm>
          <a:custGeom>
            <a:avLst/>
            <a:gdLst>
              <a:gd name="T0" fmla="*/ 0 w 2216"/>
              <a:gd name="T1" fmla="*/ 0 h 550"/>
              <a:gd name="T2" fmla="*/ 2147483646 w 2216"/>
              <a:gd name="T3" fmla="*/ 2147483646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869" name="Group 1090">
            <a:extLst>
              <a:ext uri="{FF2B5EF4-FFF2-40B4-BE49-F238E27FC236}">
                <a16:creationId xmlns:a16="http://schemas.microsoft.com/office/drawing/2014/main" id="{1D10AF3B-22E9-6B4D-B3EE-70255EC95B26}"/>
              </a:ext>
            </a:extLst>
          </p:cNvPr>
          <p:cNvGrpSpPr>
            <a:grpSpLocks/>
          </p:cNvGrpSpPr>
          <p:nvPr/>
        </p:nvGrpSpPr>
        <p:grpSpPr bwMode="auto">
          <a:xfrm>
            <a:off x="7451725" y="5737225"/>
            <a:ext cx="87313" cy="38100"/>
            <a:chOff x="1740" y="2642"/>
            <a:chExt cx="752" cy="327"/>
          </a:xfrm>
        </p:grpSpPr>
        <p:sp>
          <p:nvSpPr>
            <p:cNvPr id="31929" name="Freeform 1091">
              <a:extLst>
                <a:ext uri="{FF2B5EF4-FFF2-40B4-BE49-F238E27FC236}">
                  <a16:creationId xmlns:a16="http://schemas.microsoft.com/office/drawing/2014/main" id="{C15D249B-D15F-F23C-1681-6A828FE0B6CB}"/>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30" name="Freeform 1092">
              <a:extLst>
                <a:ext uri="{FF2B5EF4-FFF2-40B4-BE49-F238E27FC236}">
                  <a16:creationId xmlns:a16="http://schemas.microsoft.com/office/drawing/2014/main" id="{A4C59F79-BA1B-69EA-C2D4-FBA1A003F502}"/>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31" name="Freeform 1093">
              <a:extLst>
                <a:ext uri="{FF2B5EF4-FFF2-40B4-BE49-F238E27FC236}">
                  <a16:creationId xmlns:a16="http://schemas.microsoft.com/office/drawing/2014/main" id="{8F3D74CD-6F9D-330F-7F0D-D33239AB25BB}"/>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32" name="Freeform 1094">
              <a:extLst>
                <a:ext uri="{FF2B5EF4-FFF2-40B4-BE49-F238E27FC236}">
                  <a16:creationId xmlns:a16="http://schemas.microsoft.com/office/drawing/2014/main" id="{1F26549A-4E7E-CEB3-2C77-BA775A096581}"/>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33" name="Freeform 1095">
              <a:extLst>
                <a:ext uri="{FF2B5EF4-FFF2-40B4-BE49-F238E27FC236}">
                  <a16:creationId xmlns:a16="http://schemas.microsoft.com/office/drawing/2014/main" id="{3148ABEF-7062-BDB3-9611-F5DA6AFAA2ED}"/>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34" name="Freeform 1096">
              <a:extLst>
                <a:ext uri="{FF2B5EF4-FFF2-40B4-BE49-F238E27FC236}">
                  <a16:creationId xmlns:a16="http://schemas.microsoft.com/office/drawing/2014/main" id="{A48A4E13-6FAC-3726-3CB9-EE1DE9938019}"/>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870" name="Freeform 1097">
            <a:extLst>
              <a:ext uri="{FF2B5EF4-FFF2-40B4-BE49-F238E27FC236}">
                <a16:creationId xmlns:a16="http://schemas.microsoft.com/office/drawing/2014/main" id="{5E3C0764-4C99-EB45-E3A1-5264B315D3E3}"/>
              </a:ext>
            </a:extLst>
          </p:cNvPr>
          <p:cNvSpPr>
            <a:spLocks/>
          </p:cNvSpPr>
          <p:nvPr/>
        </p:nvSpPr>
        <p:spPr bwMode="auto">
          <a:xfrm>
            <a:off x="7600950" y="5743575"/>
            <a:ext cx="106363" cy="80963"/>
          </a:xfrm>
          <a:custGeom>
            <a:avLst/>
            <a:gdLst>
              <a:gd name="T0" fmla="*/ 2147483646 w 990"/>
              <a:gd name="T1" fmla="*/ 2147483646 h 792"/>
              <a:gd name="T2" fmla="*/ 2147483646 w 990"/>
              <a:gd name="T3" fmla="*/ 0 h 792"/>
              <a:gd name="T4" fmla="*/ 2147483646 w 990"/>
              <a:gd name="T5" fmla="*/ 2147483646 h 792"/>
              <a:gd name="T6" fmla="*/ 0 w 990"/>
              <a:gd name="T7" fmla="*/ 2147483646 h 792"/>
              <a:gd name="T8" fmla="*/ 2147483646 w 990"/>
              <a:gd name="T9" fmla="*/ 214748364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71" name="Freeform 1098">
            <a:extLst>
              <a:ext uri="{FF2B5EF4-FFF2-40B4-BE49-F238E27FC236}">
                <a16:creationId xmlns:a16="http://schemas.microsoft.com/office/drawing/2014/main" id="{94574F41-1ACA-3177-FB16-A996A4EA6A32}"/>
              </a:ext>
            </a:extLst>
          </p:cNvPr>
          <p:cNvSpPr>
            <a:spLocks/>
          </p:cNvSpPr>
          <p:nvPr/>
        </p:nvSpPr>
        <p:spPr bwMode="auto">
          <a:xfrm>
            <a:off x="7329488" y="5749925"/>
            <a:ext cx="271462" cy="73025"/>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72" name="Freeform 1099">
            <a:extLst>
              <a:ext uri="{FF2B5EF4-FFF2-40B4-BE49-F238E27FC236}">
                <a16:creationId xmlns:a16="http://schemas.microsoft.com/office/drawing/2014/main" id="{73C432CF-16F0-5AC2-B176-3997145E7136}"/>
              </a:ext>
            </a:extLst>
          </p:cNvPr>
          <p:cNvSpPr>
            <a:spLocks/>
          </p:cNvSpPr>
          <p:nvPr/>
        </p:nvSpPr>
        <p:spPr bwMode="auto">
          <a:xfrm>
            <a:off x="7331075" y="5735638"/>
            <a:ext cx="1588" cy="15875"/>
          </a:xfrm>
          <a:custGeom>
            <a:avLst/>
            <a:gdLst>
              <a:gd name="T0" fmla="*/ 2147483646 w 26"/>
              <a:gd name="T1" fmla="*/ 2147483646 h 147"/>
              <a:gd name="T2" fmla="*/ 2147483646 w 26"/>
              <a:gd name="T3" fmla="*/ 2147483646 h 147"/>
              <a:gd name="T4" fmla="*/ 0 w 26"/>
              <a:gd name="T5" fmla="*/ 2147483646 h 147"/>
              <a:gd name="T6" fmla="*/ 2147483646 w 26"/>
              <a:gd name="T7" fmla="*/ 0 h 147"/>
              <a:gd name="T8" fmla="*/ 2147483646 w 26"/>
              <a:gd name="T9" fmla="*/ 2147483646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73" name="Freeform 1100">
            <a:extLst>
              <a:ext uri="{FF2B5EF4-FFF2-40B4-BE49-F238E27FC236}">
                <a16:creationId xmlns:a16="http://schemas.microsoft.com/office/drawing/2014/main" id="{46F793D2-3894-6704-E17C-6DAF44980292}"/>
              </a:ext>
            </a:extLst>
          </p:cNvPr>
          <p:cNvSpPr>
            <a:spLocks/>
          </p:cNvSpPr>
          <p:nvPr/>
        </p:nvSpPr>
        <p:spPr bwMode="auto">
          <a:xfrm>
            <a:off x="7331075" y="5675313"/>
            <a:ext cx="125413" cy="61912"/>
          </a:xfrm>
          <a:custGeom>
            <a:avLst/>
            <a:gdLst>
              <a:gd name="T0" fmla="*/ 2147483646 w 1176"/>
              <a:gd name="T1" fmla="*/ 0 h 606"/>
              <a:gd name="T2" fmla="*/ 0 w 1176"/>
              <a:gd name="T3" fmla="*/ 2147483646 h 606"/>
              <a:gd name="T4" fmla="*/ 2147483646 w 1176"/>
              <a:gd name="T5" fmla="*/ 2147483646 h 606"/>
              <a:gd name="T6" fmla="*/ 2147483646 w 1176"/>
              <a:gd name="T7" fmla="*/ 2147483646 h 606"/>
              <a:gd name="T8" fmla="*/ 214748364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74" name="Freeform 1101">
            <a:extLst>
              <a:ext uri="{FF2B5EF4-FFF2-40B4-BE49-F238E27FC236}">
                <a16:creationId xmlns:a16="http://schemas.microsoft.com/office/drawing/2014/main" id="{E630A29C-261D-FEA4-B97D-8BC9FD8ED799}"/>
              </a:ext>
            </a:extLst>
          </p:cNvPr>
          <p:cNvSpPr>
            <a:spLocks/>
          </p:cNvSpPr>
          <p:nvPr/>
        </p:nvSpPr>
        <p:spPr bwMode="auto">
          <a:xfrm>
            <a:off x="7339013" y="5738813"/>
            <a:ext cx="257175" cy="71437"/>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75" name="Freeform 1102">
            <a:extLst>
              <a:ext uri="{FF2B5EF4-FFF2-40B4-BE49-F238E27FC236}">
                <a16:creationId xmlns:a16="http://schemas.microsoft.com/office/drawing/2014/main" id="{0BC99146-0234-3B27-7EA8-69422581681D}"/>
              </a:ext>
            </a:extLst>
          </p:cNvPr>
          <p:cNvSpPr>
            <a:spLocks/>
          </p:cNvSpPr>
          <p:nvPr/>
        </p:nvSpPr>
        <p:spPr bwMode="auto">
          <a:xfrm flipV="1">
            <a:off x="7596188" y="5734050"/>
            <a:ext cx="104775" cy="74613"/>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1876" name="Group 1103">
            <a:extLst>
              <a:ext uri="{FF2B5EF4-FFF2-40B4-BE49-F238E27FC236}">
                <a16:creationId xmlns:a16="http://schemas.microsoft.com/office/drawing/2014/main" id="{C381BB88-658E-EA11-9A2C-F7D5B6C6B897}"/>
              </a:ext>
            </a:extLst>
          </p:cNvPr>
          <p:cNvGrpSpPr>
            <a:grpSpLocks/>
          </p:cNvGrpSpPr>
          <p:nvPr/>
        </p:nvGrpSpPr>
        <p:grpSpPr bwMode="auto">
          <a:xfrm>
            <a:off x="6351588" y="2493963"/>
            <a:ext cx="390525" cy="169862"/>
            <a:chOff x="4650" y="1129"/>
            <a:chExt cx="246" cy="95"/>
          </a:xfrm>
        </p:grpSpPr>
        <p:sp>
          <p:nvSpPr>
            <p:cNvPr id="31921" name="Oval 407">
              <a:extLst>
                <a:ext uri="{FF2B5EF4-FFF2-40B4-BE49-F238E27FC236}">
                  <a16:creationId xmlns:a16="http://schemas.microsoft.com/office/drawing/2014/main" id="{BE7D8815-A9ED-2B40-57D7-272F6F404AE2}"/>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922" name="Rectangle 410">
              <a:extLst>
                <a:ext uri="{FF2B5EF4-FFF2-40B4-BE49-F238E27FC236}">
                  <a16:creationId xmlns:a16="http://schemas.microsoft.com/office/drawing/2014/main" id="{3E32FC84-4A16-374B-5FF9-E24681A21FC9}"/>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923" name="Oval 411">
              <a:extLst>
                <a:ext uri="{FF2B5EF4-FFF2-40B4-BE49-F238E27FC236}">
                  <a16:creationId xmlns:a16="http://schemas.microsoft.com/office/drawing/2014/main" id="{D265340F-6074-9C90-1AB1-4B3175D38893}"/>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1924" name="Group 1107">
              <a:extLst>
                <a:ext uri="{FF2B5EF4-FFF2-40B4-BE49-F238E27FC236}">
                  <a16:creationId xmlns:a16="http://schemas.microsoft.com/office/drawing/2014/main" id="{3D8E5A0C-F5AD-B18C-B6FF-289E80D71DD9}"/>
                </a:ext>
              </a:extLst>
            </p:cNvPr>
            <p:cNvGrpSpPr>
              <a:grpSpLocks/>
            </p:cNvGrpSpPr>
            <p:nvPr/>
          </p:nvGrpSpPr>
          <p:grpSpPr bwMode="auto">
            <a:xfrm>
              <a:off x="4699" y="1145"/>
              <a:ext cx="138" cy="29"/>
              <a:chOff x="2468" y="1332"/>
              <a:chExt cx="310" cy="60"/>
            </a:xfrm>
          </p:grpSpPr>
          <p:sp>
            <p:nvSpPr>
              <p:cNvPr id="31927" name="Freeform 1108">
                <a:extLst>
                  <a:ext uri="{FF2B5EF4-FFF2-40B4-BE49-F238E27FC236}">
                    <a16:creationId xmlns:a16="http://schemas.microsoft.com/office/drawing/2014/main" id="{30735850-3C09-5ACC-3FCD-47F0854FA6C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28" name="Freeform 1109">
                <a:extLst>
                  <a:ext uri="{FF2B5EF4-FFF2-40B4-BE49-F238E27FC236}">
                    <a16:creationId xmlns:a16="http://schemas.microsoft.com/office/drawing/2014/main" id="{4ADCEBBE-9F47-146F-19DE-A1ABD9BB1FB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925" name="Line 1110">
              <a:extLst>
                <a:ext uri="{FF2B5EF4-FFF2-40B4-BE49-F238E27FC236}">
                  <a16:creationId xmlns:a16="http://schemas.microsoft.com/office/drawing/2014/main" id="{1C0D081D-1856-5770-B69D-56E441EBEC16}"/>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26" name="Line 1111">
              <a:extLst>
                <a:ext uri="{FF2B5EF4-FFF2-40B4-BE49-F238E27FC236}">
                  <a16:creationId xmlns:a16="http://schemas.microsoft.com/office/drawing/2014/main" id="{88628236-F03C-16BD-B727-B59343916DA3}"/>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77" name="Group 1112">
            <a:extLst>
              <a:ext uri="{FF2B5EF4-FFF2-40B4-BE49-F238E27FC236}">
                <a16:creationId xmlns:a16="http://schemas.microsoft.com/office/drawing/2014/main" id="{6CBBFE81-AE95-3CE2-AEAC-5F93256B51C3}"/>
              </a:ext>
            </a:extLst>
          </p:cNvPr>
          <p:cNvGrpSpPr>
            <a:grpSpLocks/>
          </p:cNvGrpSpPr>
          <p:nvPr/>
        </p:nvGrpSpPr>
        <p:grpSpPr bwMode="auto">
          <a:xfrm>
            <a:off x="6051550" y="3641725"/>
            <a:ext cx="390525" cy="169863"/>
            <a:chOff x="4650" y="1129"/>
            <a:chExt cx="246" cy="95"/>
          </a:xfrm>
        </p:grpSpPr>
        <p:sp>
          <p:nvSpPr>
            <p:cNvPr id="31913" name="Oval 407">
              <a:extLst>
                <a:ext uri="{FF2B5EF4-FFF2-40B4-BE49-F238E27FC236}">
                  <a16:creationId xmlns:a16="http://schemas.microsoft.com/office/drawing/2014/main" id="{B6CF7510-C819-EAB6-EEB4-98A54B2F98C7}"/>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914" name="Rectangle 410">
              <a:extLst>
                <a:ext uri="{FF2B5EF4-FFF2-40B4-BE49-F238E27FC236}">
                  <a16:creationId xmlns:a16="http://schemas.microsoft.com/office/drawing/2014/main" id="{9664C562-F0AF-FB21-A123-972707EED2CD}"/>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915" name="Oval 411">
              <a:extLst>
                <a:ext uri="{FF2B5EF4-FFF2-40B4-BE49-F238E27FC236}">
                  <a16:creationId xmlns:a16="http://schemas.microsoft.com/office/drawing/2014/main" id="{28B81496-188A-3337-A954-4D14B5393A6C}"/>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1916" name="Group 1116">
              <a:extLst>
                <a:ext uri="{FF2B5EF4-FFF2-40B4-BE49-F238E27FC236}">
                  <a16:creationId xmlns:a16="http://schemas.microsoft.com/office/drawing/2014/main" id="{99B6B0AF-39C5-DB1A-6F1D-177C2DCB12CF}"/>
                </a:ext>
              </a:extLst>
            </p:cNvPr>
            <p:cNvGrpSpPr>
              <a:grpSpLocks/>
            </p:cNvGrpSpPr>
            <p:nvPr/>
          </p:nvGrpSpPr>
          <p:grpSpPr bwMode="auto">
            <a:xfrm>
              <a:off x="4699" y="1145"/>
              <a:ext cx="138" cy="29"/>
              <a:chOff x="2468" y="1332"/>
              <a:chExt cx="310" cy="60"/>
            </a:xfrm>
          </p:grpSpPr>
          <p:sp>
            <p:nvSpPr>
              <p:cNvPr id="31919" name="Freeform 1117">
                <a:extLst>
                  <a:ext uri="{FF2B5EF4-FFF2-40B4-BE49-F238E27FC236}">
                    <a16:creationId xmlns:a16="http://schemas.microsoft.com/office/drawing/2014/main" id="{3DD341C0-7836-043C-3375-20F98439BF7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20" name="Freeform 1118">
                <a:extLst>
                  <a:ext uri="{FF2B5EF4-FFF2-40B4-BE49-F238E27FC236}">
                    <a16:creationId xmlns:a16="http://schemas.microsoft.com/office/drawing/2014/main" id="{B75FFD20-96F9-5889-3F00-43C51139716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917" name="Line 1119">
              <a:extLst>
                <a:ext uri="{FF2B5EF4-FFF2-40B4-BE49-F238E27FC236}">
                  <a16:creationId xmlns:a16="http://schemas.microsoft.com/office/drawing/2014/main" id="{679C3D0B-277C-AB1D-06D7-BBA2A35F917F}"/>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18" name="Line 1120">
              <a:extLst>
                <a:ext uri="{FF2B5EF4-FFF2-40B4-BE49-F238E27FC236}">
                  <a16:creationId xmlns:a16="http://schemas.microsoft.com/office/drawing/2014/main" id="{E8735371-5F24-45DE-F2B3-43E1A4BA7BBC}"/>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78" name="Group 878">
            <a:extLst>
              <a:ext uri="{FF2B5EF4-FFF2-40B4-BE49-F238E27FC236}">
                <a16:creationId xmlns:a16="http://schemas.microsoft.com/office/drawing/2014/main" id="{43F6E6C3-8574-124C-0F05-CE514FEF4DDB}"/>
              </a:ext>
            </a:extLst>
          </p:cNvPr>
          <p:cNvGrpSpPr>
            <a:grpSpLocks/>
          </p:cNvGrpSpPr>
          <p:nvPr/>
        </p:nvGrpSpPr>
        <p:grpSpPr bwMode="auto">
          <a:xfrm>
            <a:off x="5529263" y="3016250"/>
            <a:ext cx="519112" cy="128588"/>
            <a:chOff x="2199" y="955"/>
            <a:chExt cx="2547" cy="506"/>
          </a:xfrm>
        </p:grpSpPr>
        <p:sp>
          <p:nvSpPr>
            <p:cNvPr id="31907" name="Freeform 879">
              <a:extLst>
                <a:ext uri="{FF2B5EF4-FFF2-40B4-BE49-F238E27FC236}">
                  <a16:creationId xmlns:a16="http://schemas.microsoft.com/office/drawing/2014/main" id="{B749FB02-C5B2-C3FC-CC12-54FE1D710EF7}"/>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08" name="Freeform 880">
              <a:extLst>
                <a:ext uri="{FF2B5EF4-FFF2-40B4-BE49-F238E27FC236}">
                  <a16:creationId xmlns:a16="http://schemas.microsoft.com/office/drawing/2014/main" id="{EDFEA7C5-0E74-415D-EC66-61CE830BDD1C}"/>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09" name="Freeform 881">
              <a:extLst>
                <a:ext uri="{FF2B5EF4-FFF2-40B4-BE49-F238E27FC236}">
                  <a16:creationId xmlns:a16="http://schemas.microsoft.com/office/drawing/2014/main" id="{30EE9F81-2139-6E5B-19D5-6D97E7B3955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10" name="Freeform 882">
              <a:extLst>
                <a:ext uri="{FF2B5EF4-FFF2-40B4-BE49-F238E27FC236}">
                  <a16:creationId xmlns:a16="http://schemas.microsoft.com/office/drawing/2014/main" id="{5CE6EF7E-6979-8304-6538-C23A2EAA9570}"/>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11" name="Freeform 883">
              <a:extLst>
                <a:ext uri="{FF2B5EF4-FFF2-40B4-BE49-F238E27FC236}">
                  <a16:creationId xmlns:a16="http://schemas.microsoft.com/office/drawing/2014/main" id="{F5CA059A-0FDD-0235-6CF4-D711EDFDE2D5}"/>
                </a:ext>
              </a:extLst>
            </p:cNvPr>
            <p:cNvSpPr>
              <a:spLocks/>
            </p:cNvSpPr>
            <p:nvPr/>
          </p:nvSpPr>
          <p:spPr bwMode="auto">
            <a:xfrm>
              <a:off x="3646" y="997"/>
              <a:ext cx="660" cy="336"/>
            </a:xfrm>
            <a:custGeom>
              <a:avLst/>
              <a:gdLst>
                <a:gd name="T0" fmla="*/ 443 w 646"/>
                <a:gd name="T1" fmla="*/ 1169 h 300"/>
                <a:gd name="T2" fmla="*/ 631 w 646"/>
                <a:gd name="T3" fmla="*/ 987 h 300"/>
                <a:gd name="T4" fmla="*/ 785 w 646"/>
                <a:gd name="T5" fmla="*/ 745 h 300"/>
                <a:gd name="T6" fmla="*/ 810 w 646"/>
                <a:gd name="T7" fmla="*/ 417 h 300"/>
                <a:gd name="T8" fmla="*/ 594 w 646"/>
                <a:gd name="T9" fmla="*/ 234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12" name="Freeform 884">
              <a:extLst>
                <a:ext uri="{FF2B5EF4-FFF2-40B4-BE49-F238E27FC236}">
                  <a16:creationId xmlns:a16="http://schemas.microsoft.com/office/drawing/2014/main" id="{935AB2B7-7D64-6ADE-23CE-3A9C67481770}"/>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79" name="Group 1121">
            <a:extLst>
              <a:ext uri="{FF2B5EF4-FFF2-40B4-BE49-F238E27FC236}">
                <a16:creationId xmlns:a16="http://schemas.microsoft.com/office/drawing/2014/main" id="{45A65780-6B57-A1D0-6633-016A544AC46A}"/>
              </a:ext>
            </a:extLst>
          </p:cNvPr>
          <p:cNvGrpSpPr>
            <a:grpSpLocks/>
          </p:cNvGrpSpPr>
          <p:nvPr/>
        </p:nvGrpSpPr>
        <p:grpSpPr bwMode="auto">
          <a:xfrm>
            <a:off x="6248400" y="4852988"/>
            <a:ext cx="617538" cy="247650"/>
            <a:chOff x="2356" y="1300"/>
            <a:chExt cx="555" cy="194"/>
          </a:xfrm>
        </p:grpSpPr>
        <p:sp>
          <p:nvSpPr>
            <p:cNvPr id="31899" name="Oval 407">
              <a:extLst>
                <a:ext uri="{FF2B5EF4-FFF2-40B4-BE49-F238E27FC236}">
                  <a16:creationId xmlns:a16="http://schemas.microsoft.com/office/drawing/2014/main" id="{22292F88-FDED-CAF2-461A-0ADEFD618A93}"/>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900" name="Rectangle 410">
              <a:extLst>
                <a:ext uri="{FF2B5EF4-FFF2-40B4-BE49-F238E27FC236}">
                  <a16:creationId xmlns:a16="http://schemas.microsoft.com/office/drawing/2014/main" id="{4E8AEDE8-F8B0-5628-4D25-6844D6DDF491}"/>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901" name="Oval 411">
              <a:extLst>
                <a:ext uri="{FF2B5EF4-FFF2-40B4-BE49-F238E27FC236}">
                  <a16:creationId xmlns:a16="http://schemas.microsoft.com/office/drawing/2014/main" id="{D03E27BB-2A44-2191-8D4E-6F32F1D52D86}"/>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1902" name="Group 1125">
              <a:extLst>
                <a:ext uri="{FF2B5EF4-FFF2-40B4-BE49-F238E27FC236}">
                  <a16:creationId xmlns:a16="http://schemas.microsoft.com/office/drawing/2014/main" id="{8CA01032-3D9A-FB1A-433E-72C2381BCD69}"/>
                </a:ext>
              </a:extLst>
            </p:cNvPr>
            <p:cNvGrpSpPr>
              <a:grpSpLocks/>
            </p:cNvGrpSpPr>
            <p:nvPr/>
          </p:nvGrpSpPr>
          <p:grpSpPr bwMode="auto">
            <a:xfrm>
              <a:off x="2468" y="1332"/>
              <a:ext cx="310" cy="60"/>
              <a:chOff x="2468" y="1332"/>
              <a:chExt cx="310" cy="60"/>
            </a:xfrm>
          </p:grpSpPr>
          <p:sp>
            <p:nvSpPr>
              <p:cNvPr id="31905" name="Freeform 1126">
                <a:extLst>
                  <a:ext uri="{FF2B5EF4-FFF2-40B4-BE49-F238E27FC236}">
                    <a16:creationId xmlns:a16="http://schemas.microsoft.com/office/drawing/2014/main" id="{E864587D-8689-850D-E045-F11888BB7ED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06" name="Freeform 1127">
                <a:extLst>
                  <a:ext uri="{FF2B5EF4-FFF2-40B4-BE49-F238E27FC236}">
                    <a16:creationId xmlns:a16="http://schemas.microsoft.com/office/drawing/2014/main" id="{21681878-3803-7B2D-6A6F-771B55EADD40}"/>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903" name="Line 1128">
              <a:extLst>
                <a:ext uri="{FF2B5EF4-FFF2-40B4-BE49-F238E27FC236}">
                  <a16:creationId xmlns:a16="http://schemas.microsoft.com/office/drawing/2014/main" id="{12748716-205D-10BD-B72A-2798EC96C328}"/>
                </a:ext>
              </a:extLst>
            </p:cNvPr>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904" name="Line 1129">
              <a:extLst>
                <a:ext uri="{FF2B5EF4-FFF2-40B4-BE49-F238E27FC236}">
                  <a16:creationId xmlns:a16="http://schemas.microsoft.com/office/drawing/2014/main" id="{F6BAFC73-AAA8-37B2-64E3-0AB9709885AF}"/>
                </a:ext>
              </a:extLst>
            </p:cNvPr>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80" name="Group 1130">
            <a:extLst>
              <a:ext uri="{FF2B5EF4-FFF2-40B4-BE49-F238E27FC236}">
                <a16:creationId xmlns:a16="http://schemas.microsoft.com/office/drawing/2014/main" id="{EA01CB6A-CC71-4EAD-57CB-DCDBB2DB561A}"/>
              </a:ext>
            </a:extLst>
          </p:cNvPr>
          <p:cNvGrpSpPr>
            <a:grpSpLocks/>
          </p:cNvGrpSpPr>
          <p:nvPr/>
        </p:nvGrpSpPr>
        <p:grpSpPr bwMode="auto">
          <a:xfrm>
            <a:off x="6969125" y="4510088"/>
            <a:ext cx="617538" cy="247650"/>
            <a:chOff x="2356" y="1300"/>
            <a:chExt cx="555" cy="194"/>
          </a:xfrm>
        </p:grpSpPr>
        <p:sp>
          <p:nvSpPr>
            <p:cNvPr id="31891" name="Oval 407">
              <a:extLst>
                <a:ext uri="{FF2B5EF4-FFF2-40B4-BE49-F238E27FC236}">
                  <a16:creationId xmlns:a16="http://schemas.microsoft.com/office/drawing/2014/main" id="{F5402486-1C19-FC36-E404-E350D9A40758}"/>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892" name="Rectangle 410">
              <a:extLst>
                <a:ext uri="{FF2B5EF4-FFF2-40B4-BE49-F238E27FC236}">
                  <a16:creationId xmlns:a16="http://schemas.microsoft.com/office/drawing/2014/main" id="{95EFCA31-07B7-2B58-4EC0-1B16B968A828}"/>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893" name="Oval 411">
              <a:extLst>
                <a:ext uri="{FF2B5EF4-FFF2-40B4-BE49-F238E27FC236}">
                  <a16:creationId xmlns:a16="http://schemas.microsoft.com/office/drawing/2014/main" id="{85AE476A-E9D0-EC5C-2B67-60675A200FB2}"/>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1894" name="Group 1134">
              <a:extLst>
                <a:ext uri="{FF2B5EF4-FFF2-40B4-BE49-F238E27FC236}">
                  <a16:creationId xmlns:a16="http://schemas.microsoft.com/office/drawing/2014/main" id="{7E191965-C695-20CD-1983-9943375ABC24}"/>
                </a:ext>
              </a:extLst>
            </p:cNvPr>
            <p:cNvGrpSpPr>
              <a:grpSpLocks/>
            </p:cNvGrpSpPr>
            <p:nvPr/>
          </p:nvGrpSpPr>
          <p:grpSpPr bwMode="auto">
            <a:xfrm>
              <a:off x="2468" y="1332"/>
              <a:ext cx="310" cy="60"/>
              <a:chOff x="2468" y="1332"/>
              <a:chExt cx="310" cy="60"/>
            </a:xfrm>
          </p:grpSpPr>
          <p:sp>
            <p:nvSpPr>
              <p:cNvPr id="31897" name="Freeform 1135">
                <a:extLst>
                  <a:ext uri="{FF2B5EF4-FFF2-40B4-BE49-F238E27FC236}">
                    <a16:creationId xmlns:a16="http://schemas.microsoft.com/office/drawing/2014/main" id="{7F9DAE2F-FDFC-E855-29ED-1C98FC2E1EE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98" name="Freeform 1136">
                <a:extLst>
                  <a:ext uri="{FF2B5EF4-FFF2-40B4-BE49-F238E27FC236}">
                    <a16:creationId xmlns:a16="http://schemas.microsoft.com/office/drawing/2014/main" id="{56306A9D-3FB1-6BAC-FA9C-81C9AE7FCA1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895" name="Line 1137">
              <a:extLst>
                <a:ext uri="{FF2B5EF4-FFF2-40B4-BE49-F238E27FC236}">
                  <a16:creationId xmlns:a16="http://schemas.microsoft.com/office/drawing/2014/main" id="{E1426B43-B40F-690D-188A-8BE82A76DE26}"/>
                </a:ext>
              </a:extLst>
            </p:cNvPr>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96" name="Line 1138">
              <a:extLst>
                <a:ext uri="{FF2B5EF4-FFF2-40B4-BE49-F238E27FC236}">
                  <a16:creationId xmlns:a16="http://schemas.microsoft.com/office/drawing/2014/main" id="{1B8A60C4-D0A5-7001-8C29-9D8FE07BD0B1}"/>
                </a:ext>
              </a:extLst>
            </p:cNvPr>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1881" name="Group 1139">
            <a:extLst>
              <a:ext uri="{FF2B5EF4-FFF2-40B4-BE49-F238E27FC236}">
                <a16:creationId xmlns:a16="http://schemas.microsoft.com/office/drawing/2014/main" id="{A0B845A9-F23B-FD2E-914E-88642DE674AD}"/>
              </a:ext>
            </a:extLst>
          </p:cNvPr>
          <p:cNvGrpSpPr>
            <a:grpSpLocks/>
          </p:cNvGrpSpPr>
          <p:nvPr/>
        </p:nvGrpSpPr>
        <p:grpSpPr bwMode="auto">
          <a:xfrm>
            <a:off x="7585075" y="4811713"/>
            <a:ext cx="617538" cy="247650"/>
            <a:chOff x="2356" y="1300"/>
            <a:chExt cx="555" cy="194"/>
          </a:xfrm>
        </p:grpSpPr>
        <p:sp>
          <p:nvSpPr>
            <p:cNvPr id="31883" name="Oval 407">
              <a:extLst>
                <a:ext uri="{FF2B5EF4-FFF2-40B4-BE49-F238E27FC236}">
                  <a16:creationId xmlns:a16="http://schemas.microsoft.com/office/drawing/2014/main" id="{5354D21B-0708-EE2D-B054-83A72224CBD8}"/>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884" name="Rectangle 410">
              <a:extLst>
                <a:ext uri="{FF2B5EF4-FFF2-40B4-BE49-F238E27FC236}">
                  <a16:creationId xmlns:a16="http://schemas.microsoft.com/office/drawing/2014/main" id="{BD79B764-BCCA-ECA2-D283-A27EB6641C74}"/>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1885" name="Oval 411">
              <a:extLst>
                <a:ext uri="{FF2B5EF4-FFF2-40B4-BE49-F238E27FC236}">
                  <a16:creationId xmlns:a16="http://schemas.microsoft.com/office/drawing/2014/main" id="{C0869CA3-6FDC-0154-68A8-DDCF273FFA77}"/>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1886" name="Group 1143">
              <a:extLst>
                <a:ext uri="{FF2B5EF4-FFF2-40B4-BE49-F238E27FC236}">
                  <a16:creationId xmlns:a16="http://schemas.microsoft.com/office/drawing/2014/main" id="{12F5A4A0-04F2-2B95-1553-1DF24C5931B9}"/>
                </a:ext>
              </a:extLst>
            </p:cNvPr>
            <p:cNvGrpSpPr>
              <a:grpSpLocks/>
            </p:cNvGrpSpPr>
            <p:nvPr/>
          </p:nvGrpSpPr>
          <p:grpSpPr bwMode="auto">
            <a:xfrm>
              <a:off x="2468" y="1332"/>
              <a:ext cx="310" cy="60"/>
              <a:chOff x="2468" y="1332"/>
              <a:chExt cx="310" cy="60"/>
            </a:xfrm>
          </p:grpSpPr>
          <p:sp>
            <p:nvSpPr>
              <p:cNvPr id="31889" name="Freeform 1144">
                <a:extLst>
                  <a:ext uri="{FF2B5EF4-FFF2-40B4-BE49-F238E27FC236}">
                    <a16:creationId xmlns:a16="http://schemas.microsoft.com/office/drawing/2014/main" id="{19E268A8-E677-25EE-C728-544FA7A4FEE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90" name="Freeform 1145">
                <a:extLst>
                  <a:ext uri="{FF2B5EF4-FFF2-40B4-BE49-F238E27FC236}">
                    <a16:creationId xmlns:a16="http://schemas.microsoft.com/office/drawing/2014/main" id="{28071873-98F8-AF5D-F45C-AC5029E7D81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887" name="Line 1146">
              <a:extLst>
                <a:ext uri="{FF2B5EF4-FFF2-40B4-BE49-F238E27FC236}">
                  <a16:creationId xmlns:a16="http://schemas.microsoft.com/office/drawing/2014/main" id="{F540E4E7-9487-5BD0-ADB4-0F03AB220952}"/>
                </a:ext>
              </a:extLst>
            </p:cNvPr>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1888" name="Line 1147">
              <a:extLst>
                <a:ext uri="{FF2B5EF4-FFF2-40B4-BE49-F238E27FC236}">
                  <a16:creationId xmlns:a16="http://schemas.microsoft.com/office/drawing/2014/main" id="{FE85EE21-83B8-A3FB-01BE-BD1BBC41C86A}"/>
                </a:ext>
              </a:extLst>
            </p:cNvPr>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1882" name="Slide Number Placeholder 3">
            <a:extLst>
              <a:ext uri="{FF2B5EF4-FFF2-40B4-BE49-F238E27FC236}">
                <a16:creationId xmlns:a16="http://schemas.microsoft.com/office/drawing/2014/main" id="{704378DA-F60C-5CA1-2A8F-D59F676580E5}"/>
              </a:ext>
            </a:extLst>
          </p:cNvPr>
          <p:cNvSpPr>
            <a:spLocks noGrp="1"/>
          </p:cNvSpPr>
          <p:nvPr>
            <p:ph type="sldNum" sz="quarter" idx="12"/>
          </p:nvPr>
        </p:nvSpPr>
        <p:spPr bwMode="auto">
          <a:xfrm>
            <a:off x="8324850" y="6462713"/>
            <a:ext cx="676275" cy="2762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6C30DDC3-B744-423A-8069-E256BF71CBA0}"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609600"/>
          </a:xfrm>
        </p:spPr>
        <p:txBody>
          <a:bodyPr/>
          <a:lstStyle/>
          <a:p>
            <a:r>
              <a:rPr lang="en-US" dirty="0"/>
              <a:t>Access Networks</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Networks</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7" name="Rectangle 6">
            <a:extLst>
              <a:ext uri="{FF2B5EF4-FFF2-40B4-BE49-F238E27FC236}">
                <a16:creationId xmlns:a16="http://schemas.microsoft.com/office/drawing/2014/main" id="{2B61EF73-86AE-F344-5922-69721074B880}"/>
              </a:ext>
            </a:extLst>
          </p:cNvPr>
          <p:cNvSpPr/>
          <p:nvPr/>
        </p:nvSpPr>
        <p:spPr>
          <a:xfrm>
            <a:off x="1143000" y="5638800"/>
            <a:ext cx="647700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mn-ea"/>
              <a:cs typeface="+mn-cs"/>
            </a:endParaRPr>
          </a:p>
        </p:txBody>
      </p:sp>
      <p:pic>
        <p:nvPicPr>
          <p:cNvPr id="9" name="Picture 8">
            <a:extLst>
              <a:ext uri="{FF2B5EF4-FFF2-40B4-BE49-F238E27FC236}">
                <a16:creationId xmlns:a16="http://schemas.microsoft.com/office/drawing/2014/main" id="{0524B123-F0A8-7919-5A8D-72D38E1D5EB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104" y="2555377"/>
            <a:ext cx="8948928" cy="1253103"/>
          </a:xfrm>
          <a:prstGeom prst="rect">
            <a:avLst/>
          </a:prstGeom>
        </p:spPr>
      </p:pic>
      <p:sp>
        <p:nvSpPr>
          <p:cNvPr id="10" name="TextBox 9">
            <a:extLst>
              <a:ext uri="{FF2B5EF4-FFF2-40B4-BE49-F238E27FC236}">
                <a16:creationId xmlns:a16="http://schemas.microsoft.com/office/drawing/2014/main" id="{81E56DF4-7938-8EC3-9360-B7DC3FA35574}"/>
              </a:ext>
            </a:extLst>
          </p:cNvPr>
          <p:cNvSpPr txBox="1"/>
          <p:nvPr/>
        </p:nvSpPr>
        <p:spPr>
          <a:xfrm>
            <a:off x="2286000" y="1752600"/>
            <a:ext cx="5062539" cy="369332"/>
          </a:xfrm>
          <a:prstGeom prst="rect">
            <a:avLst/>
          </a:prstGeom>
          <a:noFill/>
          <a:ln w="25400">
            <a:solidFill>
              <a:schemeClr val="bg1"/>
            </a:solidFill>
          </a:ln>
        </p:spPr>
        <p:txBody>
          <a:bodyPr wrap="square" rtlCol="0">
            <a:spAutoFit/>
          </a:bodyPr>
          <a:lstStyle/>
          <a:p>
            <a:pPr marL="914400" marR="0" lvl="2"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Vrinda" panose="020B0502040204020203" pitchFamily="34" charset="0"/>
              </a:rPr>
              <a:t>Nuts and Bolts of Internet</a:t>
            </a:r>
            <a:endParaRPr kumimoji="0" lang="en-US" sz="1800" b="0" i="0" u="none" strike="noStrike" kern="1200" cap="none" spc="0" normalizeH="0" baseline="0" noProof="0" dirty="0">
              <a:ln>
                <a:noFill/>
              </a:ln>
              <a:solidFill>
                <a:srgbClr val="0070C0"/>
              </a:solidFill>
              <a:effectLst/>
              <a:uLnTx/>
              <a:uFillTx/>
              <a:latin typeface="Arial" pitchFamily="34" charset="0"/>
              <a:ea typeface="+mn-ea"/>
              <a:cs typeface="+mn-cs"/>
            </a:endParaRPr>
          </a:p>
        </p:txBody>
      </p:sp>
    </p:spTree>
    <p:extLst>
      <p:ext uri="{BB962C8B-B14F-4D97-AF65-F5344CB8AC3E}">
        <p14:creationId xmlns:p14="http://schemas.microsoft.com/office/powerpoint/2010/main" val="3501599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Networks</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6" name="TextBox 5"/>
          <p:cNvSpPr txBox="1"/>
          <p:nvPr/>
        </p:nvSpPr>
        <p:spPr>
          <a:xfrm>
            <a:off x="2380807" y="1066800"/>
            <a:ext cx="4001386" cy="369332"/>
          </a:xfrm>
          <a:prstGeom prst="rect">
            <a:avLst/>
          </a:prstGeom>
          <a:noFill/>
          <a:ln w="25400">
            <a:solidFill>
              <a:schemeClr val="bg1"/>
            </a:solidFill>
          </a:ln>
        </p:spPr>
        <p:txBody>
          <a:bodyPr wrap="square" rtlCol="0">
            <a:spAutoFit/>
          </a:bodyPr>
          <a:lstStyle/>
          <a:p>
            <a:pPr marL="914400" marR="0" lvl="2"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pitchFamily="34" charset="0"/>
                <a:ea typeface="+mn-ea"/>
                <a:cs typeface="+mn-cs"/>
              </a:rPr>
              <a:t>End System Interaction</a:t>
            </a:r>
          </a:p>
        </p:txBody>
      </p:sp>
      <p:sp>
        <p:nvSpPr>
          <p:cNvPr id="7" name="Rectangle 6">
            <a:extLst>
              <a:ext uri="{FF2B5EF4-FFF2-40B4-BE49-F238E27FC236}">
                <a16:creationId xmlns:a16="http://schemas.microsoft.com/office/drawing/2014/main" id="{2B61EF73-86AE-F344-5922-69721074B880}"/>
              </a:ext>
            </a:extLst>
          </p:cNvPr>
          <p:cNvSpPr/>
          <p:nvPr/>
        </p:nvSpPr>
        <p:spPr>
          <a:xfrm>
            <a:off x="1143000" y="5638800"/>
            <a:ext cx="647700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mn-ea"/>
              <a:cs typeface="+mn-cs"/>
            </a:endParaRPr>
          </a:p>
        </p:txBody>
      </p:sp>
      <p:pic>
        <p:nvPicPr>
          <p:cNvPr id="3" name="Picture 2">
            <a:extLst>
              <a:ext uri="{FF2B5EF4-FFF2-40B4-BE49-F238E27FC236}">
                <a16:creationId xmlns:a16="http://schemas.microsoft.com/office/drawing/2014/main" id="{7CCB208C-B332-9D41-A5EA-7965AA267E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1600200"/>
            <a:ext cx="5791200" cy="4632643"/>
          </a:xfrm>
          <a:prstGeom prst="rect">
            <a:avLst/>
          </a:prstGeom>
        </p:spPr>
      </p:pic>
    </p:spTree>
    <p:extLst>
      <p:ext uri="{BB962C8B-B14F-4D97-AF65-F5344CB8AC3E}">
        <p14:creationId xmlns:p14="http://schemas.microsoft.com/office/powerpoint/2010/main" val="2494100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Networks</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 name="TextBox 2">
            <a:extLst>
              <a:ext uri="{FF2B5EF4-FFF2-40B4-BE49-F238E27FC236}">
                <a16:creationId xmlns:a16="http://schemas.microsoft.com/office/drawing/2014/main" id="{B10A8ABC-C167-E7CD-1D92-099E1DCDB825}"/>
              </a:ext>
            </a:extLst>
          </p:cNvPr>
          <p:cNvSpPr txBox="1"/>
          <p:nvPr/>
        </p:nvSpPr>
        <p:spPr>
          <a:xfrm>
            <a:off x="123825" y="1049247"/>
            <a:ext cx="8839200" cy="120032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Arial" pitchFamily="34" charset="0"/>
                <a:ea typeface="+mn-ea"/>
                <a:cs typeface="+mn-cs"/>
              </a:rPr>
              <a:t>The network </a:t>
            </a:r>
            <a:r>
              <a:rPr kumimoji="0" lang="en-US" sz="2400" b="0" i="0" u="none" strike="noStrike" kern="1200" cap="none" spc="0" normalizeH="0" baseline="0" noProof="0" dirty="0">
                <a:ln>
                  <a:noFill/>
                </a:ln>
                <a:solidFill>
                  <a:srgbClr val="000000"/>
                </a:solidFill>
                <a:effectLst/>
                <a:uLnTx/>
                <a:uFillTx/>
                <a:latin typeface="Arial" pitchFamily="34" charset="0"/>
                <a:ea typeface="+mn-ea"/>
                <a:cs typeface="+mn-cs"/>
              </a:rPr>
              <a:t>that </a:t>
            </a:r>
            <a:r>
              <a:rPr kumimoji="0" lang="en-US" sz="2400" b="1" i="0" u="none" strike="noStrike" kern="1200" cap="none" spc="0" normalizeH="0" baseline="0" noProof="0" dirty="0">
                <a:ln>
                  <a:noFill/>
                </a:ln>
                <a:solidFill>
                  <a:srgbClr val="000000"/>
                </a:solidFill>
                <a:effectLst/>
                <a:uLnTx/>
                <a:uFillTx/>
                <a:latin typeface="Arial" pitchFamily="34" charset="0"/>
                <a:ea typeface="+mn-ea"/>
                <a:cs typeface="+mn-cs"/>
              </a:rPr>
              <a:t>physically connects an end system to the first router</a:t>
            </a:r>
            <a:r>
              <a:rPr kumimoji="0" lang="en-US" sz="2400" b="0" i="0" u="none" strike="noStrike" kern="1200" cap="none" spc="0" normalizeH="0" baseline="0" noProof="0" dirty="0">
                <a:ln>
                  <a:noFill/>
                </a:ln>
                <a:solidFill>
                  <a:srgbClr val="000000"/>
                </a:solidFill>
                <a:effectLst/>
                <a:uLnTx/>
                <a:uFillTx/>
                <a:latin typeface="Arial" pitchFamily="34" charset="0"/>
                <a:ea typeface="+mn-ea"/>
                <a:cs typeface="+mn-cs"/>
              </a:rPr>
              <a:t> (also known as the “edge router”) </a:t>
            </a:r>
            <a:r>
              <a:rPr kumimoji="0" lang="en-US" sz="2400" b="1" i="0" u="none" strike="noStrike" kern="1200" cap="none" spc="0" normalizeH="0" baseline="0" noProof="0" dirty="0">
                <a:ln>
                  <a:noFill/>
                </a:ln>
                <a:solidFill>
                  <a:srgbClr val="000000"/>
                </a:solidFill>
                <a:effectLst/>
                <a:uLnTx/>
                <a:uFillTx/>
                <a:latin typeface="Arial" pitchFamily="34" charset="0"/>
                <a:ea typeface="+mn-ea"/>
                <a:cs typeface="+mn-cs"/>
              </a:rPr>
              <a:t>on a path from the end system to any other distant end system</a:t>
            </a:r>
          </a:p>
        </p:txBody>
      </p:sp>
      <p:pic>
        <p:nvPicPr>
          <p:cNvPr id="5" name="Picture 4">
            <a:extLst>
              <a:ext uri="{FF2B5EF4-FFF2-40B4-BE49-F238E27FC236}">
                <a16:creationId xmlns:a16="http://schemas.microsoft.com/office/drawing/2014/main" id="{538ECB7A-5B0C-0BFD-F253-C7B299F16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9634" y="2209799"/>
            <a:ext cx="5384567" cy="4114801"/>
          </a:xfrm>
          <a:prstGeom prst="rect">
            <a:avLst/>
          </a:prstGeom>
        </p:spPr>
      </p:pic>
      <p:sp>
        <p:nvSpPr>
          <p:cNvPr id="6" name="object 2">
            <a:extLst>
              <a:ext uri="{FF2B5EF4-FFF2-40B4-BE49-F238E27FC236}">
                <a16:creationId xmlns:a16="http://schemas.microsoft.com/office/drawing/2014/main" id="{B2079E33-78E4-C4A9-211F-4FE2BA6CCCE0}"/>
              </a:ext>
            </a:extLst>
          </p:cNvPr>
          <p:cNvSpPr txBox="1">
            <a:spLocks/>
          </p:cNvSpPr>
          <p:nvPr/>
        </p:nvSpPr>
        <p:spPr>
          <a:xfrm>
            <a:off x="282575" y="109537"/>
            <a:ext cx="8680450" cy="695325"/>
          </a:xfrm>
          <a:prstGeom prst="rect">
            <a:avLst/>
          </a:prstGeom>
          <a:ln w="28575">
            <a:solidFill>
              <a:srgbClr val="FF0000"/>
            </a:solidFill>
          </a:ln>
        </p:spPr>
        <p:txBody>
          <a:bodyPr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0179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399"/>
            <a:ext cx="8229600" cy="1192112"/>
          </a:xfrm>
        </p:spPr>
        <p:txBody>
          <a:bodyPr/>
          <a:lstStyle/>
          <a:p>
            <a:r>
              <a:rPr lang="en-US" dirty="0"/>
              <a:t>Access Networks</a:t>
            </a:r>
            <a:br>
              <a:rPr lang="en-US" dirty="0"/>
            </a:br>
            <a:r>
              <a:rPr lang="en-US" sz="3200" dirty="0">
                <a:solidFill>
                  <a:srgbClr val="FF0000"/>
                </a:solidFill>
              </a:rPr>
              <a:t>Taxonomy based on  Technology Used </a:t>
            </a:r>
            <a:endParaRPr lang="en-US" dirty="0">
              <a:solidFill>
                <a:srgbClr val="FF0000"/>
              </a:solidFill>
            </a:endParaRP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2065" name="Picture 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014" y="1143000"/>
            <a:ext cx="3881416" cy="516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876800" y="1219200"/>
            <a:ext cx="4114800" cy="5078313"/>
          </a:xfrm>
          <a:prstGeom prst="rect">
            <a:avLst/>
          </a:prstGeom>
          <a:noFill/>
          <a:ln w="25400">
            <a:solidFill>
              <a:srgbClr val="00B0F0"/>
            </a:solidFill>
          </a:ln>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Access Networks</a:t>
            </a:r>
          </a:p>
          <a:p>
            <a:pPr marL="742950" marR="0" lvl="1"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Ethernet</a:t>
            </a:r>
          </a:p>
          <a:p>
            <a:pPr marL="742950" marR="0" lvl="1"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err="1">
                <a:ln>
                  <a:noFill/>
                </a:ln>
                <a:solidFill>
                  <a:srgbClr val="000000"/>
                </a:solidFill>
                <a:effectLst/>
                <a:uLnTx/>
                <a:uFillTx/>
                <a:latin typeface="Arial" pitchFamily="34" charset="0"/>
                <a:ea typeface="+mn-ea"/>
                <a:cs typeface="+mn-cs"/>
              </a:rPr>
              <a:t>WiFi</a:t>
            </a: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-Based Access Networks</a:t>
            </a:r>
          </a:p>
          <a:p>
            <a:pPr marL="1200150" marR="0" lvl="2"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Wireless LAN</a:t>
            </a:r>
          </a:p>
          <a:p>
            <a:pPr marL="1657350" marR="0" lvl="3"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802.11a/b/g</a:t>
            </a:r>
          </a:p>
          <a:p>
            <a:pPr marL="1200150" marR="0" lvl="2"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Ad-hoc Networks</a:t>
            </a:r>
          </a:p>
          <a:p>
            <a:pPr marL="1657350" marR="0" lvl="3"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Mesh Networks</a:t>
            </a:r>
          </a:p>
          <a:p>
            <a:pPr marL="1657350" marR="0" lvl="3"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DTN/ICN</a:t>
            </a:r>
          </a:p>
          <a:p>
            <a:pPr marL="1657350" marR="0" lvl="3"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VANET</a:t>
            </a:r>
          </a:p>
          <a:p>
            <a:pPr marL="1657350" marR="0" lvl="3"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6LowPANs</a:t>
            </a:r>
          </a:p>
          <a:p>
            <a:pPr marL="2114550" marR="0" lvl="4"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WSNs</a:t>
            </a:r>
          </a:p>
          <a:p>
            <a:pPr marL="1200150" marR="0" lvl="2"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err="1">
                <a:ln>
                  <a:noFill/>
                </a:ln>
                <a:solidFill>
                  <a:srgbClr val="000000"/>
                </a:solidFill>
                <a:effectLst/>
                <a:uLnTx/>
                <a:uFillTx/>
                <a:latin typeface="Arial" pitchFamily="34" charset="0"/>
                <a:ea typeface="+mn-ea"/>
                <a:cs typeface="+mn-cs"/>
              </a:rPr>
              <a:t>WiMAX</a:t>
            </a: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-Based Access Net</a:t>
            </a:r>
          </a:p>
          <a:p>
            <a:pPr marL="1200150" marR="0" lvl="2"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Cellular Networks</a:t>
            </a:r>
          </a:p>
          <a:p>
            <a:pPr marL="1657350" marR="0" lvl="3"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3G Cellular Networks and beyond</a:t>
            </a:r>
          </a:p>
          <a:p>
            <a:pPr marL="1200150" marR="0" lvl="2" indent="-2857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err="1">
                <a:ln>
                  <a:noFill/>
                </a:ln>
                <a:solidFill>
                  <a:srgbClr val="000000"/>
                </a:solidFill>
                <a:effectLst/>
                <a:uLnTx/>
                <a:uFillTx/>
                <a:latin typeface="Arial" pitchFamily="34" charset="0"/>
                <a:ea typeface="+mn-ea"/>
                <a:cs typeface="+mn-cs"/>
              </a:rPr>
              <a:t>etc</a:t>
            </a: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a:t>
            </a:r>
          </a:p>
          <a:p>
            <a:pPr marL="1200150" marR="0" lvl="2" indent="-285750" algn="l" defTabSz="914400" rtl="0" eaLnBrk="1" fontAlgn="base" latinLnBrk="0" hangingPunct="1">
              <a:lnSpc>
                <a:spcPct val="100000"/>
              </a:lnSpc>
              <a:spcBef>
                <a:spcPct val="0"/>
              </a:spcBef>
              <a:spcAft>
                <a:spcPct val="0"/>
              </a:spcAft>
              <a:buClrTx/>
              <a:buSzTx/>
              <a:buFont typeface="Arial"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endParaRPr>
          </a:p>
          <a:p>
            <a:pPr marL="1200150" marR="0" lvl="2" indent="-285750" algn="l" defTabSz="914400" rtl="0" eaLnBrk="1" fontAlgn="base" latinLnBrk="0" hangingPunct="1">
              <a:lnSpc>
                <a:spcPct val="100000"/>
              </a:lnSpc>
              <a:spcBef>
                <a:spcPct val="0"/>
              </a:spcBef>
              <a:spcAft>
                <a:spcPct val="0"/>
              </a:spcAft>
              <a:buClrTx/>
              <a:buSzTx/>
              <a:buFont typeface="Arial"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sp>
        <p:nvSpPr>
          <p:cNvPr id="3" name="object 2">
            <a:extLst>
              <a:ext uri="{FF2B5EF4-FFF2-40B4-BE49-F238E27FC236}">
                <a16:creationId xmlns:a16="http://schemas.microsoft.com/office/drawing/2014/main" id="{A79C7F54-F1FB-4580-D6DF-924556982815}"/>
              </a:ext>
            </a:extLst>
          </p:cNvPr>
          <p:cNvSpPr txBox="1">
            <a:spLocks/>
          </p:cNvSpPr>
          <p:nvPr/>
        </p:nvSpPr>
        <p:spPr>
          <a:xfrm>
            <a:off x="311150" y="344388"/>
            <a:ext cx="8680450" cy="695325"/>
          </a:xfrm>
          <a:prstGeom prst="rect">
            <a:avLst/>
          </a:prstGeom>
          <a:ln w="28575">
            <a:solidFill>
              <a:srgbClr val="FF0000"/>
            </a:solidFill>
          </a:ln>
        </p:spPr>
        <p:txBody>
          <a:bodyPr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1704592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graphicFrame>
        <p:nvGraphicFramePr>
          <p:cNvPr id="3" name="Diagram 2">
            <a:extLst>
              <a:ext uri="{FF2B5EF4-FFF2-40B4-BE49-F238E27FC236}">
                <a16:creationId xmlns:a16="http://schemas.microsoft.com/office/drawing/2014/main" id="{1BF7DCED-BD7C-E31D-FC88-97699F716416}"/>
              </a:ext>
            </a:extLst>
          </p:cNvPr>
          <p:cNvGraphicFramePr/>
          <p:nvPr/>
        </p:nvGraphicFramePr>
        <p:xfrm>
          <a:off x="1066800" y="1066800"/>
          <a:ext cx="70866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59AE4AA4-7DD4-3DF1-1BB5-4302F7861DDB}"/>
              </a:ext>
            </a:extLst>
          </p:cNvPr>
          <p:cNvSpPr txBox="1"/>
          <p:nvPr/>
        </p:nvSpPr>
        <p:spPr>
          <a:xfrm>
            <a:off x="2209800" y="5788223"/>
            <a:ext cx="5391150" cy="30777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mn-ea"/>
                <a:cs typeface="+mn-cs"/>
              </a:rPr>
              <a:t>Figure: a taxonomy of access networks (approximate) </a:t>
            </a:r>
          </a:p>
        </p:txBody>
      </p:sp>
      <p:sp>
        <p:nvSpPr>
          <p:cNvPr id="8" name="Title 1">
            <a:extLst>
              <a:ext uri="{FF2B5EF4-FFF2-40B4-BE49-F238E27FC236}">
                <a16:creationId xmlns:a16="http://schemas.microsoft.com/office/drawing/2014/main" id="{96C9363F-4833-90F0-69BC-65BEFCD35F09}"/>
              </a:ext>
            </a:extLst>
          </p:cNvPr>
          <p:cNvSpPr txBox="1">
            <a:spLocks/>
          </p:cNvSpPr>
          <p:nvPr/>
        </p:nvSpPr>
        <p:spPr bwMode="auto">
          <a:xfrm>
            <a:off x="625729" y="-119216"/>
            <a:ext cx="8229600" cy="1192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r>
              <a:rPr lang="en-US" dirty="0"/>
              <a:t>Access Networks</a:t>
            </a:r>
            <a:br>
              <a:rPr lang="en-US" dirty="0"/>
            </a:br>
            <a:r>
              <a:rPr lang="en-US" sz="3200" dirty="0">
                <a:solidFill>
                  <a:srgbClr val="FF0000"/>
                </a:solidFill>
              </a:rPr>
              <a:t>Taxonomy based on  Technology Used </a:t>
            </a:r>
            <a:endParaRPr lang="en-US" dirty="0">
              <a:solidFill>
                <a:srgbClr val="FF0000"/>
              </a:solidFill>
            </a:endParaRPr>
          </a:p>
        </p:txBody>
      </p:sp>
      <p:sp>
        <p:nvSpPr>
          <p:cNvPr id="2" name="object 2">
            <a:extLst>
              <a:ext uri="{FF2B5EF4-FFF2-40B4-BE49-F238E27FC236}">
                <a16:creationId xmlns:a16="http://schemas.microsoft.com/office/drawing/2014/main" id="{01240E39-EAC8-D50D-EA58-1D2D91D7200E}"/>
              </a:ext>
            </a:extLst>
          </p:cNvPr>
          <p:cNvSpPr txBox="1">
            <a:spLocks/>
          </p:cNvSpPr>
          <p:nvPr/>
        </p:nvSpPr>
        <p:spPr>
          <a:xfrm>
            <a:off x="269875" y="414337"/>
            <a:ext cx="8680450" cy="695325"/>
          </a:xfrm>
          <a:prstGeom prst="rect">
            <a:avLst/>
          </a:prstGeom>
          <a:ln w="28575">
            <a:solidFill>
              <a:srgbClr val="FF0000"/>
            </a:solidFill>
          </a:ln>
        </p:spPr>
        <p:txBody>
          <a:bodyPr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4248851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96C1C9-3162-3847-0B67-BD421F97D11B}"/>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640C55B-6545-4578-B0FE-B025BA1E4B20}"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 name="Rectangle 2">
            <a:extLst>
              <a:ext uri="{FF2B5EF4-FFF2-40B4-BE49-F238E27FC236}">
                <a16:creationId xmlns:a16="http://schemas.microsoft.com/office/drawing/2014/main" id="{7C755905-055F-6374-98DD-9267CC9FB8B5}"/>
              </a:ext>
            </a:extLst>
          </p:cNvPr>
          <p:cNvSpPr txBox="1">
            <a:spLocks noChangeArrowheads="1"/>
          </p:cNvSpPr>
          <p:nvPr/>
        </p:nvSpPr>
        <p:spPr bwMode="auto">
          <a:xfrm>
            <a:off x="314325" y="2819400"/>
            <a:ext cx="8382000" cy="984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600" b="0" i="0" u="none" strike="noStrike" kern="0" cap="none" spc="0" normalizeH="0" baseline="0" noProof="0" dirty="0">
                <a:ln>
                  <a:noFill/>
                </a:ln>
                <a:solidFill>
                  <a:schemeClr val="bg1">
                    <a:lumMod val="75000"/>
                  </a:schemeClr>
                </a:solidFill>
                <a:effectLst/>
                <a:uLnTx/>
                <a:uFillTx/>
                <a:latin typeface="Times New Roman"/>
                <a:ea typeface="ＭＳ Ｐゴシック" panose="020B0600070205080204" pitchFamily="34" charset="-128"/>
                <a:cs typeface="+mj-cs"/>
              </a:rPr>
              <a:t>Wired Access Networks</a:t>
            </a:r>
          </a:p>
        </p:txBody>
      </p:sp>
      <p:sp>
        <p:nvSpPr>
          <p:cNvPr id="4" name="Title 1">
            <a:extLst>
              <a:ext uri="{FF2B5EF4-FFF2-40B4-BE49-F238E27FC236}">
                <a16:creationId xmlns:a16="http://schemas.microsoft.com/office/drawing/2014/main" id="{94A58896-5CD4-ED8E-3DE2-EA76C3407D0B}"/>
              </a:ext>
            </a:extLst>
          </p:cNvPr>
          <p:cNvSpPr txBox="1">
            <a:spLocks/>
          </p:cNvSpPr>
          <p:nvPr/>
        </p:nvSpPr>
        <p:spPr>
          <a:xfrm>
            <a:off x="457200" y="152400"/>
            <a:ext cx="8229600" cy="609600"/>
          </a:xfrm>
          <a:prstGeom prst="rect">
            <a:avLst/>
          </a:prstGeom>
        </p:spPr>
        <p:txBody>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Times New Roman"/>
                <a:ea typeface="+mj-ea"/>
                <a:cs typeface="+mj-cs"/>
              </a:rPr>
              <a:t>Access Networks</a:t>
            </a:r>
          </a:p>
        </p:txBody>
      </p:sp>
    </p:spTree>
    <p:extLst>
      <p:ext uri="{BB962C8B-B14F-4D97-AF65-F5344CB8AC3E}">
        <p14:creationId xmlns:p14="http://schemas.microsoft.com/office/powerpoint/2010/main" val="2847581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itle 41">
            <a:extLst>
              <a:ext uri="{FF2B5EF4-FFF2-40B4-BE49-F238E27FC236}">
                <a16:creationId xmlns:a16="http://schemas.microsoft.com/office/drawing/2014/main" id="{9F254585-7DA1-1E35-327F-4347408DEB94}"/>
              </a:ext>
            </a:extLst>
          </p:cNvPr>
          <p:cNvSpPr>
            <a:spLocks noGrp="1" noChangeArrowheads="1"/>
          </p:cNvSpPr>
          <p:nvPr>
            <p:ph type="title" idx="4294967295"/>
          </p:nvPr>
        </p:nvSpPr>
        <p:spPr>
          <a:xfrm>
            <a:off x="403225" y="228600"/>
            <a:ext cx="7772400" cy="835025"/>
          </a:xfrm>
        </p:spPr>
        <p:txBody>
          <a:bodyPr/>
          <a:lstStyle/>
          <a:p>
            <a:pPr eaLnBrk="1" hangingPunct="1"/>
            <a:r>
              <a:rPr lang="en-US" altLang="en-US" sz="3600" dirty="0">
                <a:solidFill>
                  <a:schemeClr val="bg1">
                    <a:lumMod val="75000"/>
                  </a:schemeClr>
                </a:solidFill>
                <a:ea typeface="ＭＳ Ｐゴシック" panose="020B0600070205080204" pitchFamily="34" charset="-128"/>
              </a:rPr>
              <a:t>Access net: digital subscriber line (DSL)</a:t>
            </a:r>
          </a:p>
        </p:txBody>
      </p:sp>
      <p:sp>
        <p:nvSpPr>
          <p:cNvPr id="33797" name="Freeform 3">
            <a:extLst>
              <a:ext uri="{FF2B5EF4-FFF2-40B4-BE49-F238E27FC236}">
                <a16:creationId xmlns:a16="http://schemas.microsoft.com/office/drawing/2014/main" id="{65ABDEF5-3BEB-D855-020F-10DF04085FC4}"/>
              </a:ext>
            </a:extLst>
          </p:cNvPr>
          <p:cNvSpPr>
            <a:spLocks/>
          </p:cNvSpPr>
          <p:nvPr/>
        </p:nvSpPr>
        <p:spPr bwMode="auto">
          <a:xfrm>
            <a:off x="4305300" y="1501775"/>
            <a:ext cx="2216150" cy="1477963"/>
          </a:xfrm>
          <a:custGeom>
            <a:avLst/>
            <a:gdLst>
              <a:gd name="T0" fmla="*/ 2147483646 w 1396"/>
              <a:gd name="T1" fmla="*/ 2147483646 h 931"/>
              <a:gd name="T2" fmla="*/ 2147483646 w 1396"/>
              <a:gd name="T3" fmla="*/ 2147483646 h 931"/>
              <a:gd name="T4" fmla="*/ 2147483646 w 1396"/>
              <a:gd name="T5" fmla="*/ 2147483646 h 931"/>
              <a:gd name="T6" fmla="*/ 2147483646 w 1396"/>
              <a:gd name="T7" fmla="*/ 2147483646 h 931"/>
              <a:gd name="T8" fmla="*/ 2147483646 w 1396"/>
              <a:gd name="T9" fmla="*/ 2147483646 h 931"/>
              <a:gd name="T10" fmla="*/ 2147483646 w 1396"/>
              <a:gd name="T11" fmla="*/ 2147483646 h 931"/>
              <a:gd name="T12" fmla="*/ 2147483646 w 1396"/>
              <a:gd name="T13" fmla="*/ 2147483646 h 931"/>
              <a:gd name="T14" fmla="*/ 2147483646 w 1396"/>
              <a:gd name="T15" fmla="*/ 2147483646 h 931"/>
              <a:gd name="T16" fmla="*/ 2147483646 w 1396"/>
              <a:gd name="T17" fmla="*/ 2147483646 h 931"/>
              <a:gd name="T18" fmla="*/ 2147483646 w 1396"/>
              <a:gd name="T19" fmla="*/ 2147483646 h 931"/>
              <a:gd name="T20" fmla="*/ 2147483646 w 1396"/>
              <a:gd name="T21" fmla="*/ 2147483646 h 931"/>
              <a:gd name="T22" fmla="*/ 2147483646 w 1396"/>
              <a:gd name="T23" fmla="*/ 2147483646 h 931"/>
              <a:gd name="T24" fmla="*/ 2147483646 w 1396"/>
              <a:gd name="T25" fmla="*/ 2147483646 h 931"/>
              <a:gd name="T26" fmla="*/ 2147483646 w 1396"/>
              <a:gd name="T27" fmla="*/ 2147483646 h 931"/>
              <a:gd name="T28" fmla="*/ 2147483646 w 1396"/>
              <a:gd name="T29" fmla="*/ 2147483646 h 931"/>
              <a:gd name="T30" fmla="*/ 2147483646 w 1396"/>
              <a:gd name="T31" fmla="*/ 2147483646 h 9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96"/>
              <a:gd name="T49" fmla="*/ 0 h 931"/>
              <a:gd name="T50" fmla="*/ 1396 w 1396"/>
              <a:gd name="T51" fmla="*/ 931 h 93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96" h="931">
                <a:moveTo>
                  <a:pt x="873" y="18"/>
                </a:moveTo>
                <a:cubicBezTo>
                  <a:pt x="787" y="32"/>
                  <a:pt x="625" y="55"/>
                  <a:pt x="526" y="89"/>
                </a:cubicBezTo>
                <a:cubicBezTo>
                  <a:pt x="426" y="122"/>
                  <a:pt x="346" y="184"/>
                  <a:pt x="278" y="216"/>
                </a:cubicBezTo>
                <a:cubicBezTo>
                  <a:pt x="210" y="248"/>
                  <a:pt x="159" y="236"/>
                  <a:pt x="118" y="283"/>
                </a:cubicBezTo>
                <a:cubicBezTo>
                  <a:pt x="77" y="330"/>
                  <a:pt x="46" y="416"/>
                  <a:pt x="30" y="497"/>
                </a:cubicBezTo>
                <a:cubicBezTo>
                  <a:pt x="14" y="578"/>
                  <a:pt x="0" y="714"/>
                  <a:pt x="24" y="768"/>
                </a:cubicBezTo>
                <a:cubicBezTo>
                  <a:pt x="49" y="821"/>
                  <a:pt x="112" y="796"/>
                  <a:pt x="178" y="818"/>
                </a:cubicBezTo>
                <a:cubicBezTo>
                  <a:pt x="244" y="840"/>
                  <a:pt x="318" y="886"/>
                  <a:pt x="421" y="902"/>
                </a:cubicBezTo>
                <a:cubicBezTo>
                  <a:pt x="524" y="918"/>
                  <a:pt x="681" y="916"/>
                  <a:pt x="793" y="916"/>
                </a:cubicBezTo>
                <a:cubicBezTo>
                  <a:pt x="905" y="916"/>
                  <a:pt x="1004" y="931"/>
                  <a:pt x="1095" y="902"/>
                </a:cubicBezTo>
                <a:cubicBezTo>
                  <a:pt x="1186" y="873"/>
                  <a:pt x="1291" y="813"/>
                  <a:pt x="1337" y="744"/>
                </a:cubicBezTo>
                <a:cubicBezTo>
                  <a:pt x="1383" y="675"/>
                  <a:pt x="1365" y="580"/>
                  <a:pt x="1372" y="487"/>
                </a:cubicBezTo>
                <a:cubicBezTo>
                  <a:pt x="1378" y="393"/>
                  <a:pt x="1396" y="256"/>
                  <a:pt x="1377" y="179"/>
                </a:cubicBezTo>
                <a:cubicBezTo>
                  <a:pt x="1358" y="102"/>
                  <a:pt x="1314" y="57"/>
                  <a:pt x="1259" y="28"/>
                </a:cubicBezTo>
                <a:cubicBezTo>
                  <a:pt x="1203" y="0"/>
                  <a:pt x="1110" y="7"/>
                  <a:pt x="1046" y="5"/>
                </a:cubicBezTo>
                <a:cubicBezTo>
                  <a:pt x="981" y="3"/>
                  <a:pt x="959" y="5"/>
                  <a:pt x="873" y="18"/>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798" name="Oval 9">
            <a:extLst>
              <a:ext uri="{FF2B5EF4-FFF2-40B4-BE49-F238E27FC236}">
                <a16:creationId xmlns:a16="http://schemas.microsoft.com/office/drawing/2014/main" id="{B535A403-451E-6A1D-BB00-F885215D11D6}"/>
              </a:ext>
            </a:extLst>
          </p:cNvPr>
          <p:cNvSpPr>
            <a:spLocks noChangeArrowheads="1"/>
          </p:cNvSpPr>
          <p:nvPr/>
        </p:nvSpPr>
        <p:spPr bwMode="auto">
          <a:xfrm>
            <a:off x="5305425" y="2208213"/>
            <a:ext cx="193675" cy="193675"/>
          </a:xfrm>
          <a:prstGeom prst="ellipse">
            <a:avLst/>
          </a:prstGeom>
          <a:solidFill>
            <a:schemeClr val="tx1"/>
          </a:soli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799" name="Oval 12">
            <a:extLst>
              <a:ext uri="{FF2B5EF4-FFF2-40B4-BE49-F238E27FC236}">
                <a16:creationId xmlns:a16="http://schemas.microsoft.com/office/drawing/2014/main" id="{CA4729AA-36F7-812C-11CD-BC0C6D098C7D}"/>
              </a:ext>
            </a:extLst>
          </p:cNvPr>
          <p:cNvSpPr>
            <a:spLocks noChangeArrowheads="1"/>
          </p:cNvSpPr>
          <p:nvPr/>
        </p:nvSpPr>
        <p:spPr bwMode="auto">
          <a:xfrm>
            <a:off x="5686425" y="1836738"/>
            <a:ext cx="193675" cy="193675"/>
          </a:xfrm>
          <a:prstGeom prst="ellipse">
            <a:avLst/>
          </a:prstGeom>
          <a:solidFill>
            <a:schemeClr val="tx1"/>
          </a:soli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00" name="Line 15">
            <a:extLst>
              <a:ext uri="{FF2B5EF4-FFF2-40B4-BE49-F238E27FC236}">
                <a16:creationId xmlns:a16="http://schemas.microsoft.com/office/drawing/2014/main" id="{DA8DCAF6-52AB-AC5D-3956-C891B678DDF8}"/>
              </a:ext>
            </a:extLst>
          </p:cNvPr>
          <p:cNvSpPr>
            <a:spLocks noChangeShapeType="1"/>
          </p:cNvSpPr>
          <p:nvPr/>
        </p:nvSpPr>
        <p:spPr bwMode="auto">
          <a:xfrm flipV="1">
            <a:off x="5392738" y="1978025"/>
            <a:ext cx="317500" cy="336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01" name="Line 16">
            <a:extLst>
              <a:ext uri="{FF2B5EF4-FFF2-40B4-BE49-F238E27FC236}">
                <a16:creationId xmlns:a16="http://schemas.microsoft.com/office/drawing/2014/main" id="{604AB648-3445-E57E-4561-EC44E7639A62}"/>
              </a:ext>
            </a:extLst>
          </p:cNvPr>
          <p:cNvSpPr>
            <a:spLocks noChangeShapeType="1"/>
          </p:cNvSpPr>
          <p:nvPr/>
        </p:nvSpPr>
        <p:spPr bwMode="auto">
          <a:xfrm>
            <a:off x="5786438" y="1954213"/>
            <a:ext cx="400050" cy="5905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02" name="Rectangle 44">
            <a:extLst>
              <a:ext uri="{FF2B5EF4-FFF2-40B4-BE49-F238E27FC236}">
                <a16:creationId xmlns:a16="http://schemas.microsoft.com/office/drawing/2014/main" id="{334B023C-C149-DB6B-F2DE-B5342748E5B4}"/>
              </a:ext>
            </a:extLst>
          </p:cNvPr>
          <p:cNvSpPr>
            <a:spLocks noChangeArrowheads="1"/>
          </p:cNvSpPr>
          <p:nvPr/>
        </p:nvSpPr>
        <p:spPr bwMode="auto">
          <a:xfrm>
            <a:off x="4584700" y="1957388"/>
            <a:ext cx="955675" cy="700087"/>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03" name="Text Box 45">
            <a:extLst>
              <a:ext uri="{FF2B5EF4-FFF2-40B4-BE49-F238E27FC236}">
                <a16:creationId xmlns:a16="http://schemas.microsoft.com/office/drawing/2014/main" id="{E5993581-836F-6DD9-7B06-F96B712F3E96}"/>
              </a:ext>
            </a:extLst>
          </p:cNvPr>
          <p:cNvSpPr txBox="1">
            <a:spLocks noChangeArrowheads="1"/>
          </p:cNvSpPr>
          <p:nvPr/>
        </p:nvSpPr>
        <p:spPr bwMode="auto">
          <a:xfrm>
            <a:off x="4040188" y="1476375"/>
            <a:ext cx="19256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central office</a:t>
            </a:r>
          </a:p>
        </p:txBody>
      </p:sp>
      <p:grpSp>
        <p:nvGrpSpPr>
          <p:cNvPr id="33804" name="Group 137">
            <a:extLst>
              <a:ext uri="{FF2B5EF4-FFF2-40B4-BE49-F238E27FC236}">
                <a16:creationId xmlns:a16="http://schemas.microsoft.com/office/drawing/2014/main" id="{7BFEB9AC-74F5-AB90-CB1B-FF0874F522B8}"/>
              </a:ext>
            </a:extLst>
          </p:cNvPr>
          <p:cNvGrpSpPr>
            <a:grpSpLocks/>
          </p:cNvGrpSpPr>
          <p:nvPr/>
        </p:nvGrpSpPr>
        <p:grpSpPr bwMode="auto">
          <a:xfrm>
            <a:off x="5143500" y="2905125"/>
            <a:ext cx="2178050" cy="1147763"/>
            <a:chOff x="3240" y="1830"/>
            <a:chExt cx="1372" cy="723"/>
          </a:xfrm>
        </p:grpSpPr>
        <p:sp>
          <p:nvSpPr>
            <p:cNvPr id="33849" name="Freeform 28">
              <a:extLst>
                <a:ext uri="{FF2B5EF4-FFF2-40B4-BE49-F238E27FC236}">
                  <a16:creationId xmlns:a16="http://schemas.microsoft.com/office/drawing/2014/main" id="{748B7AAE-A2CE-4E87-1931-760AFFF9B7D8}"/>
                </a:ext>
              </a:extLst>
            </p:cNvPr>
            <p:cNvSpPr>
              <a:spLocks/>
            </p:cNvSpPr>
            <p:nvPr/>
          </p:nvSpPr>
          <p:spPr bwMode="auto">
            <a:xfrm>
              <a:off x="3240" y="1830"/>
              <a:ext cx="1372" cy="723"/>
            </a:xfrm>
            <a:custGeom>
              <a:avLst/>
              <a:gdLst>
                <a:gd name="T0" fmla="*/ 469145 w 765"/>
                <a:gd name="T1" fmla="*/ 2309 h 459"/>
                <a:gd name="T2" fmla="*/ 319298 w 765"/>
                <a:gd name="T3" fmla="*/ 16281 h 459"/>
                <a:gd name="T4" fmla="*/ 105985 w 765"/>
                <a:gd name="T5" fmla="*/ 23386 h 459"/>
                <a:gd name="T6" fmla="*/ 15506 w 765"/>
                <a:gd name="T7" fmla="*/ 78344 h 459"/>
                <a:gd name="T8" fmla="*/ 199263 w 765"/>
                <a:gd name="T9" fmla="*/ 103496 h 459"/>
                <a:gd name="T10" fmla="*/ 383538 w 765"/>
                <a:gd name="T11" fmla="*/ 99421 h 459"/>
                <a:gd name="T12" fmla="*/ 646551 w 765"/>
                <a:gd name="T13" fmla="*/ 103496 h 459"/>
                <a:gd name="T14" fmla="*/ 772845 w 765"/>
                <a:gd name="T15" fmla="*/ 101223 h 459"/>
                <a:gd name="T16" fmla="*/ 832759 w 765"/>
                <a:gd name="T17" fmla="*/ 86790 h 459"/>
                <a:gd name="T18" fmla="*/ 830490 w 765"/>
                <a:gd name="T19" fmla="*/ 36837 h 459"/>
                <a:gd name="T20" fmla="*/ 732908 w 765"/>
                <a:gd name="T21" fmla="*/ 7992 h 459"/>
                <a:gd name="T22" fmla="*/ 469145 w 765"/>
                <a:gd name="T23" fmla="*/ 2309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50" name="Line 31">
              <a:extLst>
                <a:ext uri="{FF2B5EF4-FFF2-40B4-BE49-F238E27FC236}">
                  <a16:creationId xmlns:a16="http://schemas.microsoft.com/office/drawing/2014/main" id="{D119CD49-4B51-9315-A5FD-D52EDC5CAF0D}"/>
                </a:ext>
              </a:extLst>
            </p:cNvPr>
            <p:cNvSpPr>
              <a:spLocks noChangeShapeType="1"/>
            </p:cNvSpPr>
            <p:nvPr/>
          </p:nvSpPr>
          <p:spPr bwMode="auto">
            <a:xfrm flipV="1">
              <a:off x="3763" y="2053"/>
              <a:ext cx="106" cy="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51" name="Line 32">
              <a:extLst>
                <a:ext uri="{FF2B5EF4-FFF2-40B4-BE49-F238E27FC236}">
                  <a16:creationId xmlns:a16="http://schemas.microsoft.com/office/drawing/2014/main" id="{F534AA5E-C0FF-D550-70B8-E37097BAC73B}"/>
                </a:ext>
              </a:extLst>
            </p:cNvPr>
            <p:cNvSpPr>
              <a:spLocks noChangeShapeType="1"/>
            </p:cNvSpPr>
            <p:nvPr/>
          </p:nvSpPr>
          <p:spPr bwMode="auto">
            <a:xfrm>
              <a:off x="3616" y="2204"/>
              <a:ext cx="0"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52" name="Line 33">
              <a:extLst>
                <a:ext uri="{FF2B5EF4-FFF2-40B4-BE49-F238E27FC236}">
                  <a16:creationId xmlns:a16="http://schemas.microsoft.com/office/drawing/2014/main" id="{D8E948B6-76FD-7A89-AF84-19166B25B797}"/>
                </a:ext>
              </a:extLst>
            </p:cNvPr>
            <p:cNvSpPr>
              <a:spLocks noChangeShapeType="1"/>
            </p:cNvSpPr>
            <p:nvPr/>
          </p:nvSpPr>
          <p:spPr bwMode="auto">
            <a:xfrm flipV="1">
              <a:off x="3763" y="2114"/>
              <a:ext cx="226"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53" name="Line 34">
              <a:extLst>
                <a:ext uri="{FF2B5EF4-FFF2-40B4-BE49-F238E27FC236}">
                  <a16:creationId xmlns:a16="http://schemas.microsoft.com/office/drawing/2014/main" id="{8D733E30-1AEE-27AC-353A-8F3818098930}"/>
                </a:ext>
              </a:extLst>
            </p:cNvPr>
            <p:cNvSpPr>
              <a:spLocks noChangeShapeType="1"/>
            </p:cNvSpPr>
            <p:nvPr/>
          </p:nvSpPr>
          <p:spPr bwMode="auto">
            <a:xfrm>
              <a:off x="4076" y="2113"/>
              <a:ext cx="0" cy="1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54" name="Line 35">
              <a:extLst>
                <a:ext uri="{FF2B5EF4-FFF2-40B4-BE49-F238E27FC236}">
                  <a16:creationId xmlns:a16="http://schemas.microsoft.com/office/drawing/2014/main" id="{6DC437B3-FF93-E2A4-0B89-02913D5B9A6C}"/>
                </a:ext>
              </a:extLst>
            </p:cNvPr>
            <p:cNvSpPr>
              <a:spLocks noChangeShapeType="1"/>
            </p:cNvSpPr>
            <p:nvPr/>
          </p:nvSpPr>
          <p:spPr bwMode="auto">
            <a:xfrm>
              <a:off x="3779" y="2380"/>
              <a:ext cx="1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55" name="Line 36">
              <a:extLst>
                <a:ext uri="{FF2B5EF4-FFF2-40B4-BE49-F238E27FC236}">
                  <a16:creationId xmlns:a16="http://schemas.microsoft.com/office/drawing/2014/main" id="{1C28D3BC-D325-D478-ADE0-C1944DF4EF0B}"/>
                </a:ext>
              </a:extLst>
            </p:cNvPr>
            <p:cNvSpPr>
              <a:spLocks noChangeShapeType="1"/>
            </p:cNvSpPr>
            <p:nvPr/>
          </p:nvSpPr>
          <p:spPr bwMode="auto">
            <a:xfrm>
              <a:off x="4255" y="2372"/>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3856" name="Group 37">
              <a:extLst>
                <a:ext uri="{FF2B5EF4-FFF2-40B4-BE49-F238E27FC236}">
                  <a16:creationId xmlns:a16="http://schemas.microsoft.com/office/drawing/2014/main" id="{C21A0A81-6078-DBEC-2874-D0BCC784B7F3}"/>
                </a:ext>
              </a:extLst>
            </p:cNvPr>
            <p:cNvGrpSpPr>
              <a:grpSpLocks/>
            </p:cNvGrpSpPr>
            <p:nvPr/>
          </p:nvGrpSpPr>
          <p:grpSpPr bwMode="auto">
            <a:xfrm>
              <a:off x="3860" y="1969"/>
              <a:ext cx="335" cy="148"/>
              <a:chOff x="4650" y="1129"/>
              <a:chExt cx="246" cy="95"/>
            </a:xfrm>
          </p:grpSpPr>
          <p:sp>
            <p:nvSpPr>
              <p:cNvPr id="33886" name="Oval 407">
                <a:extLst>
                  <a:ext uri="{FF2B5EF4-FFF2-40B4-BE49-F238E27FC236}">
                    <a16:creationId xmlns:a16="http://schemas.microsoft.com/office/drawing/2014/main" id="{EA8455D7-5E49-7E44-4748-7E1872665522}"/>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87" name="Rectangle 410">
                <a:extLst>
                  <a:ext uri="{FF2B5EF4-FFF2-40B4-BE49-F238E27FC236}">
                    <a16:creationId xmlns:a16="http://schemas.microsoft.com/office/drawing/2014/main" id="{2B8F514D-4CBF-D49C-2941-B4A0CBC4ABBB}"/>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88" name="Oval 411">
                <a:extLst>
                  <a:ext uri="{FF2B5EF4-FFF2-40B4-BE49-F238E27FC236}">
                    <a16:creationId xmlns:a16="http://schemas.microsoft.com/office/drawing/2014/main" id="{63B970C0-6DF4-583F-5F38-679117774039}"/>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3889" name="Group 41">
                <a:extLst>
                  <a:ext uri="{FF2B5EF4-FFF2-40B4-BE49-F238E27FC236}">
                    <a16:creationId xmlns:a16="http://schemas.microsoft.com/office/drawing/2014/main" id="{0966310A-5B26-3326-9F4E-1804BB219430}"/>
                  </a:ext>
                </a:extLst>
              </p:cNvPr>
              <p:cNvGrpSpPr>
                <a:grpSpLocks/>
              </p:cNvGrpSpPr>
              <p:nvPr/>
            </p:nvGrpSpPr>
            <p:grpSpPr bwMode="auto">
              <a:xfrm>
                <a:off x="4699" y="1145"/>
                <a:ext cx="138" cy="29"/>
                <a:chOff x="2468" y="1332"/>
                <a:chExt cx="310" cy="60"/>
              </a:xfrm>
            </p:grpSpPr>
            <p:sp>
              <p:nvSpPr>
                <p:cNvPr id="33892" name="Freeform 42">
                  <a:extLst>
                    <a:ext uri="{FF2B5EF4-FFF2-40B4-BE49-F238E27FC236}">
                      <a16:creationId xmlns:a16="http://schemas.microsoft.com/office/drawing/2014/main" id="{D0E2DC5D-9DDE-5710-269F-5604160F7A0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93" name="Freeform 43">
                  <a:extLst>
                    <a:ext uri="{FF2B5EF4-FFF2-40B4-BE49-F238E27FC236}">
                      <a16:creationId xmlns:a16="http://schemas.microsoft.com/office/drawing/2014/main" id="{29B1E92A-F0E2-67F6-1865-E415F074640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3890" name="Line 44">
                <a:extLst>
                  <a:ext uri="{FF2B5EF4-FFF2-40B4-BE49-F238E27FC236}">
                    <a16:creationId xmlns:a16="http://schemas.microsoft.com/office/drawing/2014/main" id="{5C16C29C-A06E-7E40-4C3F-30FF66D46A6F}"/>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91" name="Line 45">
                <a:extLst>
                  <a:ext uri="{FF2B5EF4-FFF2-40B4-BE49-F238E27FC236}">
                    <a16:creationId xmlns:a16="http://schemas.microsoft.com/office/drawing/2014/main" id="{AE06F894-BC8E-5F23-6555-9F7B7AA09AC2}"/>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3857" name="Group 46">
              <a:extLst>
                <a:ext uri="{FF2B5EF4-FFF2-40B4-BE49-F238E27FC236}">
                  <a16:creationId xmlns:a16="http://schemas.microsoft.com/office/drawing/2014/main" id="{23968B7F-21B2-A768-B869-1E665912FBA4}"/>
                </a:ext>
              </a:extLst>
            </p:cNvPr>
            <p:cNvGrpSpPr>
              <a:grpSpLocks/>
            </p:cNvGrpSpPr>
            <p:nvPr/>
          </p:nvGrpSpPr>
          <p:grpSpPr bwMode="auto">
            <a:xfrm>
              <a:off x="3922" y="2284"/>
              <a:ext cx="336" cy="154"/>
              <a:chOff x="4650" y="1129"/>
              <a:chExt cx="246" cy="95"/>
            </a:xfrm>
          </p:grpSpPr>
          <p:sp>
            <p:nvSpPr>
              <p:cNvPr id="33878" name="Oval 407">
                <a:extLst>
                  <a:ext uri="{FF2B5EF4-FFF2-40B4-BE49-F238E27FC236}">
                    <a16:creationId xmlns:a16="http://schemas.microsoft.com/office/drawing/2014/main" id="{28E8BE36-94BF-50D8-3465-B73D5DD2F39B}"/>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79" name="Rectangle 410">
                <a:extLst>
                  <a:ext uri="{FF2B5EF4-FFF2-40B4-BE49-F238E27FC236}">
                    <a16:creationId xmlns:a16="http://schemas.microsoft.com/office/drawing/2014/main" id="{B742B2B6-EC59-2293-157B-CC83488C7F22}"/>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80" name="Oval 411">
                <a:extLst>
                  <a:ext uri="{FF2B5EF4-FFF2-40B4-BE49-F238E27FC236}">
                    <a16:creationId xmlns:a16="http://schemas.microsoft.com/office/drawing/2014/main" id="{3DBBF10C-5E53-53E2-4AB4-0DC45559918E}"/>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3881" name="Group 50">
                <a:extLst>
                  <a:ext uri="{FF2B5EF4-FFF2-40B4-BE49-F238E27FC236}">
                    <a16:creationId xmlns:a16="http://schemas.microsoft.com/office/drawing/2014/main" id="{AC6DD85B-CFFD-54FE-6AC2-4DDA24FDAB41}"/>
                  </a:ext>
                </a:extLst>
              </p:cNvPr>
              <p:cNvGrpSpPr>
                <a:grpSpLocks/>
              </p:cNvGrpSpPr>
              <p:nvPr/>
            </p:nvGrpSpPr>
            <p:grpSpPr bwMode="auto">
              <a:xfrm>
                <a:off x="4699" y="1145"/>
                <a:ext cx="138" cy="29"/>
                <a:chOff x="2468" y="1332"/>
                <a:chExt cx="310" cy="60"/>
              </a:xfrm>
            </p:grpSpPr>
            <p:sp>
              <p:nvSpPr>
                <p:cNvPr id="33884" name="Freeform 51">
                  <a:extLst>
                    <a:ext uri="{FF2B5EF4-FFF2-40B4-BE49-F238E27FC236}">
                      <a16:creationId xmlns:a16="http://schemas.microsoft.com/office/drawing/2014/main" id="{AC5EACE5-9267-7CCD-820B-65CD573E5A1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85" name="Freeform 52">
                  <a:extLst>
                    <a:ext uri="{FF2B5EF4-FFF2-40B4-BE49-F238E27FC236}">
                      <a16:creationId xmlns:a16="http://schemas.microsoft.com/office/drawing/2014/main" id="{58CD65C5-0E08-F0FA-E0F3-A0376FF1B3E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3882" name="Line 53">
                <a:extLst>
                  <a:ext uri="{FF2B5EF4-FFF2-40B4-BE49-F238E27FC236}">
                    <a16:creationId xmlns:a16="http://schemas.microsoft.com/office/drawing/2014/main" id="{139C3E74-9446-C50A-2ED6-2019EAF4929D}"/>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83" name="Line 54">
                <a:extLst>
                  <a:ext uri="{FF2B5EF4-FFF2-40B4-BE49-F238E27FC236}">
                    <a16:creationId xmlns:a16="http://schemas.microsoft.com/office/drawing/2014/main" id="{F3799549-3285-16C0-B207-4994A6FA4ECF}"/>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3858" name="Group 55">
              <a:extLst>
                <a:ext uri="{FF2B5EF4-FFF2-40B4-BE49-F238E27FC236}">
                  <a16:creationId xmlns:a16="http://schemas.microsoft.com/office/drawing/2014/main" id="{1F0FF7CE-7245-F408-A4ED-4AF57D148C08}"/>
                </a:ext>
              </a:extLst>
            </p:cNvPr>
            <p:cNvGrpSpPr>
              <a:grpSpLocks/>
            </p:cNvGrpSpPr>
            <p:nvPr/>
          </p:nvGrpSpPr>
          <p:grpSpPr bwMode="auto">
            <a:xfrm>
              <a:off x="3443" y="2054"/>
              <a:ext cx="335" cy="149"/>
              <a:chOff x="4650" y="1129"/>
              <a:chExt cx="246" cy="95"/>
            </a:xfrm>
          </p:grpSpPr>
          <p:sp>
            <p:nvSpPr>
              <p:cNvPr id="33870" name="Oval 407">
                <a:extLst>
                  <a:ext uri="{FF2B5EF4-FFF2-40B4-BE49-F238E27FC236}">
                    <a16:creationId xmlns:a16="http://schemas.microsoft.com/office/drawing/2014/main" id="{C7A3450D-9F79-955E-F556-ACCE28F6A9FB}"/>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71" name="Rectangle 410">
                <a:extLst>
                  <a:ext uri="{FF2B5EF4-FFF2-40B4-BE49-F238E27FC236}">
                    <a16:creationId xmlns:a16="http://schemas.microsoft.com/office/drawing/2014/main" id="{1A8A56C9-BE51-E88B-3A14-61346F0FAE0D}"/>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72" name="Oval 411">
                <a:extLst>
                  <a:ext uri="{FF2B5EF4-FFF2-40B4-BE49-F238E27FC236}">
                    <a16:creationId xmlns:a16="http://schemas.microsoft.com/office/drawing/2014/main" id="{D201BF7F-9ACA-01A5-5B1B-E050A7D835D7}"/>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3873" name="Group 59">
                <a:extLst>
                  <a:ext uri="{FF2B5EF4-FFF2-40B4-BE49-F238E27FC236}">
                    <a16:creationId xmlns:a16="http://schemas.microsoft.com/office/drawing/2014/main" id="{41058E2F-1A06-E14A-7AD4-6BF1AC14F3FC}"/>
                  </a:ext>
                </a:extLst>
              </p:cNvPr>
              <p:cNvGrpSpPr>
                <a:grpSpLocks/>
              </p:cNvGrpSpPr>
              <p:nvPr/>
            </p:nvGrpSpPr>
            <p:grpSpPr bwMode="auto">
              <a:xfrm>
                <a:off x="4699" y="1145"/>
                <a:ext cx="138" cy="29"/>
                <a:chOff x="2468" y="1332"/>
                <a:chExt cx="310" cy="60"/>
              </a:xfrm>
            </p:grpSpPr>
            <p:sp>
              <p:nvSpPr>
                <p:cNvPr id="33876" name="Freeform 60">
                  <a:extLst>
                    <a:ext uri="{FF2B5EF4-FFF2-40B4-BE49-F238E27FC236}">
                      <a16:creationId xmlns:a16="http://schemas.microsoft.com/office/drawing/2014/main" id="{99B090DC-4045-AA9B-9EB2-2D3A36A3C6E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77" name="Freeform 61">
                  <a:extLst>
                    <a:ext uri="{FF2B5EF4-FFF2-40B4-BE49-F238E27FC236}">
                      <a16:creationId xmlns:a16="http://schemas.microsoft.com/office/drawing/2014/main" id="{C186D03C-CB85-F4B3-3039-43F912CF64CA}"/>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3874" name="Line 62">
                <a:extLst>
                  <a:ext uri="{FF2B5EF4-FFF2-40B4-BE49-F238E27FC236}">
                    <a16:creationId xmlns:a16="http://schemas.microsoft.com/office/drawing/2014/main" id="{C5A8D276-6329-636B-8327-13D08E5844A5}"/>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75" name="Line 63">
                <a:extLst>
                  <a:ext uri="{FF2B5EF4-FFF2-40B4-BE49-F238E27FC236}">
                    <a16:creationId xmlns:a16="http://schemas.microsoft.com/office/drawing/2014/main" id="{905F1A38-FC31-B9BE-1CAF-9B548D67AC12}"/>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3859" name="Group 64">
              <a:extLst>
                <a:ext uri="{FF2B5EF4-FFF2-40B4-BE49-F238E27FC236}">
                  <a16:creationId xmlns:a16="http://schemas.microsoft.com/office/drawing/2014/main" id="{8C37A25E-7C49-1CEE-1D9F-0ADA4C52D9DC}"/>
                </a:ext>
              </a:extLst>
            </p:cNvPr>
            <p:cNvGrpSpPr>
              <a:grpSpLocks/>
            </p:cNvGrpSpPr>
            <p:nvPr/>
          </p:nvGrpSpPr>
          <p:grpSpPr bwMode="auto">
            <a:xfrm>
              <a:off x="3452" y="2284"/>
              <a:ext cx="336" cy="148"/>
              <a:chOff x="4650" y="1129"/>
              <a:chExt cx="246" cy="95"/>
            </a:xfrm>
          </p:grpSpPr>
          <p:sp>
            <p:nvSpPr>
              <p:cNvPr id="33862" name="Oval 407">
                <a:extLst>
                  <a:ext uri="{FF2B5EF4-FFF2-40B4-BE49-F238E27FC236}">
                    <a16:creationId xmlns:a16="http://schemas.microsoft.com/office/drawing/2014/main" id="{DFEACF1D-DB5A-566A-6003-D653D45FDA67}"/>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63" name="Rectangle 410">
                <a:extLst>
                  <a:ext uri="{FF2B5EF4-FFF2-40B4-BE49-F238E27FC236}">
                    <a16:creationId xmlns:a16="http://schemas.microsoft.com/office/drawing/2014/main" id="{5FE758E6-C6D2-0E7C-7541-62DF6035A41F}"/>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3864" name="Oval 411">
                <a:extLst>
                  <a:ext uri="{FF2B5EF4-FFF2-40B4-BE49-F238E27FC236}">
                    <a16:creationId xmlns:a16="http://schemas.microsoft.com/office/drawing/2014/main" id="{D3F536A2-D80D-06B2-B17A-3F65ED4A98B8}"/>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3865" name="Group 68">
                <a:extLst>
                  <a:ext uri="{FF2B5EF4-FFF2-40B4-BE49-F238E27FC236}">
                    <a16:creationId xmlns:a16="http://schemas.microsoft.com/office/drawing/2014/main" id="{5E53CBCF-420A-5D80-6B8D-60D9D46FA711}"/>
                  </a:ext>
                </a:extLst>
              </p:cNvPr>
              <p:cNvGrpSpPr>
                <a:grpSpLocks/>
              </p:cNvGrpSpPr>
              <p:nvPr/>
            </p:nvGrpSpPr>
            <p:grpSpPr bwMode="auto">
              <a:xfrm>
                <a:off x="4699" y="1145"/>
                <a:ext cx="138" cy="29"/>
                <a:chOff x="2468" y="1332"/>
                <a:chExt cx="310" cy="60"/>
              </a:xfrm>
            </p:grpSpPr>
            <p:sp>
              <p:nvSpPr>
                <p:cNvPr id="33868" name="Freeform 69">
                  <a:extLst>
                    <a:ext uri="{FF2B5EF4-FFF2-40B4-BE49-F238E27FC236}">
                      <a16:creationId xmlns:a16="http://schemas.microsoft.com/office/drawing/2014/main" id="{44A86308-95CF-EE02-31CF-C529F5042870}"/>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69" name="Freeform 70">
                  <a:extLst>
                    <a:ext uri="{FF2B5EF4-FFF2-40B4-BE49-F238E27FC236}">
                      <a16:creationId xmlns:a16="http://schemas.microsoft.com/office/drawing/2014/main" id="{B07DF1DD-20D5-B4A5-D920-0244467E061A}"/>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3866" name="Line 71">
                <a:extLst>
                  <a:ext uri="{FF2B5EF4-FFF2-40B4-BE49-F238E27FC236}">
                    <a16:creationId xmlns:a16="http://schemas.microsoft.com/office/drawing/2014/main" id="{A5F987E4-025D-CF1F-3643-26B3CD148DF5}"/>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67" name="Line 72">
                <a:extLst>
                  <a:ext uri="{FF2B5EF4-FFF2-40B4-BE49-F238E27FC236}">
                    <a16:creationId xmlns:a16="http://schemas.microsoft.com/office/drawing/2014/main" id="{B12A286A-ED0E-9B1E-14A2-A8E8974B0645}"/>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3860" name="Line 73">
              <a:extLst>
                <a:ext uri="{FF2B5EF4-FFF2-40B4-BE49-F238E27FC236}">
                  <a16:creationId xmlns:a16="http://schemas.microsoft.com/office/drawing/2014/main" id="{3BC6BE5D-B93F-7791-7DB1-1931879D32FF}"/>
                </a:ext>
              </a:extLst>
            </p:cNvPr>
            <p:cNvSpPr>
              <a:spLocks noChangeShapeType="1"/>
            </p:cNvSpPr>
            <p:nvPr/>
          </p:nvSpPr>
          <p:spPr bwMode="auto">
            <a:xfrm>
              <a:off x="4422" y="2370"/>
              <a:ext cx="153"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61" name="Text Box 580">
              <a:extLst>
                <a:ext uri="{FF2B5EF4-FFF2-40B4-BE49-F238E27FC236}">
                  <a16:creationId xmlns:a16="http://schemas.microsoft.com/office/drawing/2014/main" id="{B9F8E086-81C0-BF84-CB1C-33E9AC7390B9}"/>
                </a:ext>
              </a:extLst>
            </p:cNvPr>
            <p:cNvSpPr txBox="1">
              <a:spLocks noChangeArrowheads="1"/>
            </p:cNvSpPr>
            <p:nvPr/>
          </p:nvSpPr>
          <p:spPr bwMode="auto">
            <a:xfrm>
              <a:off x="4231" y="1988"/>
              <a:ext cx="3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ISP</a:t>
              </a:r>
            </a:p>
          </p:txBody>
        </p:sp>
      </p:grpSp>
      <p:sp>
        <p:nvSpPr>
          <p:cNvPr id="33805" name="Line 14">
            <a:extLst>
              <a:ext uri="{FF2B5EF4-FFF2-40B4-BE49-F238E27FC236}">
                <a16:creationId xmlns:a16="http://schemas.microsoft.com/office/drawing/2014/main" id="{CF5C45C7-EEF8-0041-D33A-8266B0AD1B68}"/>
              </a:ext>
            </a:extLst>
          </p:cNvPr>
          <p:cNvSpPr>
            <a:spLocks noChangeShapeType="1"/>
          </p:cNvSpPr>
          <p:nvPr/>
        </p:nvSpPr>
        <p:spPr bwMode="auto">
          <a:xfrm flipV="1">
            <a:off x="2690813" y="2363788"/>
            <a:ext cx="19383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06" name="Text Box 17">
            <a:extLst>
              <a:ext uri="{FF2B5EF4-FFF2-40B4-BE49-F238E27FC236}">
                <a16:creationId xmlns:a16="http://schemas.microsoft.com/office/drawing/2014/main" id="{B298F6CB-4638-3864-29EA-0ED9C666E4CE}"/>
              </a:ext>
            </a:extLst>
          </p:cNvPr>
          <p:cNvSpPr txBox="1">
            <a:spLocks noChangeArrowheads="1"/>
          </p:cNvSpPr>
          <p:nvPr/>
        </p:nvSpPr>
        <p:spPr bwMode="auto">
          <a:xfrm>
            <a:off x="5942013" y="1530350"/>
            <a:ext cx="107473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telephone</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network</a:t>
            </a:r>
          </a:p>
        </p:txBody>
      </p:sp>
      <p:grpSp>
        <p:nvGrpSpPr>
          <p:cNvPr id="33807" name="Group 108">
            <a:extLst>
              <a:ext uri="{FF2B5EF4-FFF2-40B4-BE49-F238E27FC236}">
                <a16:creationId xmlns:a16="http://schemas.microsoft.com/office/drawing/2014/main" id="{1A4366B0-649A-DF19-C289-5E04121F73BE}"/>
              </a:ext>
            </a:extLst>
          </p:cNvPr>
          <p:cNvGrpSpPr>
            <a:grpSpLocks/>
          </p:cNvGrpSpPr>
          <p:nvPr/>
        </p:nvGrpSpPr>
        <p:grpSpPr bwMode="auto">
          <a:xfrm>
            <a:off x="4641850" y="2074863"/>
            <a:ext cx="368300" cy="519112"/>
            <a:chOff x="1852" y="2562"/>
            <a:chExt cx="355" cy="471"/>
          </a:xfrm>
        </p:grpSpPr>
        <p:sp>
          <p:nvSpPr>
            <p:cNvPr id="33843" name="Freeform 109">
              <a:extLst>
                <a:ext uri="{FF2B5EF4-FFF2-40B4-BE49-F238E27FC236}">
                  <a16:creationId xmlns:a16="http://schemas.microsoft.com/office/drawing/2014/main" id="{6FC1CC36-41D7-79F5-E89E-2317167D20BD}"/>
                </a:ext>
              </a:extLst>
            </p:cNvPr>
            <p:cNvSpPr>
              <a:spLocks/>
            </p:cNvSpPr>
            <p:nvPr/>
          </p:nvSpPr>
          <p:spPr bwMode="auto">
            <a:xfrm>
              <a:off x="1852" y="2621"/>
              <a:ext cx="318" cy="412"/>
            </a:xfrm>
            <a:custGeom>
              <a:avLst/>
              <a:gdLst>
                <a:gd name="T0" fmla="*/ 0 w 318"/>
                <a:gd name="T1" fmla="*/ 412 h 412"/>
                <a:gd name="T2" fmla="*/ 3 w 318"/>
                <a:gd name="T3" fmla="*/ 1 h 412"/>
                <a:gd name="T4" fmla="*/ 74 w 318"/>
                <a:gd name="T5" fmla="*/ 0 h 412"/>
                <a:gd name="T6" fmla="*/ 254 w 318"/>
                <a:gd name="T7" fmla="*/ 111 h 412"/>
                <a:gd name="T8" fmla="*/ 318 w 318"/>
                <a:gd name="T9" fmla="*/ 115 h 412"/>
                <a:gd name="T10" fmla="*/ 318 w 318"/>
                <a:gd name="T11" fmla="*/ 308 h 412"/>
                <a:gd name="T12" fmla="*/ 246 w 318"/>
                <a:gd name="T13" fmla="*/ 308 h 412"/>
                <a:gd name="T14" fmla="*/ 74 w 318"/>
                <a:gd name="T15" fmla="*/ 412 h 412"/>
                <a:gd name="T16" fmla="*/ 0 w 318"/>
                <a:gd name="T17" fmla="*/ 412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100000">
                  <a:schemeClr val="accent1"/>
                </a:gs>
              </a:gsLst>
              <a:lin ang="0" scaled="1"/>
            </a:gra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44" name="Freeform 110">
              <a:extLst>
                <a:ext uri="{FF2B5EF4-FFF2-40B4-BE49-F238E27FC236}">
                  <a16:creationId xmlns:a16="http://schemas.microsoft.com/office/drawing/2014/main" id="{A9D774B9-97B7-72FD-4E54-4A59557C4B9E}"/>
                </a:ext>
              </a:extLst>
            </p:cNvPr>
            <p:cNvSpPr>
              <a:spLocks/>
            </p:cNvSpPr>
            <p:nvPr/>
          </p:nvSpPr>
          <p:spPr bwMode="auto">
            <a:xfrm>
              <a:off x="1854" y="2562"/>
              <a:ext cx="353" cy="369"/>
            </a:xfrm>
            <a:custGeom>
              <a:avLst/>
              <a:gdLst>
                <a:gd name="T0" fmla="*/ 0 w 353"/>
                <a:gd name="T1" fmla="*/ 59 h 369"/>
                <a:gd name="T2" fmla="*/ 32 w 353"/>
                <a:gd name="T3" fmla="*/ 0 h 369"/>
                <a:gd name="T4" fmla="*/ 105 w 353"/>
                <a:gd name="T5" fmla="*/ 0 h 369"/>
                <a:gd name="T6" fmla="*/ 276 w 353"/>
                <a:gd name="T7" fmla="*/ 113 h 369"/>
                <a:gd name="T8" fmla="*/ 353 w 353"/>
                <a:gd name="T9" fmla="*/ 113 h 369"/>
                <a:gd name="T10" fmla="*/ 353 w 353"/>
                <a:gd name="T11" fmla="*/ 315 h 369"/>
                <a:gd name="T12" fmla="*/ 318 w 353"/>
                <a:gd name="T13" fmla="*/ 369 h 369"/>
                <a:gd name="T14" fmla="*/ 315 w 353"/>
                <a:gd name="T15" fmla="*/ 173 h 369"/>
                <a:gd name="T16" fmla="*/ 254 w 353"/>
                <a:gd name="T17" fmla="*/ 173 h 369"/>
                <a:gd name="T18" fmla="*/ 75 w 353"/>
                <a:gd name="T19" fmla="*/ 60 h 369"/>
                <a:gd name="T20" fmla="*/ 0 w 353"/>
                <a:gd name="T21" fmla="*/ 59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chemeClr val="accent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45" name="Line 111">
              <a:extLst>
                <a:ext uri="{FF2B5EF4-FFF2-40B4-BE49-F238E27FC236}">
                  <a16:creationId xmlns:a16="http://schemas.microsoft.com/office/drawing/2014/main" id="{AD9D88BA-7044-9CEA-6951-D3439BAE5D46}"/>
                </a:ext>
              </a:extLst>
            </p:cNvPr>
            <p:cNvSpPr>
              <a:spLocks noChangeShapeType="1"/>
            </p:cNvSpPr>
            <p:nvPr/>
          </p:nvSpPr>
          <p:spPr bwMode="auto">
            <a:xfrm flipH="1">
              <a:off x="2167" y="2674"/>
              <a:ext cx="34"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46" name="Line 112">
              <a:extLst>
                <a:ext uri="{FF2B5EF4-FFF2-40B4-BE49-F238E27FC236}">
                  <a16:creationId xmlns:a16="http://schemas.microsoft.com/office/drawing/2014/main" id="{03774C26-F7E7-2645-CC69-500BEF50C13F}"/>
                </a:ext>
              </a:extLst>
            </p:cNvPr>
            <p:cNvSpPr>
              <a:spLocks noChangeShapeType="1"/>
            </p:cNvSpPr>
            <p:nvPr/>
          </p:nvSpPr>
          <p:spPr bwMode="auto">
            <a:xfrm>
              <a:off x="1880" y="2830"/>
              <a:ext cx="2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47" name="Freeform 113">
              <a:extLst>
                <a:ext uri="{FF2B5EF4-FFF2-40B4-BE49-F238E27FC236}">
                  <a16:creationId xmlns:a16="http://schemas.microsoft.com/office/drawing/2014/main" id="{8BEF3BC3-CB60-27EA-50B0-937B30929FEC}"/>
                </a:ext>
              </a:extLst>
            </p:cNvPr>
            <p:cNvSpPr>
              <a:spLocks/>
            </p:cNvSpPr>
            <p:nvPr/>
          </p:nvSpPr>
          <p:spPr bwMode="auto">
            <a:xfrm>
              <a:off x="1874" y="2670"/>
              <a:ext cx="264" cy="105"/>
            </a:xfrm>
            <a:custGeom>
              <a:avLst/>
              <a:gdLst>
                <a:gd name="T0" fmla="*/ 0 w 264"/>
                <a:gd name="T1" fmla="*/ 0 h 105"/>
                <a:gd name="T2" fmla="*/ 52 w 264"/>
                <a:gd name="T3" fmla="*/ 0 h 105"/>
                <a:gd name="T4" fmla="*/ 207 w 264"/>
                <a:gd name="T5" fmla="*/ 105 h 105"/>
                <a:gd name="T6" fmla="*/ 264 w 264"/>
                <a:gd name="T7" fmla="*/ 105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48" name="Freeform 114">
              <a:extLst>
                <a:ext uri="{FF2B5EF4-FFF2-40B4-BE49-F238E27FC236}">
                  <a16:creationId xmlns:a16="http://schemas.microsoft.com/office/drawing/2014/main" id="{3CE0A9AA-36F6-D8FA-7665-4D9167ACFAFC}"/>
                </a:ext>
              </a:extLst>
            </p:cNvPr>
            <p:cNvSpPr>
              <a:spLocks/>
            </p:cNvSpPr>
            <p:nvPr/>
          </p:nvSpPr>
          <p:spPr bwMode="auto">
            <a:xfrm flipV="1">
              <a:off x="1874" y="2884"/>
              <a:ext cx="264" cy="105"/>
            </a:xfrm>
            <a:custGeom>
              <a:avLst/>
              <a:gdLst>
                <a:gd name="T0" fmla="*/ 0 w 264"/>
                <a:gd name="T1" fmla="*/ 0 h 105"/>
                <a:gd name="T2" fmla="*/ 52 w 264"/>
                <a:gd name="T3" fmla="*/ 0 h 105"/>
                <a:gd name="T4" fmla="*/ 207 w 264"/>
                <a:gd name="T5" fmla="*/ 105 h 105"/>
                <a:gd name="T6" fmla="*/ 264 w 264"/>
                <a:gd name="T7" fmla="*/ 105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3808" name="Text Box 115">
            <a:extLst>
              <a:ext uri="{FF2B5EF4-FFF2-40B4-BE49-F238E27FC236}">
                <a16:creationId xmlns:a16="http://schemas.microsoft.com/office/drawing/2014/main" id="{EAFB9476-FE45-3173-FC8A-841355882A77}"/>
              </a:ext>
            </a:extLst>
          </p:cNvPr>
          <p:cNvSpPr txBox="1">
            <a:spLocks noChangeArrowheads="1"/>
          </p:cNvSpPr>
          <p:nvPr/>
        </p:nvSpPr>
        <p:spPr bwMode="auto">
          <a:xfrm>
            <a:off x="4321175" y="2619375"/>
            <a:ext cx="950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DSLAM</a:t>
            </a:r>
          </a:p>
        </p:txBody>
      </p:sp>
      <p:grpSp>
        <p:nvGrpSpPr>
          <p:cNvPr id="33809" name="Group 118">
            <a:extLst>
              <a:ext uri="{FF2B5EF4-FFF2-40B4-BE49-F238E27FC236}">
                <a16:creationId xmlns:a16="http://schemas.microsoft.com/office/drawing/2014/main" id="{15A0AD10-F142-CF5B-260D-E8A0DD4B9CB4}"/>
              </a:ext>
            </a:extLst>
          </p:cNvPr>
          <p:cNvGrpSpPr>
            <a:grpSpLocks/>
          </p:cNvGrpSpPr>
          <p:nvPr/>
        </p:nvGrpSpPr>
        <p:grpSpPr bwMode="auto">
          <a:xfrm>
            <a:off x="3382963" y="1362075"/>
            <a:ext cx="796925" cy="658813"/>
            <a:chOff x="1671" y="1861"/>
            <a:chExt cx="502" cy="415"/>
          </a:xfrm>
        </p:grpSpPr>
        <p:sp>
          <p:nvSpPr>
            <p:cNvPr id="33841" name="Rectangle 116">
              <a:extLst>
                <a:ext uri="{FF2B5EF4-FFF2-40B4-BE49-F238E27FC236}">
                  <a16:creationId xmlns:a16="http://schemas.microsoft.com/office/drawing/2014/main" id="{6F52302E-2665-2CC2-A6BF-3D094C40FA07}"/>
                </a:ext>
              </a:extLst>
            </p:cNvPr>
            <p:cNvSpPr>
              <a:spLocks noChangeArrowheads="1"/>
            </p:cNvSpPr>
            <p:nvPr/>
          </p:nvSpPr>
          <p:spPr bwMode="auto">
            <a:xfrm>
              <a:off x="1742" y="1966"/>
              <a:ext cx="360" cy="31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3842" name="AutoShape 117">
              <a:extLst>
                <a:ext uri="{FF2B5EF4-FFF2-40B4-BE49-F238E27FC236}">
                  <a16:creationId xmlns:a16="http://schemas.microsoft.com/office/drawing/2014/main" id="{EC3E3353-9791-4B70-08A4-0F729FDB5505}"/>
                </a:ext>
              </a:extLst>
            </p:cNvPr>
            <p:cNvSpPr>
              <a:spLocks noChangeArrowheads="1"/>
            </p:cNvSpPr>
            <p:nvPr/>
          </p:nvSpPr>
          <p:spPr bwMode="auto">
            <a:xfrm>
              <a:off x="1671" y="1861"/>
              <a:ext cx="502" cy="129"/>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3810" name="Freeform 119">
            <a:extLst>
              <a:ext uri="{FF2B5EF4-FFF2-40B4-BE49-F238E27FC236}">
                <a16:creationId xmlns:a16="http://schemas.microsoft.com/office/drawing/2014/main" id="{A51E432B-6F81-A4BE-8E28-13799315E111}"/>
              </a:ext>
            </a:extLst>
          </p:cNvPr>
          <p:cNvSpPr>
            <a:spLocks/>
          </p:cNvSpPr>
          <p:nvPr/>
        </p:nvSpPr>
        <p:spPr bwMode="auto">
          <a:xfrm>
            <a:off x="3986213" y="1951038"/>
            <a:ext cx="674687" cy="239712"/>
          </a:xfrm>
          <a:custGeom>
            <a:avLst/>
            <a:gdLst>
              <a:gd name="T0" fmla="*/ 0 w 425"/>
              <a:gd name="T1" fmla="*/ 0 h 151"/>
              <a:gd name="T2" fmla="*/ 0 w 425"/>
              <a:gd name="T3" fmla="*/ 2147483646 h 151"/>
              <a:gd name="T4" fmla="*/ 2147483646 w 425"/>
              <a:gd name="T5" fmla="*/ 2147483646 h 151"/>
              <a:gd name="T6" fmla="*/ 0 60000 65536"/>
              <a:gd name="T7" fmla="*/ 0 60000 65536"/>
              <a:gd name="T8" fmla="*/ 0 60000 65536"/>
              <a:gd name="T9" fmla="*/ 0 w 425"/>
              <a:gd name="T10" fmla="*/ 0 h 151"/>
              <a:gd name="T11" fmla="*/ 425 w 425"/>
              <a:gd name="T12" fmla="*/ 151 h 151"/>
            </a:gdLst>
            <a:ahLst/>
            <a:cxnLst>
              <a:cxn ang="T6">
                <a:pos x="T0" y="T1"/>
              </a:cxn>
              <a:cxn ang="T7">
                <a:pos x="T2" y="T3"/>
              </a:cxn>
              <a:cxn ang="T8">
                <a:pos x="T4" y="T5"/>
              </a:cxn>
            </a:cxnLst>
            <a:rect l="T9" t="T10" r="T11" b="T12"/>
            <a:pathLst>
              <a:path w="425" h="151">
                <a:moveTo>
                  <a:pt x="0" y="0"/>
                </a:moveTo>
                <a:lnTo>
                  <a:pt x="0" y="151"/>
                </a:lnTo>
                <a:lnTo>
                  <a:pt x="425" y="151"/>
                </a:lnTo>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11" name="Line 120">
            <a:extLst>
              <a:ext uri="{FF2B5EF4-FFF2-40B4-BE49-F238E27FC236}">
                <a16:creationId xmlns:a16="http://schemas.microsoft.com/office/drawing/2014/main" id="{4E02B24B-AC90-F6D3-DB6E-8B227EE2AB7C}"/>
              </a:ext>
            </a:extLst>
          </p:cNvPr>
          <p:cNvSpPr>
            <a:spLocks noChangeShapeType="1"/>
          </p:cNvSpPr>
          <p:nvPr/>
        </p:nvSpPr>
        <p:spPr bwMode="auto">
          <a:xfrm>
            <a:off x="5014913" y="2316163"/>
            <a:ext cx="377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12" name="Freeform 123">
            <a:extLst>
              <a:ext uri="{FF2B5EF4-FFF2-40B4-BE49-F238E27FC236}">
                <a16:creationId xmlns:a16="http://schemas.microsoft.com/office/drawing/2014/main" id="{E81F6150-A99C-DA31-EE73-F1D0414E7760}"/>
              </a:ext>
            </a:extLst>
          </p:cNvPr>
          <p:cNvSpPr>
            <a:spLocks/>
          </p:cNvSpPr>
          <p:nvPr/>
        </p:nvSpPr>
        <p:spPr bwMode="auto">
          <a:xfrm>
            <a:off x="5014913" y="2384425"/>
            <a:ext cx="463550" cy="1009650"/>
          </a:xfrm>
          <a:custGeom>
            <a:avLst/>
            <a:gdLst>
              <a:gd name="T0" fmla="*/ 0 w 292"/>
              <a:gd name="T1" fmla="*/ 0 h 636"/>
              <a:gd name="T2" fmla="*/ 2147483646 w 292"/>
              <a:gd name="T3" fmla="*/ 0 h 636"/>
              <a:gd name="T4" fmla="*/ 2147483646 w 292"/>
              <a:gd name="T5" fmla="*/ 2147483646 h 636"/>
              <a:gd name="T6" fmla="*/ 2147483646 w 292"/>
              <a:gd name="T7" fmla="*/ 2147483646 h 636"/>
              <a:gd name="T8" fmla="*/ 0 60000 65536"/>
              <a:gd name="T9" fmla="*/ 0 60000 65536"/>
              <a:gd name="T10" fmla="*/ 0 60000 65536"/>
              <a:gd name="T11" fmla="*/ 0 60000 65536"/>
              <a:gd name="T12" fmla="*/ 0 w 292"/>
              <a:gd name="T13" fmla="*/ 0 h 636"/>
              <a:gd name="T14" fmla="*/ 292 w 292"/>
              <a:gd name="T15" fmla="*/ 636 h 636"/>
            </a:gdLst>
            <a:ahLst/>
            <a:cxnLst>
              <a:cxn ang="T8">
                <a:pos x="T0" y="T1"/>
              </a:cxn>
              <a:cxn ang="T9">
                <a:pos x="T2" y="T3"/>
              </a:cxn>
              <a:cxn ang="T10">
                <a:pos x="T4" y="T5"/>
              </a:cxn>
              <a:cxn ang="T11">
                <a:pos x="T6" y="T7"/>
              </a:cxn>
            </a:cxnLst>
            <a:rect l="T12" t="T13" r="T14" b="T15"/>
            <a:pathLst>
              <a:path w="292" h="636">
                <a:moveTo>
                  <a:pt x="0" y="0"/>
                </a:moveTo>
                <a:lnTo>
                  <a:pt x="130" y="0"/>
                </a:lnTo>
                <a:lnTo>
                  <a:pt x="130" y="636"/>
                </a:lnTo>
                <a:lnTo>
                  <a:pt x="292" y="636"/>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13" name="Group 135">
            <a:extLst>
              <a:ext uri="{FF2B5EF4-FFF2-40B4-BE49-F238E27FC236}">
                <a16:creationId xmlns:a16="http://schemas.microsoft.com/office/drawing/2014/main" id="{43235148-F397-8B2C-112B-A8EB4FAE0EF3}"/>
              </a:ext>
            </a:extLst>
          </p:cNvPr>
          <p:cNvGrpSpPr>
            <a:grpSpLocks/>
          </p:cNvGrpSpPr>
          <p:nvPr/>
        </p:nvGrpSpPr>
        <p:grpSpPr bwMode="auto">
          <a:xfrm>
            <a:off x="777875" y="2441575"/>
            <a:ext cx="3117850" cy="1611313"/>
            <a:chOff x="490" y="1538"/>
            <a:chExt cx="1964" cy="1015"/>
          </a:xfrm>
        </p:grpSpPr>
        <p:sp>
          <p:nvSpPr>
            <p:cNvPr id="33839" name="Text Box 124">
              <a:extLst>
                <a:ext uri="{FF2B5EF4-FFF2-40B4-BE49-F238E27FC236}">
                  <a16:creationId xmlns:a16="http://schemas.microsoft.com/office/drawing/2014/main" id="{2BD7665C-0803-0839-0ACD-EA63E9CEC7A6}"/>
                </a:ext>
              </a:extLst>
            </p:cNvPr>
            <p:cNvSpPr txBox="1">
              <a:spLocks noChangeArrowheads="1"/>
            </p:cNvSpPr>
            <p:nvPr/>
          </p:nvSpPr>
          <p:spPr bwMode="auto">
            <a:xfrm>
              <a:off x="490" y="2102"/>
              <a:ext cx="1809" cy="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85000"/>
                </a:lnSpc>
                <a:spcBef>
                  <a:spcPct val="0"/>
                </a:spcBef>
                <a:spcAft>
                  <a:spcPct val="0"/>
                </a:spcAft>
                <a:buClrTx/>
                <a:buSzTx/>
                <a:buFontTx/>
                <a:buNone/>
                <a:tabLst/>
                <a:defRPr/>
              </a:pPr>
              <a:r>
                <a:rPr kumimoji="0" lang="en-US"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voice, data transmitted</a:t>
              </a:r>
            </a:p>
            <a:p>
              <a:pPr marL="0" marR="0" lvl="0" indent="0" algn="r" defTabSz="914400" rtl="0" eaLnBrk="1" fontAlgn="base" latinLnBrk="0" hangingPunct="1">
                <a:lnSpc>
                  <a:spcPct val="85000"/>
                </a:lnSpc>
                <a:spcBef>
                  <a:spcPct val="0"/>
                </a:spcBef>
                <a:spcAft>
                  <a:spcPct val="0"/>
                </a:spcAft>
                <a:buClrTx/>
                <a:buSzTx/>
                <a:buFontTx/>
                <a:buNone/>
                <a:tabLst/>
                <a:defRPr/>
              </a:pPr>
              <a:r>
                <a:rPr kumimoji="0" lang="en-US"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different frequencies over</a:t>
              </a:r>
            </a:p>
            <a:p>
              <a:pPr marL="0" marR="0" lvl="0" indent="0" algn="r" defTabSz="914400" rtl="0" eaLnBrk="1" fontAlgn="base" latinLnBrk="0" hangingPunct="1">
                <a:lnSpc>
                  <a:spcPct val="85000"/>
                </a:lnSpc>
                <a:spcBef>
                  <a:spcPct val="0"/>
                </a:spcBef>
                <a:spcAft>
                  <a:spcPct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Arial" panose="020B0604020202020204" pitchFamily="34" charset="0"/>
                </a:rPr>
                <a:t>dedicated </a:t>
              </a:r>
              <a:r>
                <a:rPr kumimoji="0" lang="en-US"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line to central office</a:t>
              </a:r>
            </a:p>
          </p:txBody>
        </p:sp>
        <p:sp>
          <p:nvSpPr>
            <p:cNvPr id="33840" name="Line 125">
              <a:extLst>
                <a:ext uri="{FF2B5EF4-FFF2-40B4-BE49-F238E27FC236}">
                  <a16:creationId xmlns:a16="http://schemas.microsoft.com/office/drawing/2014/main" id="{76411E27-E797-45D2-677F-D5ACFE8ADB3F}"/>
                </a:ext>
              </a:extLst>
            </p:cNvPr>
            <p:cNvSpPr>
              <a:spLocks noChangeShapeType="1"/>
            </p:cNvSpPr>
            <p:nvPr/>
          </p:nvSpPr>
          <p:spPr bwMode="auto">
            <a:xfrm flipV="1">
              <a:off x="2093" y="1538"/>
              <a:ext cx="361" cy="584"/>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24384" name="Rectangle 52">
            <a:extLst>
              <a:ext uri="{FF2B5EF4-FFF2-40B4-BE49-F238E27FC236}">
                <a16:creationId xmlns:a16="http://schemas.microsoft.com/office/drawing/2014/main" id="{70C7E0AD-BDB0-5CEE-7EE0-C87019A211DC}"/>
              </a:ext>
            </a:extLst>
          </p:cNvPr>
          <p:cNvSpPr>
            <a:spLocks noChangeArrowheads="1"/>
          </p:cNvSpPr>
          <p:nvPr/>
        </p:nvSpPr>
        <p:spPr bwMode="auto">
          <a:xfrm>
            <a:off x="0" y="3995738"/>
            <a:ext cx="91186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20000"/>
              </a:spcBef>
              <a:spcAft>
                <a:spcPct val="0"/>
              </a:spcAft>
              <a:buClr>
                <a:srgbClr val="333399"/>
              </a:buClr>
              <a:buSzPct val="85000"/>
              <a:buFontTx/>
              <a:buNone/>
              <a:tabLst/>
              <a:defRPr/>
            </a:pPr>
            <a:endParaRPr kumimoji="0" lang="en-US" altLang="en-US" sz="2400" b="0" i="0" u="none" strike="noStrike" kern="1200" cap="none" spc="0" normalizeH="0" baseline="0" noProof="0" dirty="0">
              <a:ln>
                <a:noFill/>
              </a:ln>
              <a:solidFill>
                <a:srgbClr val="FF0000"/>
              </a:solidFill>
              <a:effectLst/>
              <a:uLnTx/>
              <a:uFillTx/>
              <a:latin typeface="Comic Sans MS" panose="030F0702030302020204" pitchFamily="66" charset="0"/>
              <a:ea typeface="ＭＳ Ｐゴシック" panose="020B0600070205080204" pitchFamily="34" charset="-128"/>
              <a:cs typeface="Arial" panose="020B0604020202020204" pitchFamily="34" charset="0"/>
            </a:endParaRPr>
          </a:p>
          <a:p>
            <a:pPr marL="742950" marR="0" lvl="1" indent="-285750" algn="l" defTabSz="914400" rtl="0" eaLnBrk="1" fontAlgn="base" latinLnBrk="0" hangingPunct="1">
              <a:lnSpc>
                <a:spcPct val="85000"/>
              </a:lnSpc>
              <a:spcBef>
                <a:spcPct val="20000"/>
              </a:spcBef>
              <a:spcAft>
                <a:spcPct val="0"/>
              </a:spcAft>
              <a:buClr>
                <a:srgbClr val="000099"/>
              </a:buClr>
              <a:buSzPct val="65000"/>
              <a:buFont typeface="Wingdings" panose="05000000000000000000" pitchFamily="2" charset="2"/>
              <a:buChar char="v"/>
              <a:tabLst/>
              <a:defRPr/>
            </a:pPr>
            <a:r>
              <a:rPr kumimoji="0" lang="en-US" altLang="en-US" sz="2400" b="0" i="0" u="none" strike="noStrike" kern="1200" cap="none" spc="0" normalizeH="0" baseline="0" noProof="0" dirty="0">
                <a:ln>
                  <a:noFill/>
                </a:ln>
                <a:solidFill>
                  <a:schemeClr val="bg1">
                    <a:lumMod val="50000"/>
                  </a:schemeClr>
                </a:solidFill>
                <a:effectLst/>
                <a:uLnTx/>
                <a:uFillTx/>
                <a:latin typeface="Gill Sans MT" panose="020B0502020104020203" pitchFamily="34" charset="0"/>
                <a:ea typeface="ＭＳ Ｐゴシック" panose="020B0600070205080204" pitchFamily="34" charset="-128"/>
                <a:cs typeface="Arial" panose="020B0604020202020204" pitchFamily="34" charset="0"/>
              </a:rPr>
              <a:t>use </a:t>
            </a:r>
            <a:r>
              <a:rPr kumimoji="0" lang="en-US" altLang="en-US" sz="2400" b="0" i="1" u="none" strike="noStrike" kern="1200" cap="none" spc="0" normalizeH="0" baseline="0" noProof="0" dirty="0">
                <a:ln>
                  <a:noFill/>
                </a:ln>
                <a:solidFill>
                  <a:schemeClr val="bg1">
                    <a:lumMod val="50000"/>
                  </a:schemeClr>
                </a:solidFill>
                <a:effectLst/>
                <a:uLnTx/>
                <a:uFillTx/>
                <a:latin typeface="Gill Sans MT" panose="020B0502020104020203" pitchFamily="34" charset="0"/>
                <a:ea typeface="ＭＳ Ｐゴシック" panose="020B0600070205080204" pitchFamily="34" charset="-128"/>
                <a:cs typeface="Arial" panose="020B0604020202020204" pitchFamily="34" charset="0"/>
              </a:rPr>
              <a:t>existing</a:t>
            </a:r>
            <a:r>
              <a:rPr kumimoji="0" lang="en-US" altLang="en-US" sz="2400" b="0" i="0" u="none" strike="noStrike" kern="1200" cap="none" spc="0" normalizeH="0" baseline="0" noProof="0" dirty="0">
                <a:ln>
                  <a:noFill/>
                </a:ln>
                <a:solidFill>
                  <a:schemeClr val="bg1">
                    <a:lumMod val="50000"/>
                  </a:schemeClr>
                </a:solidFill>
                <a:effectLst/>
                <a:uLnTx/>
                <a:uFillTx/>
                <a:latin typeface="Gill Sans MT" panose="020B0502020104020203" pitchFamily="34" charset="0"/>
                <a:ea typeface="ＭＳ Ｐゴシック" panose="020B0600070205080204" pitchFamily="34" charset="-128"/>
                <a:cs typeface="Arial" panose="020B0604020202020204" pitchFamily="34" charset="0"/>
              </a:rPr>
              <a:t> telephone line to central office DSLAM</a:t>
            </a:r>
          </a:p>
          <a:p>
            <a:pPr marL="1143000" marR="0" lvl="2" indent="-228600" algn="l" defTabSz="914400" rtl="0" eaLnBrk="1" fontAlgn="base" latinLnBrk="0" hangingPunct="1">
              <a:lnSpc>
                <a:spcPct val="85000"/>
              </a:lnSpc>
              <a:spcBef>
                <a:spcPct val="20000"/>
              </a:spcBef>
              <a:spcAft>
                <a:spcPct val="0"/>
              </a:spcAft>
              <a:buClr>
                <a:srgbClr val="000099"/>
              </a:buClr>
              <a:buSzTx/>
              <a:buFont typeface="Wingdings" panose="05000000000000000000" pitchFamily="2" charset="2"/>
              <a:buChar char="§"/>
              <a:tabLst/>
              <a:defRPr/>
            </a:pPr>
            <a:r>
              <a:rPr kumimoji="0" lang="en-US" altLang="en-US" sz="2400" b="0" i="0" u="none" strike="noStrike" kern="1200" cap="none" spc="0" normalizeH="0" baseline="0" noProof="0" dirty="0">
                <a:ln>
                  <a:noFill/>
                </a:ln>
                <a:solidFill>
                  <a:schemeClr val="bg1">
                    <a:lumMod val="50000"/>
                  </a:schemeClr>
                </a:solidFill>
                <a:effectLst/>
                <a:uLnTx/>
                <a:uFillTx/>
                <a:latin typeface="Gill Sans MT" panose="020B0502020104020203" pitchFamily="34" charset="0"/>
                <a:ea typeface="ＭＳ Ｐゴシック" panose="020B0600070205080204" pitchFamily="34" charset="-128"/>
                <a:cs typeface="Arial" panose="020B0604020202020204" pitchFamily="34" charset="0"/>
              </a:rPr>
              <a:t>data over DSL phone line goes to Internet</a:t>
            </a:r>
          </a:p>
          <a:p>
            <a:pPr marL="1143000" marR="0" lvl="2" indent="-228600" algn="l" defTabSz="914400" rtl="0" eaLnBrk="1" fontAlgn="base" latinLnBrk="0" hangingPunct="1">
              <a:lnSpc>
                <a:spcPct val="85000"/>
              </a:lnSpc>
              <a:spcBef>
                <a:spcPct val="20000"/>
              </a:spcBef>
              <a:spcAft>
                <a:spcPct val="0"/>
              </a:spcAft>
              <a:buClr>
                <a:srgbClr val="000099"/>
              </a:buClr>
              <a:buSzTx/>
              <a:buFont typeface="Wingdings" panose="05000000000000000000" pitchFamily="2" charset="2"/>
              <a:buChar char="§"/>
              <a:tabLst/>
              <a:defRPr/>
            </a:pPr>
            <a:r>
              <a:rPr kumimoji="0" lang="en-US" altLang="en-US" sz="2400" b="0" i="0" u="none" strike="noStrike" kern="1200" cap="none" spc="0" normalizeH="0" baseline="0" noProof="0" dirty="0">
                <a:ln>
                  <a:noFill/>
                </a:ln>
                <a:solidFill>
                  <a:schemeClr val="bg1">
                    <a:lumMod val="50000"/>
                  </a:schemeClr>
                </a:solidFill>
                <a:effectLst/>
                <a:uLnTx/>
                <a:uFillTx/>
                <a:latin typeface="Gill Sans MT" panose="020B0502020104020203" pitchFamily="34" charset="0"/>
                <a:ea typeface="ＭＳ Ｐゴシック" panose="020B0600070205080204" pitchFamily="34" charset="-128"/>
                <a:cs typeface="Arial" panose="020B0604020202020204" pitchFamily="34" charset="0"/>
              </a:rPr>
              <a:t>voice over DSL phone line goes to telephone net</a:t>
            </a:r>
          </a:p>
          <a:p>
            <a:pPr marL="742950" marR="0" lvl="1" indent="-285750" algn="l" defTabSz="914400" rtl="0" eaLnBrk="1" fontAlgn="base" latinLnBrk="0" hangingPunct="1">
              <a:lnSpc>
                <a:spcPct val="85000"/>
              </a:lnSpc>
              <a:spcBef>
                <a:spcPct val="20000"/>
              </a:spcBef>
              <a:spcAft>
                <a:spcPct val="0"/>
              </a:spcAft>
              <a:buClr>
                <a:srgbClr val="000099"/>
              </a:buClr>
              <a:buSzPct val="65000"/>
              <a:buFont typeface="Wingdings" panose="05000000000000000000" pitchFamily="2" charset="2"/>
              <a:buChar char="v"/>
              <a:tabLst/>
              <a:defRPr/>
            </a:pPr>
            <a:r>
              <a:rPr kumimoji="0" lang="en-US" altLang="en-US" sz="2400" b="0" i="0" u="none" strike="noStrike" kern="1200" cap="none" spc="0" normalizeH="0" baseline="0" noProof="0" dirty="0">
                <a:ln>
                  <a:noFill/>
                </a:ln>
                <a:solidFill>
                  <a:schemeClr val="bg1">
                    <a:lumMod val="50000"/>
                  </a:schemeClr>
                </a:solidFill>
                <a:effectLst/>
                <a:uLnTx/>
                <a:uFillTx/>
                <a:latin typeface="Gill Sans MT" panose="020B0502020104020203" pitchFamily="34" charset="0"/>
                <a:ea typeface="ＭＳ Ｐゴシック" panose="020B0600070205080204" pitchFamily="34" charset="-128"/>
                <a:cs typeface="Arial" panose="020B0604020202020204" pitchFamily="34" charset="0"/>
              </a:rPr>
              <a:t>&lt; 2.5 Mbps upstream transmission rate (typically &lt; 1 Mbps)</a:t>
            </a:r>
          </a:p>
          <a:p>
            <a:pPr marL="742950" marR="0" lvl="1" indent="-285750" algn="l" defTabSz="914400" rtl="0" eaLnBrk="1" fontAlgn="base" latinLnBrk="0" hangingPunct="1">
              <a:lnSpc>
                <a:spcPct val="85000"/>
              </a:lnSpc>
              <a:spcBef>
                <a:spcPct val="20000"/>
              </a:spcBef>
              <a:spcAft>
                <a:spcPct val="0"/>
              </a:spcAft>
              <a:buClr>
                <a:srgbClr val="000099"/>
              </a:buClr>
              <a:buSzPct val="65000"/>
              <a:buFont typeface="Wingdings" panose="05000000000000000000" pitchFamily="2" charset="2"/>
              <a:buChar char="v"/>
              <a:tabLst/>
              <a:defRPr/>
            </a:pPr>
            <a:r>
              <a:rPr kumimoji="0" lang="en-US" altLang="en-US" sz="2400" b="0" i="0" u="none" strike="noStrike" kern="1200" cap="none" spc="0" normalizeH="0" baseline="0" noProof="0" dirty="0">
                <a:ln>
                  <a:noFill/>
                </a:ln>
                <a:solidFill>
                  <a:schemeClr val="bg1">
                    <a:lumMod val="50000"/>
                  </a:schemeClr>
                </a:solidFill>
                <a:effectLst/>
                <a:uLnTx/>
                <a:uFillTx/>
                <a:latin typeface="Gill Sans MT" panose="020B0502020104020203" pitchFamily="34" charset="0"/>
                <a:ea typeface="ＭＳ Ｐゴシック" panose="020B0600070205080204" pitchFamily="34" charset="-128"/>
                <a:cs typeface="Arial" panose="020B0604020202020204" pitchFamily="34" charset="0"/>
              </a:rPr>
              <a:t>&lt; 24 Mbps downstream transmission rate (typically &lt; 10 Mbps)</a:t>
            </a:r>
          </a:p>
        </p:txBody>
      </p:sp>
      <p:sp>
        <p:nvSpPr>
          <p:cNvPr id="33815" name="Rectangle 90">
            <a:extLst>
              <a:ext uri="{FF2B5EF4-FFF2-40B4-BE49-F238E27FC236}">
                <a16:creationId xmlns:a16="http://schemas.microsoft.com/office/drawing/2014/main" id="{92FD5C62-18F9-AD60-4DA7-E3DC2278F46B}"/>
              </a:ext>
            </a:extLst>
          </p:cNvPr>
          <p:cNvSpPr>
            <a:spLocks noChangeArrowheads="1"/>
          </p:cNvSpPr>
          <p:nvPr/>
        </p:nvSpPr>
        <p:spPr bwMode="auto">
          <a:xfrm>
            <a:off x="1238250" y="1814513"/>
            <a:ext cx="1978025" cy="1395412"/>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3816" name="Line 7">
            <a:extLst>
              <a:ext uri="{FF2B5EF4-FFF2-40B4-BE49-F238E27FC236}">
                <a16:creationId xmlns:a16="http://schemas.microsoft.com/office/drawing/2014/main" id="{D10CF1AA-C53D-8D29-DDDF-B4A5F9381522}"/>
              </a:ext>
            </a:extLst>
          </p:cNvPr>
          <p:cNvSpPr>
            <a:spLocks noChangeShapeType="1"/>
          </p:cNvSpPr>
          <p:nvPr/>
        </p:nvSpPr>
        <p:spPr bwMode="auto">
          <a:xfrm flipV="1">
            <a:off x="1724025" y="2365375"/>
            <a:ext cx="365125"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17" name="Text Box 39">
            <a:extLst>
              <a:ext uri="{FF2B5EF4-FFF2-40B4-BE49-F238E27FC236}">
                <a16:creationId xmlns:a16="http://schemas.microsoft.com/office/drawing/2014/main" id="{F274439C-D044-86C5-547E-9A72814EF4FC}"/>
              </a:ext>
            </a:extLst>
          </p:cNvPr>
          <p:cNvSpPr txBox="1">
            <a:spLocks noChangeArrowheads="1"/>
          </p:cNvSpPr>
          <p:nvPr/>
        </p:nvSpPr>
        <p:spPr bwMode="auto">
          <a:xfrm>
            <a:off x="1985963" y="2471738"/>
            <a:ext cx="774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DSL</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modem</a:t>
            </a:r>
          </a:p>
        </p:txBody>
      </p:sp>
      <p:sp>
        <p:nvSpPr>
          <p:cNvPr id="33818" name="Text Box 41">
            <a:extLst>
              <a:ext uri="{FF2B5EF4-FFF2-40B4-BE49-F238E27FC236}">
                <a16:creationId xmlns:a16="http://schemas.microsoft.com/office/drawing/2014/main" id="{E1704457-F7F7-13DB-6DBB-CD639E430D08}"/>
              </a:ext>
            </a:extLst>
          </p:cNvPr>
          <p:cNvSpPr txBox="1">
            <a:spLocks noChangeArrowheads="1"/>
          </p:cNvSpPr>
          <p:nvPr/>
        </p:nvSpPr>
        <p:spPr bwMode="auto">
          <a:xfrm>
            <a:off x="2663825" y="2495550"/>
            <a:ext cx="7064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splitter</a:t>
            </a:r>
          </a:p>
        </p:txBody>
      </p:sp>
      <p:grpSp>
        <p:nvGrpSpPr>
          <p:cNvPr id="33819" name="Group 94">
            <a:extLst>
              <a:ext uri="{FF2B5EF4-FFF2-40B4-BE49-F238E27FC236}">
                <a16:creationId xmlns:a16="http://schemas.microsoft.com/office/drawing/2014/main" id="{5A842963-73B8-BCCF-AE27-C18DA6DB7D92}"/>
              </a:ext>
            </a:extLst>
          </p:cNvPr>
          <p:cNvGrpSpPr>
            <a:grpSpLocks/>
          </p:cNvGrpSpPr>
          <p:nvPr/>
        </p:nvGrpSpPr>
        <p:grpSpPr bwMode="auto">
          <a:xfrm>
            <a:off x="2079625" y="2252663"/>
            <a:ext cx="614363" cy="220662"/>
            <a:chOff x="322" y="890"/>
            <a:chExt cx="872" cy="339"/>
          </a:xfrm>
        </p:grpSpPr>
        <p:sp>
          <p:nvSpPr>
            <p:cNvPr id="33833" name="Rectangle 95">
              <a:extLst>
                <a:ext uri="{FF2B5EF4-FFF2-40B4-BE49-F238E27FC236}">
                  <a16:creationId xmlns:a16="http://schemas.microsoft.com/office/drawing/2014/main" id="{DCAA28F8-0088-85C3-4EB6-541A29378567}"/>
                </a:ext>
              </a:extLst>
            </p:cNvPr>
            <p:cNvSpPr>
              <a:spLocks noChangeArrowheads="1"/>
            </p:cNvSpPr>
            <p:nvPr/>
          </p:nvSpPr>
          <p:spPr bwMode="auto">
            <a:xfrm>
              <a:off x="322" y="1005"/>
              <a:ext cx="872" cy="224"/>
            </a:xfrm>
            <a:prstGeom prst="rect">
              <a:avLst/>
            </a:prstGeom>
            <a:solidFill>
              <a:schemeClr val="accent1"/>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3834" name="Rectangle 96">
              <a:extLst>
                <a:ext uri="{FF2B5EF4-FFF2-40B4-BE49-F238E27FC236}">
                  <a16:creationId xmlns:a16="http://schemas.microsoft.com/office/drawing/2014/main" id="{115D34C7-3E15-5527-C845-6136C857B991}"/>
                </a:ext>
              </a:extLst>
            </p:cNvPr>
            <p:cNvSpPr>
              <a:spLocks noChangeArrowheads="1"/>
            </p:cNvSpPr>
            <p:nvPr/>
          </p:nvSpPr>
          <p:spPr bwMode="auto">
            <a:xfrm>
              <a:off x="394" y="1073"/>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3835" name="Rectangle 97">
              <a:extLst>
                <a:ext uri="{FF2B5EF4-FFF2-40B4-BE49-F238E27FC236}">
                  <a16:creationId xmlns:a16="http://schemas.microsoft.com/office/drawing/2014/main" id="{8F501241-4722-E0E5-1826-9FC9C057D42B}"/>
                </a:ext>
              </a:extLst>
            </p:cNvPr>
            <p:cNvSpPr>
              <a:spLocks noChangeArrowheads="1"/>
            </p:cNvSpPr>
            <p:nvPr/>
          </p:nvSpPr>
          <p:spPr bwMode="auto">
            <a:xfrm>
              <a:off x="466" y="1073"/>
              <a:ext cx="56"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3836" name="Rectangle 98">
              <a:extLst>
                <a:ext uri="{FF2B5EF4-FFF2-40B4-BE49-F238E27FC236}">
                  <a16:creationId xmlns:a16="http://schemas.microsoft.com/office/drawing/2014/main" id="{BA885802-50D6-66C6-8E88-44D1CC5A160D}"/>
                </a:ext>
              </a:extLst>
            </p:cNvPr>
            <p:cNvSpPr>
              <a:spLocks noChangeArrowheads="1"/>
            </p:cNvSpPr>
            <p:nvPr/>
          </p:nvSpPr>
          <p:spPr bwMode="auto">
            <a:xfrm>
              <a:off x="541"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3837" name="Rectangle 99">
              <a:extLst>
                <a:ext uri="{FF2B5EF4-FFF2-40B4-BE49-F238E27FC236}">
                  <a16:creationId xmlns:a16="http://schemas.microsoft.com/office/drawing/2014/main" id="{27DD79DD-AE36-0211-D640-071B3F4B46D3}"/>
                </a:ext>
              </a:extLst>
            </p:cNvPr>
            <p:cNvSpPr>
              <a:spLocks noChangeArrowheads="1"/>
            </p:cNvSpPr>
            <p:nvPr/>
          </p:nvSpPr>
          <p:spPr bwMode="auto">
            <a:xfrm>
              <a:off x="615"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3838" name="AutoShape 100">
              <a:extLst>
                <a:ext uri="{FF2B5EF4-FFF2-40B4-BE49-F238E27FC236}">
                  <a16:creationId xmlns:a16="http://schemas.microsoft.com/office/drawing/2014/main" id="{6B9C129A-EF00-5492-1BD3-4DAA51B63333}"/>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3820" name="AutoShape 102">
            <a:extLst>
              <a:ext uri="{FF2B5EF4-FFF2-40B4-BE49-F238E27FC236}">
                <a16:creationId xmlns:a16="http://schemas.microsoft.com/office/drawing/2014/main" id="{8C51797F-D106-B252-9931-B6D9C1231061}"/>
              </a:ext>
            </a:extLst>
          </p:cNvPr>
          <p:cNvSpPr>
            <a:spLocks noChangeArrowheads="1"/>
          </p:cNvSpPr>
          <p:nvPr/>
        </p:nvSpPr>
        <p:spPr bwMode="auto">
          <a:xfrm>
            <a:off x="955675" y="1403350"/>
            <a:ext cx="2498725" cy="46831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3821" name="Rectangle 103">
            <a:extLst>
              <a:ext uri="{FF2B5EF4-FFF2-40B4-BE49-F238E27FC236}">
                <a16:creationId xmlns:a16="http://schemas.microsoft.com/office/drawing/2014/main" id="{E0A138FB-1537-2A17-83E1-125611620EB8}"/>
              </a:ext>
            </a:extLst>
          </p:cNvPr>
          <p:cNvSpPr>
            <a:spLocks noChangeArrowheads="1"/>
          </p:cNvSpPr>
          <p:nvPr/>
        </p:nvSpPr>
        <p:spPr bwMode="auto">
          <a:xfrm>
            <a:off x="2933700" y="2303463"/>
            <a:ext cx="166688" cy="144462"/>
          </a:xfrm>
          <a:prstGeom prst="rect">
            <a:avLst/>
          </a:prstGeom>
          <a:solidFill>
            <a:srgbClr val="0000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3822" name="Freeform 104">
            <a:extLst>
              <a:ext uri="{FF2B5EF4-FFF2-40B4-BE49-F238E27FC236}">
                <a16:creationId xmlns:a16="http://schemas.microsoft.com/office/drawing/2014/main" id="{94F32F79-DDEB-777C-28F7-07289B1A9240}"/>
              </a:ext>
            </a:extLst>
          </p:cNvPr>
          <p:cNvSpPr>
            <a:spLocks/>
          </p:cNvSpPr>
          <p:nvPr/>
        </p:nvSpPr>
        <p:spPr bwMode="auto">
          <a:xfrm>
            <a:off x="2409825" y="1858963"/>
            <a:ext cx="604838" cy="434975"/>
          </a:xfrm>
          <a:custGeom>
            <a:avLst/>
            <a:gdLst>
              <a:gd name="T0" fmla="*/ 2147483646 w 381"/>
              <a:gd name="T1" fmla="*/ 2147483646 h 274"/>
              <a:gd name="T2" fmla="*/ 2147483646 w 381"/>
              <a:gd name="T3" fmla="*/ 2147483646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aphicFrame>
        <p:nvGraphicFramePr>
          <p:cNvPr id="33823" name="Object 3">
            <a:extLst>
              <a:ext uri="{FF2B5EF4-FFF2-40B4-BE49-F238E27FC236}">
                <a16:creationId xmlns:a16="http://schemas.microsoft.com/office/drawing/2014/main" id="{2A44D067-ED25-4C56-36D2-FBD862691B60}"/>
              </a:ext>
            </a:extLst>
          </p:cNvPr>
          <p:cNvGraphicFramePr>
            <a:graphicFrameLocks noChangeAspect="1"/>
          </p:cNvGraphicFramePr>
          <p:nvPr/>
        </p:nvGraphicFramePr>
        <p:xfrm>
          <a:off x="2070100" y="1655763"/>
          <a:ext cx="490538" cy="369887"/>
        </p:xfrm>
        <a:graphic>
          <a:graphicData uri="http://schemas.openxmlformats.org/presentationml/2006/ole">
            <mc:AlternateContent xmlns:mc="http://schemas.openxmlformats.org/markup-compatibility/2006">
              <mc:Choice xmlns:v="urn:schemas-microsoft-com:vml" Requires="v">
                <p:oleObj name="Clip" r:id="rId2" imgW="681706" imgH="480401" progId="MS_ClipArt_Gallery.2">
                  <p:embed/>
                </p:oleObj>
              </mc:Choice>
              <mc:Fallback>
                <p:oleObj name="Clip" r:id="rId2" imgW="681706" imgH="480401" progId="MS_ClipArt_Gallery.2">
                  <p:embed/>
                  <p:pic>
                    <p:nvPicPr>
                      <p:cNvPr id="33823" name="Object 3">
                        <a:extLst>
                          <a:ext uri="{FF2B5EF4-FFF2-40B4-BE49-F238E27FC236}">
                            <a16:creationId xmlns:a16="http://schemas.microsoft.com/office/drawing/2014/main" id="{2A44D067-ED25-4C56-36D2-FBD862691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100" y="1655763"/>
                        <a:ext cx="49053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3824" name="Line 130">
            <a:extLst>
              <a:ext uri="{FF2B5EF4-FFF2-40B4-BE49-F238E27FC236}">
                <a16:creationId xmlns:a16="http://schemas.microsoft.com/office/drawing/2014/main" id="{98EE5E1E-BEA6-EFBB-1C43-4B2A991F9F19}"/>
              </a:ext>
            </a:extLst>
          </p:cNvPr>
          <p:cNvSpPr>
            <a:spLocks noChangeShapeType="1"/>
          </p:cNvSpPr>
          <p:nvPr/>
        </p:nvSpPr>
        <p:spPr bwMode="auto">
          <a:xfrm flipH="1">
            <a:off x="2697163" y="2365375"/>
            <a:ext cx="2397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25" name="AutoShape 131">
            <a:extLst>
              <a:ext uri="{FF2B5EF4-FFF2-40B4-BE49-F238E27FC236}">
                <a16:creationId xmlns:a16="http://schemas.microsoft.com/office/drawing/2014/main" id="{CBFD48B5-2CEB-813D-9055-D75970DF2943}"/>
              </a:ext>
            </a:extLst>
          </p:cNvPr>
          <p:cNvSpPr>
            <a:spLocks noChangeArrowheads="1"/>
          </p:cNvSpPr>
          <p:nvPr/>
        </p:nvSpPr>
        <p:spPr bwMode="auto">
          <a:xfrm>
            <a:off x="4445000" y="1703388"/>
            <a:ext cx="1206500" cy="261937"/>
          </a:xfrm>
          <a:prstGeom prst="triangle">
            <a:avLst>
              <a:gd name="adj" fmla="val 50000"/>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15" name="Group 136">
            <a:extLst>
              <a:ext uri="{FF2B5EF4-FFF2-40B4-BE49-F238E27FC236}">
                <a16:creationId xmlns:a16="http://schemas.microsoft.com/office/drawing/2014/main" id="{57CAB974-64D2-FE69-C200-5B4A7E331C82}"/>
              </a:ext>
            </a:extLst>
          </p:cNvPr>
          <p:cNvGrpSpPr>
            <a:grpSpLocks/>
          </p:cNvGrpSpPr>
          <p:nvPr/>
        </p:nvGrpSpPr>
        <p:grpSpPr bwMode="auto">
          <a:xfrm>
            <a:off x="3678238" y="2867025"/>
            <a:ext cx="1323975" cy="1174750"/>
            <a:chOff x="2317" y="1806"/>
            <a:chExt cx="834" cy="740"/>
          </a:xfrm>
        </p:grpSpPr>
        <p:sp>
          <p:nvSpPr>
            <p:cNvPr id="33831" name="Line 132">
              <a:extLst>
                <a:ext uri="{FF2B5EF4-FFF2-40B4-BE49-F238E27FC236}">
                  <a16:creationId xmlns:a16="http://schemas.microsoft.com/office/drawing/2014/main" id="{B824FE0F-9679-632B-F30D-8F66A9E433DD}"/>
                </a:ext>
              </a:extLst>
            </p:cNvPr>
            <p:cNvSpPr>
              <a:spLocks noChangeShapeType="1"/>
            </p:cNvSpPr>
            <p:nvPr/>
          </p:nvSpPr>
          <p:spPr bwMode="auto">
            <a:xfrm flipV="1">
              <a:off x="2671" y="1806"/>
              <a:ext cx="268" cy="43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832" name="Text Box 133">
              <a:extLst>
                <a:ext uri="{FF2B5EF4-FFF2-40B4-BE49-F238E27FC236}">
                  <a16:creationId xmlns:a16="http://schemas.microsoft.com/office/drawing/2014/main" id="{6F50E819-4B79-98AB-CF48-48D4A04CBC0F}"/>
                </a:ext>
              </a:extLst>
            </p:cNvPr>
            <p:cNvSpPr txBox="1">
              <a:spLocks noChangeArrowheads="1"/>
            </p:cNvSpPr>
            <p:nvPr/>
          </p:nvSpPr>
          <p:spPr bwMode="auto">
            <a:xfrm>
              <a:off x="2317" y="2226"/>
              <a:ext cx="83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85000"/>
                </a:lnSpc>
                <a:spcBef>
                  <a:spcPct val="0"/>
                </a:spcBef>
                <a:spcAft>
                  <a:spcPct val="0"/>
                </a:spcAft>
                <a:buClrTx/>
                <a:buSzTx/>
                <a:buFontTx/>
                <a:buNone/>
                <a:tabLst/>
                <a:defRPr/>
              </a:pPr>
              <a:r>
                <a:rPr kumimoji="0" lang="en-US" altLang="en-US" sz="1600" b="0"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DSL access </a:t>
              </a:r>
            </a:p>
            <a:p>
              <a:pPr marL="0" marR="0" lvl="0" indent="0" algn="r" defTabSz="914400" rtl="0" eaLnBrk="1" fontAlgn="base" latinLnBrk="0" hangingPunct="1">
                <a:lnSpc>
                  <a:spcPct val="85000"/>
                </a:lnSpc>
                <a:spcBef>
                  <a:spcPct val="0"/>
                </a:spcBef>
                <a:spcAft>
                  <a:spcPct val="0"/>
                </a:spcAft>
                <a:buClrTx/>
                <a:buSzTx/>
                <a:buFontTx/>
                <a:buNone/>
                <a:tabLst/>
                <a:defRPr/>
              </a:pPr>
              <a:r>
                <a:rPr kumimoji="0" lang="en-US" altLang="en-US" sz="1600" b="0"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multiplexer</a:t>
              </a:r>
            </a:p>
          </p:txBody>
        </p:sp>
      </p:grpSp>
      <p:grpSp>
        <p:nvGrpSpPr>
          <p:cNvPr id="33827" name="Group 141">
            <a:extLst>
              <a:ext uri="{FF2B5EF4-FFF2-40B4-BE49-F238E27FC236}">
                <a16:creationId xmlns:a16="http://schemas.microsoft.com/office/drawing/2014/main" id="{46137AA5-47FD-913B-B445-8690B1CA1A37}"/>
              </a:ext>
            </a:extLst>
          </p:cNvPr>
          <p:cNvGrpSpPr>
            <a:grpSpLocks/>
          </p:cNvGrpSpPr>
          <p:nvPr/>
        </p:nvGrpSpPr>
        <p:grpSpPr bwMode="auto">
          <a:xfrm>
            <a:off x="1143000" y="2043113"/>
            <a:ext cx="642938" cy="644525"/>
            <a:chOff x="-44" y="1473"/>
            <a:chExt cx="981" cy="1105"/>
          </a:xfrm>
        </p:grpSpPr>
        <p:pic>
          <p:nvPicPr>
            <p:cNvPr id="33829" name="Picture 142" descr="desktop_computer_stylized_medium">
              <a:extLst>
                <a:ext uri="{FF2B5EF4-FFF2-40B4-BE49-F238E27FC236}">
                  <a16:creationId xmlns:a16="http://schemas.microsoft.com/office/drawing/2014/main" id="{7EA88A9D-5E01-06E2-55B9-E563C17223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30" name="Freeform 143">
              <a:extLst>
                <a:ext uri="{FF2B5EF4-FFF2-40B4-BE49-F238E27FC236}">
                  <a16:creationId xmlns:a16="http://schemas.microsoft.com/office/drawing/2014/main" id="{C1E8E166-7474-C50B-3D43-C407AE140AA3}"/>
                </a:ext>
              </a:extLst>
            </p:cNvPr>
            <p:cNvSpPr>
              <a:spLocks/>
            </p:cNvSpPr>
            <p:nvPr/>
          </p:nvSpPr>
          <p:spPr bwMode="auto">
            <a:xfrm flipH="1">
              <a:off x="374" y="1579"/>
              <a:ext cx="477" cy="506"/>
            </a:xfrm>
            <a:custGeom>
              <a:avLst/>
              <a:gdLst>
                <a:gd name="T0" fmla="*/ 0 w 356"/>
                <a:gd name="T1" fmla="*/ 0 h 368"/>
                <a:gd name="T2" fmla="*/ 10045 w 356"/>
                <a:gd name="T3" fmla="*/ 645 h 368"/>
                <a:gd name="T4" fmla="*/ 11917 w 356"/>
                <a:gd name="T5" fmla="*/ 13448 h 368"/>
                <a:gd name="T6" fmla="*/ 2626 w 356"/>
                <a:gd name="T7" fmla="*/ 168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3828" name="Slide Number Placeholder 3">
            <a:extLst>
              <a:ext uri="{FF2B5EF4-FFF2-40B4-BE49-F238E27FC236}">
                <a16:creationId xmlns:a16="http://schemas.microsoft.com/office/drawing/2014/main" id="{D1E9F91C-D7EF-473B-23BD-D317EC148A65}"/>
              </a:ext>
            </a:extLst>
          </p:cNvPr>
          <p:cNvSpPr>
            <a:spLocks noGrp="1"/>
          </p:cNvSpPr>
          <p:nvPr>
            <p:ph type="sldNum" sz="quarter" idx="12"/>
          </p:nvPr>
        </p:nvSpPr>
        <p:spPr bwMode="auto">
          <a:xfrm>
            <a:off x="8324850" y="6462713"/>
            <a:ext cx="676275" cy="2762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6C30DDC3-B744-423A-8069-E256BF71CBA0}"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4080042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24384"/>
                                        </p:tgtEl>
                                        <p:attrNameLst>
                                          <p:attrName>style.visibility</p:attrName>
                                        </p:attrNameLst>
                                      </p:cBhvr>
                                      <p:to>
                                        <p:strVal val="visible"/>
                                      </p:to>
                                    </p:set>
                                    <p:animEffect transition="in" filter="dissolve">
                                      <p:cBhvr>
                                        <p:cTn id="17" dur="500"/>
                                        <p:tgtEl>
                                          <p:spTgt spid="224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38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itle 41">
            <a:extLst>
              <a:ext uri="{FF2B5EF4-FFF2-40B4-BE49-F238E27FC236}">
                <a16:creationId xmlns:a16="http://schemas.microsoft.com/office/drawing/2014/main" id="{294E77BC-4544-0536-3D23-E13B022E194F}"/>
              </a:ext>
            </a:extLst>
          </p:cNvPr>
          <p:cNvSpPr>
            <a:spLocks/>
          </p:cNvSpPr>
          <p:nvPr/>
        </p:nvSpPr>
        <p:spPr bwMode="auto">
          <a:xfrm>
            <a:off x="381000" y="239713"/>
            <a:ext cx="5622925"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600" b="0" i="0" u="none" strike="noStrike" kern="0" cap="none" spc="0" normalizeH="0" baseline="0" noProof="0" dirty="0">
                <a:ln>
                  <a:noFill/>
                </a:ln>
                <a:solidFill>
                  <a:schemeClr val="bg1">
                    <a:lumMod val="75000"/>
                  </a:schemeClr>
                </a:solidFill>
                <a:effectLst/>
                <a:uLnTx/>
                <a:uFillTx/>
                <a:latin typeface="Times New Roman"/>
                <a:ea typeface="ＭＳ Ｐゴシック" panose="020B0600070205080204" pitchFamily="34" charset="-128"/>
                <a:cs typeface="Arial" panose="020B0604020202020204" pitchFamily="34" charset="0"/>
              </a:rPr>
              <a:t>Cable Network</a:t>
            </a:r>
          </a:p>
        </p:txBody>
      </p:sp>
      <p:sp>
        <p:nvSpPr>
          <p:cNvPr id="34820" name="Rectangle 60">
            <a:extLst>
              <a:ext uri="{FF2B5EF4-FFF2-40B4-BE49-F238E27FC236}">
                <a16:creationId xmlns:a16="http://schemas.microsoft.com/office/drawing/2014/main" id="{F3297B02-C992-1296-C40F-2FDA093BB8D0}"/>
              </a:ext>
            </a:extLst>
          </p:cNvPr>
          <p:cNvSpPr>
            <a:spLocks noChangeArrowheads="1"/>
          </p:cNvSpPr>
          <p:nvPr/>
        </p:nvSpPr>
        <p:spPr bwMode="auto">
          <a:xfrm>
            <a:off x="657225" y="1651000"/>
            <a:ext cx="1793875" cy="92551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821" name="Line 7">
            <a:extLst>
              <a:ext uri="{FF2B5EF4-FFF2-40B4-BE49-F238E27FC236}">
                <a16:creationId xmlns:a16="http://schemas.microsoft.com/office/drawing/2014/main" id="{C2F69F5A-AA6E-DA1A-F965-A7B9E78FB87D}"/>
              </a:ext>
            </a:extLst>
          </p:cNvPr>
          <p:cNvSpPr>
            <a:spLocks noChangeShapeType="1"/>
          </p:cNvSpPr>
          <p:nvPr/>
        </p:nvSpPr>
        <p:spPr bwMode="auto">
          <a:xfrm flipV="1">
            <a:off x="958850" y="2201863"/>
            <a:ext cx="36512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22" name="Text Box 39">
            <a:extLst>
              <a:ext uri="{FF2B5EF4-FFF2-40B4-BE49-F238E27FC236}">
                <a16:creationId xmlns:a16="http://schemas.microsoft.com/office/drawing/2014/main" id="{DD3CD258-61EB-9B3E-18D6-B3F47B239C70}"/>
              </a:ext>
            </a:extLst>
          </p:cNvPr>
          <p:cNvSpPr txBox="1">
            <a:spLocks noChangeArrowheads="1"/>
          </p:cNvSpPr>
          <p:nvPr/>
        </p:nvSpPr>
        <p:spPr bwMode="auto">
          <a:xfrm>
            <a:off x="1120775" y="2352675"/>
            <a:ext cx="774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cable</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modem</a:t>
            </a:r>
          </a:p>
        </p:txBody>
      </p:sp>
      <p:sp>
        <p:nvSpPr>
          <p:cNvPr id="34823" name="Text Box 41">
            <a:extLst>
              <a:ext uri="{FF2B5EF4-FFF2-40B4-BE49-F238E27FC236}">
                <a16:creationId xmlns:a16="http://schemas.microsoft.com/office/drawing/2014/main" id="{05C65B53-F4BA-7DA3-9FB2-C9150F48B196}"/>
              </a:ext>
            </a:extLst>
          </p:cNvPr>
          <p:cNvSpPr txBox="1">
            <a:spLocks noChangeArrowheads="1"/>
          </p:cNvSpPr>
          <p:nvPr/>
        </p:nvSpPr>
        <p:spPr bwMode="auto">
          <a:xfrm>
            <a:off x="1787525" y="2354263"/>
            <a:ext cx="70643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splitter</a:t>
            </a:r>
          </a:p>
        </p:txBody>
      </p:sp>
      <p:grpSp>
        <p:nvGrpSpPr>
          <p:cNvPr id="34824" name="Group 64">
            <a:extLst>
              <a:ext uri="{FF2B5EF4-FFF2-40B4-BE49-F238E27FC236}">
                <a16:creationId xmlns:a16="http://schemas.microsoft.com/office/drawing/2014/main" id="{32BBBFDA-8F54-150A-9FFA-1C9A02CEA017}"/>
              </a:ext>
            </a:extLst>
          </p:cNvPr>
          <p:cNvGrpSpPr>
            <a:grpSpLocks/>
          </p:cNvGrpSpPr>
          <p:nvPr/>
        </p:nvGrpSpPr>
        <p:grpSpPr bwMode="auto">
          <a:xfrm>
            <a:off x="1304925" y="2078038"/>
            <a:ext cx="614363" cy="220662"/>
            <a:chOff x="322" y="890"/>
            <a:chExt cx="872" cy="339"/>
          </a:xfrm>
        </p:grpSpPr>
        <p:sp>
          <p:nvSpPr>
            <p:cNvPr id="34980" name="Rectangle 65">
              <a:extLst>
                <a:ext uri="{FF2B5EF4-FFF2-40B4-BE49-F238E27FC236}">
                  <a16:creationId xmlns:a16="http://schemas.microsoft.com/office/drawing/2014/main" id="{4A0A263D-E9D0-3FCF-E9C9-C044A99036DE}"/>
                </a:ext>
              </a:extLst>
            </p:cNvPr>
            <p:cNvSpPr>
              <a:spLocks noChangeArrowheads="1"/>
            </p:cNvSpPr>
            <p:nvPr/>
          </p:nvSpPr>
          <p:spPr bwMode="auto">
            <a:xfrm>
              <a:off x="322" y="1005"/>
              <a:ext cx="872" cy="224"/>
            </a:xfrm>
            <a:prstGeom prst="rect">
              <a:avLst/>
            </a:prstGeom>
            <a:solidFill>
              <a:srgbClr val="FFFF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81" name="Rectangle 66">
              <a:extLst>
                <a:ext uri="{FF2B5EF4-FFF2-40B4-BE49-F238E27FC236}">
                  <a16:creationId xmlns:a16="http://schemas.microsoft.com/office/drawing/2014/main" id="{A244397A-FE17-378B-D6DA-62B6F4A24648}"/>
                </a:ext>
              </a:extLst>
            </p:cNvPr>
            <p:cNvSpPr>
              <a:spLocks noChangeArrowheads="1"/>
            </p:cNvSpPr>
            <p:nvPr/>
          </p:nvSpPr>
          <p:spPr bwMode="auto">
            <a:xfrm>
              <a:off x="394" y="1073"/>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82" name="Rectangle 67">
              <a:extLst>
                <a:ext uri="{FF2B5EF4-FFF2-40B4-BE49-F238E27FC236}">
                  <a16:creationId xmlns:a16="http://schemas.microsoft.com/office/drawing/2014/main" id="{B83B240C-5606-6ABA-A058-5FE6B503EBC4}"/>
                </a:ext>
              </a:extLst>
            </p:cNvPr>
            <p:cNvSpPr>
              <a:spLocks noChangeArrowheads="1"/>
            </p:cNvSpPr>
            <p:nvPr/>
          </p:nvSpPr>
          <p:spPr bwMode="auto">
            <a:xfrm>
              <a:off x="466" y="1073"/>
              <a:ext cx="56"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83" name="Rectangle 68">
              <a:extLst>
                <a:ext uri="{FF2B5EF4-FFF2-40B4-BE49-F238E27FC236}">
                  <a16:creationId xmlns:a16="http://schemas.microsoft.com/office/drawing/2014/main" id="{7F4FD81D-379A-B521-F0F6-5535AF59C055}"/>
                </a:ext>
              </a:extLst>
            </p:cNvPr>
            <p:cNvSpPr>
              <a:spLocks noChangeArrowheads="1"/>
            </p:cNvSpPr>
            <p:nvPr/>
          </p:nvSpPr>
          <p:spPr bwMode="auto">
            <a:xfrm>
              <a:off x="541"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84" name="Rectangle 69">
              <a:extLst>
                <a:ext uri="{FF2B5EF4-FFF2-40B4-BE49-F238E27FC236}">
                  <a16:creationId xmlns:a16="http://schemas.microsoft.com/office/drawing/2014/main" id="{D37CA65F-D934-8D2A-FEF4-13B45A0CA2AF}"/>
                </a:ext>
              </a:extLst>
            </p:cNvPr>
            <p:cNvSpPr>
              <a:spLocks noChangeArrowheads="1"/>
            </p:cNvSpPr>
            <p:nvPr/>
          </p:nvSpPr>
          <p:spPr bwMode="auto">
            <a:xfrm>
              <a:off x="615"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85" name="AutoShape 70">
              <a:extLst>
                <a:ext uri="{FF2B5EF4-FFF2-40B4-BE49-F238E27FC236}">
                  <a16:creationId xmlns:a16="http://schemas.microsoft.com/office/drawing/2014/main" id="{6F98DBAA-B158-1604-2691-2923072456BD}"/>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4825" name="AutoShape 72">
            <a:extLst>
              <a:ext uri="{FF2B5EF4-FFF2-40B4-BE49-F238E27FC236}">
                <a16:creationId xmlns:a16="http://schemas.microsoft.com/office/drawing/2014/main" id="{CA630DDE-4776-2BAE-CF1B-9247BA4DBF90}"/>
              </a:ext>
            </a:extLst>
          </p:cNvPr>
          <p:cNvSpPr>
            <a:spLocks noChangeArrowheads="1"/>
          </p:cNvSpPr>
          <p:nvPr/>
        </p:nvSpPr>
        <p:spPr bwMode="auto">
          <a:xfrm>
            <a:off x="419100" y="1239838"/>
            <a:ext cx="2268538" cy="468312"/>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826" name="Rectangle 73">
            <a:extLst>
              <a:ext uri="{FF2B5EF4-FFF2-40B4-BE49-F238E27FC236}">
                <a16:creationId xmlns:a16="http://schemas.microsoft.com/office/drawing/2014/main" id="{064EB607-B93D-A948-E734-1A33286DFFA1}"/>
              </a:ext>
            </a:extLst>
          </p:cNvPr>
          <p:cNvSpPr>
            <a:spLocks noChangeArrowheads="1"/>
          </p:cNvSpPr>
          <p:nvPr/>
        </p:nvSpPr>
        <p:spPr bwMode="auto">
          <a:xfrm>
            <a:off x="2035175" y="2139950"/>
            <a:ext cx="166688" cy="144463"/>
          </a:xfrm>
          <a:prstGeom prst="rect">
            <a:avLst/>
          </a:prstGeom>
          <a:solidFill>
            <a:srgbClr val="0000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827" name="Freeform 74">
            <a:extLst>
              <a:ext uri="{FF2B5EF4-FFF2-40B4-BE49-F238E27FC236}">
                <a16:creationId xmlns:a16="http://schemas.microsoft.com/office/drawing/2014/main" id="{3E69C522-7DB6-DB47-921D-D9F1CDFA3920}"/>
              </a:ext>
            </a:extLst>
          </p:cNvPr>
          <p:cNvSpPr>
            <a:spLocks/>
          </p:cNvSpPr>
          <p:nvPr/>
        </p:nvSpPr>
        <p:spPr bwMode="auto">
          <a:xfrm>
            <a:off x="1644650" y="1695450"/>
            <a:ext cx="479425" cy="434975"/>
          </a:xfrm>
          <a:custGeom>
            <a:avLst/>
            <a:gdLst>
              <a:gd name="T0" fmla="*/ 2147483646 w 381"/>
              <a:gd name="T1" fmla="*/ 2147483646 h 274"/>
              <a:gd name="T2" fmla="*/ 2147483646 w 381"/>
              <a:gd name="T3" fmla="*/ 2147483646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28" name="Line 95">
            <a:extLst>
              <a:ext uri="{FF2B5EF4-FFF2-40B4-BE49-F238E27FC236}">
                <a16:creationId xmlns:a16="http://schemas.microsoft.com/office/drawing/2014/main" id="{AB1CC78C-7EAC-3B8C-C22A-E31D026D4C77}"/>
              </a:ext>
            </a:extLst>
          </p:cNvPr>
          <p:cNvSpPr>
            <a:spLocks noChangeShapeType="1"/>
          </p:cNvSpPr>
          <p:nvPr/>
        </p:nvSpPr>
        <p:spPr bwMode="auto">
          <a:xfrm flipH="1">
            <a:off x="1943100" y="2201863"/>
            <a:ext cx="2397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4829" name="Picture 96" descr="tv">
            <a:extLst>
              <a:ext uri="{FF2B5EF4-FFF2-40B4-BE49-F238E27FC236}">
                <a16:creationId xmlns:a16="http://schemas.microsoft.com/office/drawing/2014/main" id="{63DAC704-E391-5C30-67EB-779E4FC54E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0" y="1355725"/>
            <a:ext cx="75565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830" name="Group 117">
            <a:extLst>
              <a:ext uri="{FF2B5EF4-FFF2-40B4-BE49-F238E27FC236}">
                <a16:creationId xmlns:a16="http://schemas.microsoft.com/office/drawing/2014/main" id="{379AD988-1707-EEBB-7C04-39AB85FE1D94}"/>
              </a:ext>
            </a:extLst>
          </p:cNvPr>
          <p:cNvGrpSpPr>
            <a:grpSpLocks/>
          </p:cNvGrpSpPr>
          <p:nvPr/>
        </p:nvGrpSpPr>
        <p:grpSpPr bwMode="auto">
          <a:xfrm>
            <a:off x="2676525" y="1470025"/>
            <a:ext cx="850900" cy="527050"/>
            <a:chOff x="-490" y="1664"/>
            <a:chExt cx="1429" cy="842"/>
          </a:xfrm>
        </p:grpSpPr>
        <p:sp>
          <p:nvSpPr>
            <p:cNvPr id="34964" name="AutoShape 111">
              <a:extLst>
                <a:ext uri="{FF2B5EF4-FFF2-40B4-BE49-F238E27FC236}">
                  <a16:creationId xmlns:a16="http://schemas.microsoft.com/office/drawing/2014/main" id="{B7453574-57D6-BAD5-8E8A-50F765164CA4}"/>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4965" name="Group 116">
              <a:extLst>
                <a:ext uri="{FF2B5EF4-FFF2-40B4-BE49-F238E27FC236}">
                  <a16:creationId xmlns:a16="http://schemas.microsoft.com/office/drawing/2014/main" id="{939CECEE-0AC4-9441-AA91-98A916E51AB4}"/>
                </a:ext>
              </a:extLst>
            </p:cNvPr>
            <p:cNvGrpSpPr>
              <a:grpSpLocks/>
            </p:cNvGrpSpPr>
            <p:nvPr/>
          </p:nvGrpSpPr>
          <p:grpSpPr bwMode="auto">
            <a:xfrm>
              <a:off x="-427" y="1737"/>
              <a:ext cx="1217" cy="769"/>
              <a:chOff x="-427" y="1737"/>
              <a:chExt cx="1217" cy="769"/>
            </a:xfrm>
          </p:grpSpPr>
          <p:sp>
            <p:nvSpPr>
              <p:cNvPr id="34966" name="Rectangle 99">
                <a:extLst>
                  <a:ext uri="{FF2B5EF4-FFF2-40B4-BE49-F238E27FC236}">
                    <a16:creationId xmlns:a16="http://schemas.microsoft.com/office/drawing/2014/main" id="{EE1C189E-7925-3192-7B59-FC24C1A0CC24}"/>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67" name="Line 7">
                <a:extLst>
                  <a:ext uri="{FF2B5EF4-FFF2-40B4-BE49-F238E27FC236}">
                    <a16:creationId xmlns:a16="http://schemas.microsoft.com/office/drawing/2014/main" id="{3F45DC73-E165-095D-10D9-76BDDAF8E3AF}"/>
                  </a:ext>
                </a:extLst>
              </p:cNvPr>
              <p:cNvSpPr>
                <a:spLocks noChangeShapeType="1"/>
              </p:cNvSpPr>
              <p:nvPr/>
            </p:nvSpPr>
            <p:spPr bwMode="auto">
              <a:xfrm flipV="1">
                <a:off x="-150" y="2270"/>
                <a:ext cx="23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4968" name="Group 103">
                <a:extLst>
                  <a:ext uri="{FF2B5EF4-FFF2-40B4-BE49-F238E27FC236}">
                    <a16:creationId xmlns:a16="http://schemas.microsoft.com/office/drawing/2014/main" id="{DFD1A55C-7AFD-B503-E05C-669B090AED9F}"/>
                  </a:ext>
                </a:extLst>
              </p:cNvPr>
              <p:cNvGrpSpPr>
                <a:grpSpLocks/>
              </p:cNvGrpSpPr>
              <p:nvPr/>
            </p:nvGrpSpPr>
            <p:grpSpPr bwMode="auto">
              <a:xfrm>
                <a:off x="68" y="2192"/>
                <a:ext cx="387" cy="139"/>
                <a:chOff x="322" y="890"/>
                <a:chExt cx="872" cy="339"/>
              </a:xfrm>
            </p:grpSpPr>
            <p:sp>
              <p:nvSpPr>
                <p:cNvPr id="34974" name="Rectangle 104">
                  <a:extLst>
                    <a:ext uri="{FF2B5EF4-FFF2-40B4-BE49-F238E27FC236}">
                      <a16:creationId xmlns:a16="http://schemas.microsoft.com/office/drawing/2014/main" id="{3524A1BA-F775-1992-2847-D60B41DCC21C}"/>
                    </a:ext>
                  </a:extLst>
                </p:cNvPr>
                <p:cNvSpPr>
                  <a:spLocks noChangeArrowheads="1"/>
                </p:cNvSpPr>
                <p:nvPr/>
              </p:nvSpPr>
              <p:spPr bwMode="auto">
                <a:xfrm>
                  <a:off x="320" y="1000"/>
                  <a:ext cx="871" cy="229"/>
                </a:xfrm>
                <a:prstGeom prst="rect">
                  <a:avLst/>
                </a:prstGeom>
                <a:solidFill>
                  <a:srgbClr val="FFFF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75" name="Rectangle 105">
                  <a:extLst>
                    <a:ext uri="{FF2B5EF4-FFF2-40B4-BE49-F238E27FC236}">
                      <a16:creationId xmlns:a16="http://schemas.microsoft.com/office/drawing/2014/main" id="{B50D49A4-4452-9F91-79BE-DB4C69F6E70F}"/>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76" name="Rectangle 106">
                  <a:extLst>
                    <a:ext uri="{FF2B5EF4-FFF2-40B4-BE49-F238E27FC236}">
                      <a16:creationId xmlns:a16="http://schemas.microsoft.com/office/drawing/2014/main" id="{06ED4839-ADA9-F194-5C61-0096AE89D823}"/>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77" name="Rectangle 107">
                  <a:extLst>
                    <a:ext uri="{FF2B5EF4-FFF2-40B4-BE49-F238E27FC236}">
                      <a16:creationId xmlns:a16="http://schemas.microsoft.com/office/drawing/2014/main" id="{3398402C-C6DD-E314-C5F8-1007974E7E47}"/>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78" name="Rectangle 108">
                  <a:extLst>
                    <a:ext uri="{FF2B5EF4-FFF2-40B4-BE49-F238E27FC236}">
                      <a16:creationId xmlns:a16="http://schemas.microsoft.com/office/drawing/2014/main" id="{8511E771-8B7C-E543-D3C9-438777815CE9}"/>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79" name="AutoShape 109">
                  <a:extLst>
                    <a:ext uri="{FF2B5EF4-FFF2-40B4-BE49-F238E27FC236}">
                      <a16:creationId xmlns:a16="http://schemas.microsoft.com/office/drawing/2014/main" id="{8C0EF7D1-E290-2E02-CB4B-1EB7DD31E695}"/>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4969" name="Picture 110" descr="desktop_computer_stylized_small">
                <a:extLst>
                  <a:ext uri="{FF2B5EF4-FFF2-40B4-BE49-F238E27FC236}">
                    <a16:creationId xmlns:a16="http://schemas.microsoft.com/office/drawing/2014/main" id="{4B75CCCF-30DC-58E6-B38A-994A8E6822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70" name="Rectangle 112">
                <a:extLst>
                  <a:ext uri="{FF2B5EF4-FFF2-40B4-BE49-F238E27FC236}">
                    <a16:creationId xmlns:a16="http://schemas.microsoft.com/office/drawing/2014/main" id="{F49F3972-DB2A-7F71-AC09-AB0B8A88C96A}"/>
                  </a:ext>
                </a:extLst>
              </p:cNvPr>
              <p:cNvSpPr>
                <a:spLocks noChangeArrowheads="1"/>
              </p:cNvSpPr>
              <p:nvPr/>
            </p:nvSpPr>
            <p:spPr bwMode="auto">
              <a:xfrm>
                <a:off x="528" y="2232"/>
                <a:ext cx="104" cy="91"/>
              </a:xfrm>
              <a:prstGeom prst="rect">
                <a:avLst/>
              </a:prstGeom>
              <a:solidFill>
                <a:srgbClr val="0000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71" name="Freeform 113">
                <a:extLst>
                  <a:ext uri="{FF2B5EF4-FFF2-40B4-BE49-F238E27FC236}">
                    <a16:creationId xmlns:a16="http://schemas.microsoft.com/office/drawing/2014/main" id="{3EA12806-BA23-72BF-10AD-0BD81E13EC04}"/>
                  </a:ext>
                </a:extLst>
              </p:cNvPr>
              <p:cNvSpPr>
                <a:spLocks/>
              </p:cNvSpPr>
              <p:nvPr/>
            </p:nvSpPr>
            <p:spPr bwMode="auto">
              <a:xfrm>
                <a:off x="282" y="1951"/>
                <a:ext cx="302" cy="274"/>
              </a:xfrm>
              <a:custGeom>
                <a:avLst/>
                <a:gdLst>
                  <a:gd name="T0" fmla="*/ 23 w 381"/>
                  <a:gd name="T1" fmla="*/ 274 h 274"/>
                  <a:gd name="T2" fmla="*/ 23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972" name="Line 114">
                <a:extLst>
                  <a:ext uri="{FF2B5EF4-FFF2-40B4-BE49-F238E27FC236}">
                    <a16:creationId xmlns:a16="http://schemas.microsoft.com/office/drawing/2014/main" id="{90C55141-B7F2-96D1-B86D-9B0C6FC8F179}"/>
                  </a:ext>
                </a:extLst>
              </p:cNvPr>
              <p:cNvSpPr>
                <a:spLocks noChangeShapeType="1"/>
              </p:cNvSpPr>
              <p:nvPr/>
            </p:nvSpPr>
            <p:spPr bwMode="auto">
              <a:xfrm flipH="1">
                <a:off x="470" y="2270"/>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4973" name="Picture 115" descr="tv">
                <a:extLst>
                  <a:ext uri="{FF2B5EF4-FFF2-40B4-BE49-F238E27FC236}">
                    <a16:creationId xmlns:a16="http://schemas.microsoft.com/office/drawing/2014/main" id="{ABDBD399-93FB-1B32-F232-C33BAA86B8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4831" name="Group 118">
            <a:extLst>
              <a:ext uri="{FF2B5EF4-FFF2-40B4-BE49-F238E27FC236}">
                <a16:creationId xmlns:a16="http://schemas.microsoft.com/office/drawing/2014/main" id="{5B222D7A-7D1F-A3CF-2C01-8C05907B82F3}"/>
              </a:ext>
            </a:extLst>
          </p:cNvPr>
          <p:cNvGrpSpPr>
            <a:grpSpLocks/>
          </p:cNvGrpSpPr>
          <p:nvPr/>
        </p:nvGrpSpPr>
        <p:grpSpPr bwMode="auto">
          <a:xfrm>
            <a:off x="3578225" y="1463675"/>
            <a:ext cx="850900" cy="527050"/>
            <a:chOff x="-490" y="1664"/>
            <a:chExt cx="1429" cy="842"/>
          </a:xfrm>
        </p:grpSpPr>
        <p:sp>
          <p:nvSpPr>
            <p:cNvPr id="34948" name="AutoShape 119">
              <a:extLst>
                <a:ext uri="{FF2B5EF4-FFF2-40B4-BE49-F238E27FC236}">
                  <a16:creationId xmlns:a16="http://schemas.microsoft.com/office/drawing/2014/main" id="{9E24AC72-EB8B-B0B5-5AD9-6195E74E460E}"/>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4949" name="Group 120">
              <a:extLst>
                <a:ext uri="{FF2B5EF4-FFF2-40B4-BE49-F238E27FC236}">
                  <a16:creationId xmlns:a16="http://schemas.microsoft.com/office/drawing/2014/main" id="{0C0F65E8-A54F-53CF-1455-B039A0F3E86F}"/>
                </a:ext>
              </a:extLst>
            </p:cNvPr>
            <p:cNvGrpSpPr>
              <a:grpSpLocks/>
            </p:cNvGrpSpPr>
            <p:nvPr/>
          </p:nvGrpSpPr>
          <p:grpSpPr bwMode="auto">
            <a:xfrm>
              <a:off x="-427" y="1737"/>
              <a:ext cx="1217" cy="769"/>
              <a:chOff x="-427" y="1737"/>
              <a:chExt cx="1217" cy="769"/>
            </a:xfrm>
          </p:grpSpPr>
          <p:sp>
            <p:nvSpPr>
              <p:cNvPr id="34950" name="Rectangle 121">
                <a:extLst>
                  <a:ext uri="{FF2B5EF4-FFF2-40B4-BE49-F238E27FC236}">
                    <a16:creationId xmlns:a16="http://schemas.microsoft.com/office/drawing/2014/main" id="{53928E80-9AA7-21BF-6981-92F302BD3600}"/>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51" name="Line 7">
                <a:extLst>
                  <a:ext uri="{FF2B5EF4-FFF2-40B4-BE49-F238E27FC236}">
                    <a16:creationId xmlns:a16="http://schemas.microsoft.com/office/drawing/2014/main" id="{AD36C74F-FF1B-6870-0415-4D9B8D8BE555}"/>
                  </a:ext>
                </a:extLst>
              </p:cNvPr>
              <p:cNvSpPr>
                <a:spLocks noChangeShapeType="1"/>
              </p:cNvSpPr>
              <p:nvPr/>
            </p:nvSpPr>
            <p:spPr bwMode="auto">
              <a:xfrm flipV="1">
                <a:off x="-150" y="2270"/>
                <a:ext cx="23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4952" name="Group 123">
                <a:extLst>
                  <a:ext uri="{FF2B5EF4-FFF2-40B4-BE49-F238E27FC236}">
                    <a16:creationId xmlns:a16="http://schemas.microsoft.com/office/drawing/2014/main" id="{E47A65F3-1F36-4833-1164-32E3221EF0E4}"/>
                  </a:ext>
                </a:extLst>
              </p:cNvPr>
              <p:cNvGrpSpPr>
                <a:grpSpLocks/>
              </p:cNvGrpSpPr>
              <p:nvPr/>
            </p:nvGrpSpPr>
            <p:grpSpPr bwMode="auto">
              <a:xfrm>
                <a:off x="68" y="2192"/>
                <a:ext cx="387" cy="139"/>
                <a:chOff x="322" y="890"/>
                <a:chExt cx="872" cy="339"/>
              </a:xfrm>
            </p:grpSpPr>
            <p:sp>
              <p:nvSpPr>
                <p:cNvPr id="34958" name="Rectangle 124">
                  <a:extLst>
                    <a:ext uri="{FF2B5EF4-FFF2-40B4-BE49-F238E27FC236}">
                      <a16:creationId xmlns:a16="http://schemas.microsoft.com/office/drawing/2014/main" id="{DE5F572E-75BF-3B0B-A852-9CA23BB8AFD9}"/>
                    </a:ext>
                  </a:extLst>
                </p:cNvPr>
                <p:cNvSpPr>
                  <a:spLocks noChangeArrowheads="1"/>
                </p:cNvSpPr>
                <p:nvPr/>
              </p:nvSpPr>
              <p:spPr bwMode="auto">
                <a:xfrm>
                  <a:off x="320" y="1000"/>
                  <a:ext cx="871" cy="229"/>
                </a:xfrm>
                <a:prstGeom prst="rect">
                  <a:avLst/>
                </a:prstGeom>
                <a:solidFill>
                  <a:srgbClr val="FFFF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59" name="Rectangle 125">
                  <a:extLst>
                    <a:ext uri="{FF2B5EF4-FFF2-40B4-BE49-F238E27FC236}">
                      <a16:creationId xmlns:a16="http://schemas.microsoft.com/office/drawing/2014/main" id="{7035997C-B67B-94A2-906D-D1C8AC8F37D9}"/>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60" name="Rectangle 126">
                  <a:extLst>
                    <a:ext uri="{FF2B5EF4-FFF2-40B4-BE49-F238E27FC236}">
                      <a16:creationId xmlns:a16="http://schemas.microsoft.com/office/drawing/2014/main" id="{80CB0635-41A4-7A97-AF0B-A4F6B79379D7}"/>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61" name="Rectangle 127">
                  <a:extLst>
                    <a:ext uri="{FF2B5EF4-FFF2-40B4-BE49-F238E27FC236}">
                      <a16:creationId xmlns:a16="http://schemas.microsoft.com/office/drawing/2014/main" id="{4EA88241-D9CB-6B7E-E818-91D0D083C05D}"/>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62" name="Rectangle 128">
                  <a:extLst>
                    <a:ext uri="{FF2B5EF4-FFF2-40B4-BE49-F238E27FC236}">
                      <a16:creationId xmlns:a16="http://schemas.microsoft.com/office/drawing/2014/main" id="{04489819-608D-D9AB-F502-5D743D733E41}"/>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63" name="AutoShape 129">
                  <a:extLst>
                    <a:ext uri="{FF2B5EF4-FFF2-40B4-BE49-F238E27FC236}">
                      <a16:creationId xmlns:a16="http://schemas.microsoft.com/office/drawing/2014/main" id="{A7323303-C35D-11DF-59C6-B7493711120D}"/>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4953" name="Picture 130" descr="desktop_computer_stylized_small">
                <a:extLst>
                  <a:ext uri="{FF2B5EF4-FFF2-40B4-BE49-F238E27FC236}">
                    <a16:creationId xmlns:a16="http://schemas.microsoft.com/office/drawing/2014/main" id="{D0E49677-C0CF-052C-0A57-82A484190D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54" name="Rectangle 131">
                <a:extLst>
                  <a:ext uri="{FF2B5EF4-FFF2-40B4-BE49-F238E27FC236}">
                    <a16:creationId xmlns:a16="http://schemas.microsoft.com/office/drawing/2014/main" id="{3620C40C-C71E-A51E-6CAD-37948D595D40}"/>
                  </a:ext>
                </a:extLst>
              </p:cNvPr>
              <p:cNvSpPr>
                <a:spLocks noChangeArrowheads="1"/>
              </p:cNvSpPr>
              <p:nvPr/>
            </p:nvSpPr>
            <p:spPr bwMode="auto">
              <a:xfrm>
                <a:off x="528" y="2232"/>
                <a:ext cx="104" cy="91"/>
              </a:xfrm>
              <a:prstGeom prst="rect">
                <a:avLst/>
              </a:prstGeom>
              <a:solidFill>
                <a:srgbClr val="0000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55" name="Freeform 132">
                <a:extLst>
                  <a:ext uri="{FF2B5EF4-FFF2-40B4-BE49-F238E27FC236}">
                    <a16:creationId xmlns:a16="http://schemas.microsoft.com/office/drawing/2014/main" id="{B4001401-5B99-3258-EA0D-13E58212F2F3}"/>
                  </a:ext>
                </a:extLst>
              </p:cNvPr>
              <p:cNvSpPr>
                <a:spLocks/>
              </p:cNvSpPr>
              <p:nvPr/>
            </p:nvSpPr>
            <p:spPr bwMode="auto">
              <a:xfrm>
                <a:off x="282" y="1951"/>
                <a:ext cx="302" cy="274"/>
              </a:xfrm>
              <a:custGeom>
                <a:avLst/>
                <a:gdLst>
                  <a:gd name="T0" fmla="*/ 23 w 381"/>
                  <a:gd name="T1" fmla="*/ 274 h 274"/>
                  <a:gd name="T2" fmla="*/ 23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956" name="Line 133">
                <a:extLst>
                  <a:ext uri="{FF2B5EF4-FFF2-40B4-BE49-F238E27FC236}">
                    <a16:creationId xmlns:a16="http://schemas.microsoft.com/office/drawing/2014/main" id="{12ECB281-5BA5-7043-EF5A-21DC7CD1881C}"/>
                  </a:ext>
                </a:extLst>
              </p:cNvPr>
              <p:cNvSpPr>
                <a:spLocks noChangeShapeType="1"/>
              </p:cNvSpPr>
              <p:nvPr/>
            </p:nvSpPr>
            <p:spPr bwMode="auto">
              <a:xfrm flipH="1">
                <a:off x="470" y="2270"/>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4957" name="Picture 134" descr="tv">
                <a:extLst>
                  <a:ext uri="{FF2B5EF4-FFF2-40B4-BE49-F238E27FC236}">
                    <a16:creationId xmlns:a16="http://schemas.microsoft.com/office/drawing/2014/main" id="{C5F3D39F-8C80-F546-0709-B481AC96C1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4832" name="Group 135">
            <a:extLst>
              <a:ext uri="{FF2B5EF4-FFF2-40B4-BE49-F238E27FC236}">
                <a16:creationId xmlns:a16="http://schemas.microsoft.com/office/drawing/2014/main" id="{16DE198A-3410-5F27-63A5-C43B76BF20B3}"/>
              </a:ext>
            </a:extLst>
          </p:cNvPr>
          <p:cNvGrpSpPr>
            <a:grpSpLocks/>
          </p:cNvGrpSpPr>
          <p:nvPr/>
        </p:nvGrpSpPr>
        <p:grpSpPr bwMode="auto">
          <a:xfrm>
            <a:off x="2763838" y="2309813"/>
            <a:ext cx="850900" cy="527050"/>
            <a:chOff x="-490" y="1664"/>
            <a:chExt cx="1429" cy="842"/>
          </a:xfrm>
        </p:grpSpPr>
        <p:sp>
          <p:nvSpPr>
            <p:cNvPr id="34932" name="AutoShape 136">
              <a:extLst>
                <a:ext uri="{FF2B5EF4-FFF2-40B4-BE49-F238E27FC236}">
                  <a16:creationId xmlns:a16="http://schemas.microsoft.com/office/drawing/2014/main" id="{744ED050-F542-5E58-80CE-D2A690214C9E}"/>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4933" name="Group 137">
              <a:extLst>
                <a:ext uri="{FF2B5EF4-FFF2-40B4-BE49-F238E27FC236}">
                  <a16:creationId xmlns:a16="http://schemas.microsoft.com/office/drawing/2014/main" id="{8CE82C66-C592-FF43-38A4-750199989EF6}"/>
                </a:ext>
              </a:extLst>
            </p:cNvPr>
            <p:cNvGrpSpPr>
              <a:grpSpLocks/>
            </p:cNvGrpSpPr>
            <p:nvPr/>
          </p:nvGrpSpPr>
          <p:grpSpPr bwMode="auto">
            <a:xfrm>
              <a:off x="-427" y="1737"/>
              <a:ext cx="1217" cy="769"/>
              <a:chOff x="-427" y="1737"/>
              <a:chExt cx="1217" cy="769"/>
            </a:xfrm>
          </p:grpSpPr>
          <p:sp>
            <p:nvSpPr>
              <p:cNvPr id="34934" name="Rectangle 138">
                <a:extLst>
                  <a:ext uri="{FF2B5EF4-FFF2-40B4-BE49-F238E27FC236}">
                    <a16:creationId xmlns:a16="http://schemas.microsoft.com/office/drawing/2014/main" id="{7145B246-8FB6-AC89-78C0-8D715B5EBECC}"/>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35" name="Line 7">
                <a:extLst>
                  <a:ext uri="{FF2B5EF4-FFF2-40B4-BE49-F238E27FC236}">
                    <a16:creationId xmlns:a16="http://schemas.microsoft.com/office/drawing/2014/main" id="{18C77CA1-9E66-3BF7-129A-0BF5C0DCF6D9}"/>
                  </a:ext>
                </a:extLst>
              </p:cNvPr>
              <p:cNvSpPr>
                <a:spLocks noChangeShapeType="1"/>
              </p:cNvSpPr>
              <p:nvPr/>
            </p:nvSpPr>
            <p:spPr bwMode="auto">
              <a:xfrm flipV="1">
                <a:off x="-150" y="2270"/>
                <a:ext cx="23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4936" name="Group 140">
                <a:extLst>
                  <a:ext uri="{FF2B5EF4-FFF2-40B4-BE49-F238E27FC236}">
                    <a16:creationId xmlns:a16="http://schemas.microsoft.com/office/drawing/2014/main" id="{54CD8AC1-F167-6D9F-8B39-479EC43A13EA}"/>
                  </a:ext>
                </a:extLst>
              </p:cNvPr>
              <p:cNvGrpSpPr>
                <a:grpSpLocks/>
              </p:cNvGrpSpPr>
              <p:nvPr/>
            </p:nvGrpSpPr>
            <p:grpSpPr bwMode="auto">
              <a:xfrm>
                <a:off x="68" y="2192"/>
                <a:ext cx="387" cy="139"/>
                <a:chOff x="322" y="890"/>
                <a:chExt cx="872" cy="339"/>
              </a:xfrm>
            </p:grpSpPr>
            <p:sp>
              <p:nvSpPr>
                <p:cNvPr id="34942" name="Rectangle 141">
                  <a:extLst>
                    <a:ext uri="{FF2B5EF4-FFF2-40B4-BE49-F238E27FC236}">
                      <a16:creationId xmlns:a16="http://schemas.microsoft.com/office/drawing/2014/main" id="{A707D0EC-4230-5CE2-07F7-D5750484E74B}"/>
                    </a:ext>
                  </a:extLst>
                </p:cNvPr>
                <p:cNvSpPr>
                  <a:spLocks noChangeArrowheads="1"/>
                </p:cNvSpPr>
                <p:nvPr/>
              </p:nvSpPr>
              <p:spPr bwMode="auto">
                <a:xfrm>
                  <a:off x="320" y="1000"/>
                  <a:ext cx="871" cy="229"/>
                </a:xfrm>
                <a:prstGeom prst="rect">
                  <a:avLst/>
                </a:prstGeom>
                <a:solidFill>
                  <a:srgbClr val="FFFF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43" name="Rectangle 142">
                  <a:extLst>
                    <a:ext uri="{FF2B5EF4-FFF2-40B4-BE49-F238E27FC236}">
                      <a16:creationId xmlns:a16="http://schemas.microsoft.com/office/drawing/2014/main" id="{4B534B76-52E5-31AB-7F2C-4A32DE3DF8EE}"/>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44" name="Rectangle 143">
                  <a:extLst>
                    <a:ext uri="{FF2B5EF4-FFF2-40B4-BE49-F238E27FC236}">
                      <a16:creationId xmlns:a16="http://schemas.microsoft.com/office/drawing/2014/main" id="{7EDDDFA2-7C5B-0D03-8A8E-F1D83AD25111}"/>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45" name="Rectangle 144">
                  <a:extLst>
                    <a:ext uri="{FF2B5EF4-FFF2-40B4-BE49-F238E27FC236}">
                      <a16:creationId xmlns:a16="http://schemas.microsoft.com/office/drawing/2014/main" id="{990D835D-376F-3557-820C-C34FF186A62B}"/>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46" name="Rectangle 145">
                  <a:extLst>
                    <a:ext uri="{FF2B5EF4-FFF2-40B4-BE49-F238E27FC236}">
                      <a16:creationId xmlns:a16="http://schemas.microsoft.com/office/drawing/2014/main" id="{F29F2AE5-F6EE-F2AD-0DBE-A549B7F62706}"/>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47" name="AutoShape 146">
                  <a:extLst>
                    <a:ext uri="{FF2B5EF4-FFF2-40B4-BE49-F238E27FC236}">
                      <a16:creationId xmlns:a16="http://schemas.microsoft.com/office/drawing/2014/main" id="{A0C40A82-DB6F-E2C1-D04F-82719F4CA89F}"/>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4937" name="Picture 147" descr="desktop_computer_stylized_small">
                <a:extLst>
                  <a:ext uri="{FF2B5EF4-FFF2-40B4-BE49-F238E27FC236}">
                    <a16:creationId xmlns:a16="http://schemas.microsoft.com/office/drawing/2014/main" id="{3F91231D-9D1E-6C02-5D3F-61740F7FFD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38" name="Rectangle 148">
                <a:extLst>
                  <a:ext uri="{FF2B5EF4-FFF2-40B4-BE49-F238E27FC236}">
                    <a16:creationId xmlns:a16="http://schemas.microsoft.com/office/drawing/2014/main" id="{A7EA9382-7451-A8A5-70F3-94F8B189C113}"/>
                  </a:ext>
                </a:extLst>
              </p:cNvPr>
              <p:cNvSpPr>
                <a:spLocks noChangeArrowheads="1"/>
              </p:cNvSpPr>
              <p:nvPr/>
            </p:nvSpPr>
            <p:spPr bwMode="auto">
              <a:xfrm>
                <a:off x="528" y="2232"/>
                <a:ext cx="104" cy="91"/>
              </a:xfrm>
              <a:prstGeom prst="rect">
                <a:avLst/>
              </a:prstGeom>
              <a:solidFill>
                <a:srgbClr val="0000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39" name="Freeform 149">
                <a:extLst>
                  <a:ext uri="{FF2B5EF4-FFF2-40B4-BE49-F238E27FC236}">
                    <a16:creationId xmlns:a16="http://schemas.microsoft.com/office/drawing/2014/main" id="{7A89080F-7A4F-B1B2-8903-E83B4F5722FF}"/>
                  </a:ext>
                </a:extLst>
              </p:cNvPr>
              <p:cNvSpPr>
                <a:spLocks/>
              </p:cNvSpPr>
              <p:nvPr/>
            </p:nvSpPr>
            <p:spPr bwMode="auto">
              <a:xfrm>
                <a:off x="282" y="1951"/>
                <a:ext cx="302" cy="274"/>
              </a:xfrm>
              <a:custGeom>
                <a:avLst/>
                <a:gdLst>
                  <a:gd name="T0" fmla="*/ 23 w 381"/>
                  <a:gd name="T1" fmla="*/ 274 h 274"/>
                  <a:gd name="T2" fmla="*/ 23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940" name="Line 150">
                <a:extLst>
                  <a:ext uri="{FF2B5EF4-FFF2-40B4-BE49-F238E27FC236}">
                    <a16:creationId xmlns:a16="http://schemas.microsoft.com/office/drawing/2014/main" id="{141B1572-A229-593E-B3C4-605EA96CE35A}"/>
                  </a:ext>
                </a:extLst>
              </p:cNvPr>
              <p:cNvSpPr>
                <a:spLocks noChangeShapeType="1"/>
              </p:cNvSpPr>
              <p:nvPr/>
            </p:nvSpPr>
            <p:spPr bwMode="auto">
              <a:xfrm flipH="1">
                <a:off x="470" y="2270"/>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4941" name="Picture 151" descr="tv">
                <a:extLst>
                  <a:ext uri="{FF2B5EF4-FFF2-40B4-BE49-F238E27FC236}">
                    <a16:creationId xmlns:a16="http://schemas.microsoft.com/office/drawing/2014/main" id="{1E7160A5-684F-7467-873B-BB33664515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4833" name="Group 152">
            <a:extLst>
              <a:ext uri="{FF2B5EF4-FFF2-40B4-BE49-F238E27FC236}">
                <a16:creationId xmlns:a16="http://schemas.microsoft.com/office/drawing/2014/main" id="{A8A90D6D-7E15-A817-7CA9-3E9FE39481DD}"/>
              </a:ext>
            </a:extLst>
          </p:cNvPr>
          <p:cNvGrpSpPr>
            <a:grpSpLocks/>
          </p:cNvGrpSpPr>
          <p:nvPr/>
        </p:nvGrpSpPr>
        <p:grpSpPr bwMode="auto">
          <a:xfrm>
            <a:off x="3630613" y="2319338"/>
            <a:ext cx="850900" cy="527050"/>
            <a:chOff x="-490" y="1664"/>
            <a:chExt cx="1429" cy="842"/>
          </a:xfrm>
        </p:grpSpPr>
        <p:sp>
          <p:nvSpPr>
            <p:cNvPr id="34916" name="AutoShape 153">
              <a:extLst>
                <a:ext uri="{FF2B5EF4-FFF2-40B4-BE49-F238E27FC236}">
                  <a16:creationId xmlns:a16="http://schemas.microsoft.com/office/drawing/2014/main" id="{23F0F126-0CCC-934B-C895-CA9601B06ECA}"/>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4917" name="Group 154">
              <a:extLst>
                <a:ext uri="{FF2B5EF4-FFF2-40B4-BE49-F238E27FC236}">
                  <a16:creationId xmlns:a16="http://schemas.microsoft.com/office/drawing/2014/main" id="{F409F244-4840-9760-9803-65A6C6C8B568}"/>
                </a:ext>
              </a:extLst>
            </p:cNvPr>
            <p:cNvGrpSpPr>
              <a:grpSpLocks/>
            </p:cNvGrpSpPr>
            <p:nvPr/>
          </p:nvGrpSpPr>
          <p:grpSpPr bwMode="auto">
            <a:xfrm>
              <a:off x="-427" y="1737"/>
              <a:ext cx="1217" cy="769"/>
              <a:chOff x="-427" y="1737"/>
              <a:chExt cx="1217" cy="769"/>
            </a:xfrm>
          </p:grpSpPr>
          <p:sp>
            <p:nvSpPr>
              <p:cNvPr id="34918" name="Rectangle 155">
                <a:extLst>
                  <a:ext uri="{FF2B5EF4-FFF2-40B4-BE49-F238E27FC236}">
                    <a16:creationId xmlns:a16="http://schemas.microsoft.com/office/drawing/2014/main" id="{D39BCB3D-624D-B9B5-8B7E-F1815C42466B}"/>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19" name="Line 7">
                <a:extLst>
                  <a:ext uri="{FF2B5EF4-FFF2-40B4-BE49-F238E27FC236}">
                    <a16:creationId xmlns:a16="http://schemas.microsoft.com/office/drawing/2014/main" id="{3C87208A-DCC1-E6DE-D8E9-6D8448F17A4A}"/>
                  </a:ext>
                </a:extLst>
              </p:cNvPr>
              <p:cNvSpPr>
                <a:spLocks noChangeShapeType="1"/>
              </p:cNvSpPr>
              <p:nvPr/>
            </p:nvSpPr>
            <p:spPr bwMode="auto">
              <a:xfrm flipV="1">
                <a:off x="-150" y="2270"/>
                <a:ext cx="23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4920" name="Group 157">
                <a:extLst>
                  <a:ext uri="{FF2B5EF4-FFF2-40B4-BE49-F238E27FC236}">
                    <a16:creationId xmlns:a16="http://schemas.microsoft.com/office/drawing/2014/main" id="{19A8053A-4E7F-81BB-5713-735D3BF5F08C}"/>
                  </a:ext>
                </a:extLst>
              </p:cNvPr>
              <p:cNvGrpSpPr>
                <a:grpSpLocks/>
              </p:cNvGrpSpPr>
              <p:nvPr/>
            </p:nvGrpSpPr>
            <p:grpSpPr bwMode="auto">
              <a:xfrm>
                <a:off x="68" y="2192"/>
                <a:ext cx="387" cy="139"/>
                <a:chOff x="322" y="890"/>
                <a:chExt cx="872" cy="339"/>
              </a:xfrm>
            </p:grpSpPr>
            <p:sp>
              <p:nvSpPr>
                <p:cNvPr id="34926" name="Rectangle 158">
                  <a:extLst>
                    <a:ext uri="{FF2B5EF4-FFF2-40B4-BE49-F238E27FC236}">
                      <a16:creationId xmlns:a16="http://schemas.microsoft.com/office/drawing/2014/main" id="{F1F14895-FCE2-C7E5-34F7-29374D129211}"/>
                    </a:ext>
                  </a:extLst>
                </p:cNvPr>
                <p:cNvSpPr>
                  <a:spLocks noChangeArrowheads="1"/>
                </p:cNvSpPr>
                <p:nvPr/>
              </p:nvSpPr>
              <p:spPr bwMode="auto">
                <a:xfrm>
                  <a:off x="320" y="1000"/>
                  <a:ext cx="871" cy="229"/>
                </a:xfrm>
                <a:prstGeom prst="rect">
                  <a:avLst/>
                </a:prstGeom>
                <a:solidFill>
                  <a:srgbClr val="FFFF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27" name="Rectangle 159">
                  <a:extLst>
                    <a:ext uri="{FF2B5EF4-FFF2-40B4-BE49-F238E27FC236}">
                      <a16:creationId xmlns:a16="http://schemas.microsoft.com/office/drawing/2014/main" id="{0D6A8505-C9DB-A982-C64E-456509764336}"/>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28" name="Rectangle 160">
                  <a:extLst>
                    <a:ext uri="{FF2B5EF4-FFF2-40B4-BE49-F238E27FC236}">
                      <a16:creationId xmlns:a16="http://schemas.microsoft.com/office/drawing/2014/main" id="{9284CE88-C50E-D697-2976-43FC5B933DE7}"/>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29" name="Rectangle 161">
                  <a:extLst>
                    <a:ext uri="{FF2B5EF4-FFF2-40B4-BE49-F238E27FC236}">
                      <a16:creationId xmlns:a16="http://schemas.microsoft.com/office/drawing/2014/main" id="{4B2A9FA4-8C1A-46B3-963D-47F5B52FDF5A}"/>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30" name="Rectangle 162">
                  <a:extLst>
                    <a:ext uri="{FF2B5EF4-FFF2-40B4-BE49-F238E27FC236}">
                      <a16:creationId xmlns:a16="http://schemas.microsoft.com/office/drawing/2014/main" id="{D7552DE7-7484-7CCA-BC0C-BD90BB47FE4A}"/>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31" name="AutoShape 163">
                  <a:extLst>
                    <a:ext uri="{FF2B5EF4-FFF2-40B4-BE49-F238E27FC236}">
                      <a16:creationId xmlns:a16="http://schemas.microsoft.com/office/drawing/2014/main" id="{02CBB181-5077-CE27-1B0C-0A1BE711F1D5}"/>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4921" name="Picture 164" descr="desktop_computer_stylized_small">
                <a:extLst>
                  <a:ext uri="{FF2B5EF4-FFF2-40B4-BE49-F238E27FC236}">
                    <a16:creationId xmlns:a16="http://schemas.microsoft.com/office/drawing/2014/main" id="{26B2F3E1-A835-E376-203C-C3DBAC339F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22" name="Rectangle 165">
                <a:extLst>
                  <a:ext uri="{FF2B5EF4-FFF2-40B4-BE49-F238E27FC236}">
                    <a16:creationId xmlns:a16="http://schemas.microsoft.com/office/drawing/2014/main" id="{00B5E198-9461-1B59-50B0-E39C47BAD1CC}"/>
                  </a:ext>
                </a:extLst>
              </p:cNvPr>
              <p:cNvSpPr>
                <a:spLocks noChangeArrowheads="1"/>
              </p:cNvSpPr>
              <p:nvPr/>
            </p:nvSpPr>
            <p:spPr bwMode="auto">
              <a:xfrm>
                <a:off x="528" y="2232"/>
                <a:ext cx="104" cy="91"/>
              </a:xfrm>
              <a:prstGeom prst="rect">
                <a:avLst/>
              </a:prstGeom>
              <a:solidFill>
                <a:srgbClr val="0000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23" name="Freeform 166">
                <a:extLst>
                  <a:ext uri="{FF2B5EF4-FFF2-40B4-BE49-F238E27FC236}">
                    <a16:creationId xmlns:a16="http://schemas.microsoft.com/office/drawing/2014/main" id="{A6EFC617-6427-D855-F2C0-B8ADAEAC6FB5}"/>
                  </a:ext>
                </a:extLst>
              </p:cNvPr>
              <p:cNvSpPr>
                <a:spLocks/>
              </p:cNvSpPr>
              <p:nvPr/>
            </p:nvSpPr>
            <p:spPr bwMode="auto">
              <a:xfrm>
                <a:off x="282" y="1951"/>
                <a:ext cx="302" cy="274"/>
              </a:xfrm>
              <a:custGeom>
                <a:avLst/>
                <a:gdLst>
                  <a:gd name="T0" fmla="*/ 23 w 381"/>
                  <a:gd name="T1" fmla="*/ 274 h 274"/>
                  <a:gd name="T2" fmla="*/ 23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924" name="Line 167">
                <a:extLst>
                  <a:ext uri="{FF2B5EF4-FFF2-40B4-BE49-F238E27FC236}">
                    <a16:creationId xmlns:a16="http://schemas.microsoft.com/office/drawing/2014/main" id="{FCE53059-F3EB-FFBE-9213-6F11AAA0A378}"/>
                  </a:ext>
                </a:extLst>
              </p:cNvPr>
              <p:cNvSpPr>
                <a:spLocks noChangeShapeType="1"/>
              </p:cNvSpPr>
              <p:nvPr/>
            </p:nvSpPr>
            <p:spPr bwMode="auto">
              <a:xfrm flipH="1">
                <a:off x="470" y="2270"/>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4925" name="Picture 168" descr="tv">
                <a:extLst>
                  <a:ext uri="{FF2B5EF4-FFF2-40B4-BE49-F238E27FC236}">
                    <a16:creationId xmlns:a16="http://schemas.microsoft.com/office/drawing/2014/main" id="{AF0DA856-5049-12F1-F13E-C4E6AEDE0E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4834" name="Line 169">
            <a:extLst>
              <a:ext uri="{FF2B5EF4-FFF2-40B4-BE49-F238E27FC236}">
                <a16:creationId xmlns:a16="http://schemas.microsoft.com/office/drawing/2014/main" id="{6C146461-1CB6-4193-8667-9002CBDFDAF2}"/>
              </a:ext>
            </a:extLst>
          </p:cNvPr>
          <p:cNvSpPr>
            <a:spLocks noChangeShapeType="1"/>
          </p:cNvSpPr>
          <p:nvPr/>
        </p:nvSpPr>
        <p:spPr bwMode="auto">
          <a:xfrm>
            <a:off x="2217738" y="2212975"/>
            <a:ext cx="36909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4835" name="Group 170">
            <a:extLst>
              <a:ext uri="{FF2B5EF4-FFF2-40B4-BE49-F238E27FC236}">
                <a16:creationId xmlns:a16="http://schemas.microsoft.com/office/drawing/2014/main" id="{B47BE73F-C420-D27E-BFD8-E74612468091}"/>
              </a:ext>
            </a:extLst>
          </p:cNvPr>
          <p:cNvGrpSpPr>
            <a:grpSpLocks/>
          </p:cNvGrpSpPr>
          <p:nvPr/>
        </p:nvGrpSpPr>
        <p:grpSpPr bwMode="auto">
          <a:xfrm>
            <a:off x="4719638" y="1471613"/>
            <a:ext cx="850900" cy="527050"/>
            <a:chOff x="-490" y="1664"/>
            <a:chExt cx="1429" cy="842"/>
          </a:xfrm>
        </p:grpSpPr>
        <p:sp>
          <p:nvSpPr>
            <p:cNvPr id="34900" name="AutoShape 171">
              <a:extLst>
                <a:ext uri="{FF2B5EF4-FFF2-40B4-BE49-F238E27FC236}">
                  <a16:creationId xmlns:a16="http://schemas.microsoft.com/office/drawing/2014/main" id="{D69132CB-3CE1-2B79-DA55-6D80BE76BEA4}"/>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34901" name="Group 172">
              <a:extLst>
                <a:ext uri="{FF2B5EF4-FFF2-40B4-BE49-F238E27FC236}">
                  <a16:creationId xmlns:a16="http://schemas.microsoft.com/office/drawing/2014/main" id="{805CEB87-6B69-43A1-6522-C0B4D1D42A62}"/>
                </a:ext>
              </a:extLst>
            </p:cNvPr>
            <p:cNvGrpSpPr>
              <a:grpSpLocks/>
            </p:cNvGrpSpPr>
            <p:nvPr/>
          </p:nvGrpSpPr>
          <p:grpSpPr bwMode="auto">
            <a:xfrm>
              <a:off x="-427" y="1737"/>
              <a:ext cx="1217" cy="769"/>
              <a:chOff x="-427" y="1737"/>
              <a:chExt cx="1217" cy="769"/>
            </a:xfrm>
          </p:grpSpPr>
          <p:sp>
            <p:nvSpPr>
              <p:cNvPr id="34902" name="Rectangle 173">
                <a:extLst>
                  <a:ext uri="{FF2B5EF4-FFF2-40B4-BE49-F238E27FC236}">
                    <a16:creationId xmlns:a16="http://schemas.microsoft.com/office/drawing/2014/main" id="{21897BFF-4F2E-96CF-DB91-ED346210BFFA}"/>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03" name="Line 7">
                <a:extLst>
                  <a:ext uri="{FF2B5EF4-FFF2-40B4-BE49-F238E27FC236}">
                    <a16:creationId xmlns:a16="http://schemas.microsoft.com/office/drawing/2014/main" id="{BA1E934E-5722-9EAB-5A00-B03509009500}"/>
                  </a:ext>
                </a:extLst>
              </p:cNvPr>
              <p:cNvSpPr>
                <a:spLocks noChangeShapeType="1"/>
              </p:cNvSpPr>
              <p:nvPr/>
            </p:nvSpPr>
            <p:spPr bwMode="auto">
              <a:xfrm flipV="1">
                <a:off x="-150" y="2270"/>
                <a:ext cx="23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4904" name="Group 175">
                <a:extLst>
                  <a:ext uri="{FF2B5EF4-FFF2-40B4-BE49-F238E27FC236}">
                    <a16:creationId xmlns:a16="http://schemas.microsoft.com/office/drawing/2014/main" id="{03C6D7DC-82A4-FFF9-0EE8-FA55B7254BCF}"/>
                  </a:ext>
                </a:extLst>
              </p:cNvPr>
              <p:cNvGrpSpPr>
                <a:grpSpLocks/>
              </p:cNvGrpSpPr>
              <p:nvPr/>
            </p:nvGrpSpPr>
            <p:grpSpPr bwMode="auto">
              <a:xfrm>
                <a:off x="68" y="2192"/>
                <a:ext cx="387" cy="139"/>
                <a:chOff x="322" y="890"/>
                <a:chExt cx="872" cy="339"/>
              </a:xfrm>
            </p:grpSpPr>
            <p:sp>
              <p:nvSpPr>
                <p:cNvPr id="34910" name="Rectangle 176">
                  <a:extLst>
                    <a:ext uri="{FF2B5EF4-FFF2-40B4-BE49-F238E27FC236}">
                      <a16:creationId xmlns:a16="http://schemas.microsoft.com/office/drawing/2014/main" id="{B2594CA8-1B2B-8998-3D14-034F9281BE83}"/>
                    </a:ext>
                  </a:extLst>
                </p:cNvPr>
                <p:cNvSpPr>
                  <a:spLocks noChangeArrowheads="1"/>
                </p:cNvSpPr>
                <p:nvPr/>
              </p:nvSpPr>
              <p:spPr bwMode="auto">
                <a:xfrm>
                  <a:off x="320" y="1000"/>
                  <a:ext cx="871" cy="229"/>
                </a:xfrm>
                <a:prstGeom prst="rect">
                  <a:avLst/>
                </a:prstGeom>
                <a:solidFill>
                  <a:srgbClr val="FFFF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11" name="Rectangle 177">
                  <a:extLst>
                    <a:ext uri="{FF2B5EF4-FFF2-40B4-BE49-F238E27FC236}">
                      <a16:creationId xmlns:a16="http://schemas.microsoft.com/office/drawing/2014/main" id="{54C447C6-3A05-081C-AC6D-22ACDFDA9CA3}"/>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12" name="Rectangle 178">
                  <a:extLst>
                    <a:ext uri="{FF2B5EF4-FFF2-40B4-BE49-F238E27FC236}">
                      <a16:creationId xmlns:a16="http://schemas.microsoft.com/office/drawing/2014/main" id="{F0FEE398-E5B3-6A64-5325-03282BC15D2A}"/>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13" name="Rectangle 179">
                  <a:extLst>
                    <a:ext uri="{FF2B5EF4-FFF2-40B4-BE49-F238E27FC236}">
                      <a16:creationId xmlns:a16="http://schemas.microsoft.com/office/drawing/2014/main" id="{3AFE5157-3033-31A7-DAA0-77722E75109D}"/>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14" name="Rectangle 180">
                  <a:extLst>
                    <a:ext uri="{FF2B5EF4-FFF2-40B4-BE49-F238E27FC236}">
                      <a16:creationId xmlns:a16="http://schemas.microsoft.com/office/drawing/2014/main" id="{A13904D3-1907-3E67-91ED-ACDBD5CB0724}"/>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15" name="AutoShape 181">
                  <a:extLst>
                    <a:ext uri="{FF2B5EF4-FFF2-40B4-BE49-F238E27FC236}">
                      <a16:creationId xmlns:a16="http://schemas.microsoft.com/office/drawing/2014/main" id="{46980A47-633A-19E8-BE03-052F2B0FE10C}"/>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99"/>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4905" name="Picture 182" descr="desktop_computer_stylized_small">
                <a:extLst>
                  <a:ext uri="{FF2B5EF4-FFF2-40B4-BE49-F238E27FC236}">
                    <a16:creationId xmlns:a16="http://schemas.microsoft.com/office/drawing/2014/main" id="{526BCC85-E913-63B2-D479-F33F70167C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06" name="Rectangle 183">
                <a:extLst>
                  <a:ext uri="{FF2B5EF4-FFF2-40B4-BE49-F238E27FC236}">
                    <a16:creationId xmlns:a16="http://schemas.microsoft.com/office/drawing/2014/main" id="{DAF86902-A3FE-9282-17A0-0938682130D3}"/>
                  </a:ext>
                </a:extLst>
              </p:cNvPr>
              <p:cNvSpPr>
                <a:spLocks noChangeArrowheads="1"/>
              </p:cNvSpPr>
              <p:nvPr/>
            </p:nvSpPr>
            <p:spPr bwMode="auto">
              <a:xfrm>
                <a:off x="528" y="2232"/>
                <a:ext cx="104" cy="91"/>
              </a:xfrm>
              <a:prstGeom prst="rect">
                <a:avLst/>
              </a:prstGeom>
              <a:solidFill>
                <a:srgbClr val="000099"/>
              </a:solidFill>
              <a:ln w="9525">
                <a:solidFill>
                  <a:schemeClr val="tx1"/>
                </a:solidFill>
                <a:miter lim="800000"/>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34907" name="Freeform 184">
                <a:extLst>
                  <a:ext uri="{FF2B5EF4-FFF2-40B4-BE49-F238E27FC236}">
                    <a16:creationId xmlns:a16="http://schemas.microsoft.com/office/drawing/2014/main" id="{180A8B84-6ED7-648A-1596-EC0708289F82}"/>
                  </a:ext>
                </a:extLst>
              </p:cNvPr>
              <p:cNvSpPr>
                <a:spLocks/>
              </p:cNvSpPr>
              <p:nvPr/>
            </p:nvSpPr>
            <p:spPr bwMode="auto">
              <a:xfrm>
                <a:off x="282" y="1951"/>
                <a:ext cx="302" cy="274"/>
              </a:xfrm>
              <a:custGeom>
                <a:avLst/>
                <a:gdLst>
                  <a:gd name="T0" fmla="*/ 23 w 381"/>
                  <a:gd name="T1" fmla="*/ 274 h 274"/>
                  <a:gd name="T2" fmla="*/ 23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908" name="Line 185">
                <a:extLst>
                  <a:ext uri="{FF2B5EF4-FFF2-40B4-BE49-F238E27FC236}">
                    <a16:creationId xmlns:a16="http://schemas.microsoft.com/office/drawing/2014/main" id="{C6D300A5-65A9-1173-DDCE-A8F6E2C45851}"/>
                  </a:ext>
                </a:extLst>
              </p:cNvPr>
              <p:cNvSpPr>
                <a:spLocks noChangeShapeType="1"/>
              </p:cNvSpPr>
              <p:nvPr/>
            </p:nvSpPr>
            <p:spPr bwMode="auto">
              <a:xfrm flipH="1">
                <a:off x="470" y="2270"/>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4909" name="Picture 186" descr="tv">
                <a:extLst>
                  <a:ext uri="{FF2B5EF4-FFF2-40B4-BE49-F238E27FC236}">
                    <a16:creationId xmlns:a16="http://schemas.microsoft.com/office/drawing/2014/main" id="{12223869-A2DA-E6C6-A939-B4BDDE9359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4836" name="Text Box 204">
            <a:extLst>
              <a:ext uri="{FF2B5EF4-FFF2-40B4-BE49-F238E27FC236}">
                <a16:creationId xmlns:a16="http://schemas.microsoft.com/office/drawing/2014/main" id="{A8FA5B14-E59D-88A1-4C43-C62A4D3ED8F3}"/>
              </a:ext>
            </a:extLst>
          </p:cNvPr>
          <p:cNvSpPr txBox="1">
            <a:spLocks noChangeArrowheads="1"/>
          </p:cNvSpPr>
          <p:nvPr/>
        </p:nvSpPr>
        <p:spPr bwMode="auto">
          <a:xfrm>
            <a:off x="4330700" y="15414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69696"/>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t>…</a:t>
            </a:r>
          </a:p>
        </p:txBody>
      </p:sp>
      <p:sp>
        <p:nvSpPr>
          <p:cNvPr id="34837" name="Line 205">
            <a:extLst>
              <a:ext uri="{FF2B5EF4-FFF2-40B4-BE49-F238E27FC236}">
                <a16:creationId xmlns:a16="http://schemas.microsoft.com/office/drawing/2014/main" id="{7B90BEE7-1E89-B526-D2DB-2E1DD6AC396D}"/>
              </a:ext>
            </a:extLst>
          </p:cNvPr>
          <p:cNvSpPr>
            <a:spLocks noChangeShapeType="1"/>
          </p:cNvSpPr>
          <p:nvPr/>
        </p:nvSpPr>
        <p:spPr bwMode="auto">
          <a:xfrm flipH="1">
            <a:off x="3311525" y="1882775"/>
            <a:ext cx="3175" cy="333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38" name="Line 206">
            <a:extLst>
              <a:ext uri="{FF2B5EF4-FFF2-40B4-BE49-F238E27FC236}">
                <a16:creationId xmlns:a16="http://schemas.microsoft.com/office/drawing/2014/main" id="{4A292B3A-B077-827C-D296-E0326AD5AF11}"/>
              </a:ext>
            </a:extLst>
          </p:cNvPr>
          <p:cNvSpPr>
            <a:spLocks noChangeShapeType="1"/>
          </p:cNvSpPr>
          <p:nvPr/>
        </p:nvSpPr>
        <p:spPr bwMode="auto">
          <a:xfrm flipH="1">
            <a:off x="4216400" y="1882775"/>
            <a:ext cx="3175" cy="333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39" name="Line 207">
            <a:extLst>
              <a:ext uri="{FF2B5EF4-FFF2-40B4-BE49-F238E27FC236}">
                <a16:creationId xmlns:a16="http://schemas.microsoft.com/office/drawing/2014/main" id="{49E5527B-58AD-8666-000F-3A692DF19F89}"/>
              </a:ext>
            </a:extLst>
          </p:cNvPr>
          <p:cNvSpPr>
            <a:spLocks noChangeShapeType="1"/>
          </p:cNvSpPr>
          <p:nvPr/>
        </p:nvSpPr>
        <p:spPr bwMode="auto">
          <a:xfrm flipH="1">
            <a:off x="5353050" y="1882775"/>
            <a:ext cx="3175" cy="333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40" name="Freeform 208">
            <a:extLst>
              <a:ext uri="{FF2B5EF4-FFF2-40B4-BE49-F238E27FC236}">
                <a16:creationId xmlns:a16="http://schemas.microsoft.com/office/drawing/2014/main" id="{D945E5AE-A512-849B-7469-C3B63A1009E8}"/>
              </a:ext>
            </a:extLst>
          </p:cNvPr>
          <p:cNvSpPr>
            <a:spLocks/>
          </p:cNvSpPr>
          <p:nvPr/>
        </p:nvSpPr>
        <p:spPr bwMode="auto">
          <a:xfrm>
            <a:off x="4302125" y="2219325"/>
            <a:ext cx="127000" cy="476250"/>
          </a:xfrm>
          <a:custGeom>
            <a:avLst/>
            <a:gdLst>
              <a:gd name="T0" fmla="*/ 0 w 80"/>
              <a:gd name="T1" fmla="*/ 2147483646 h 300"/>
              <a:gd name="T2" fmla="*/ 2147483646 w 80"/>
              <a:gd name="T3" fmla="*/ 2147483646 h 300"/>
              <a:gd name="T4" fmla="*/ 2147483646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41" name="Freeform 209">
            <a:extLst>
              <a:ext uri="{FF2B5EF4-FFF2-40B4-BE49-F238E27FC236}">
                <a16:creationId xmlns:a16="http://schemas.microsoft.com/office/drawing/2014/main" id="{4580EB61-0018-0E0F-9AE7-4944B03E3313}"/>
              </a:ext>
            </a:extLst>
          </p:cNvPr>
          <p:cNvSpPr>
            <a:spLocks/>
          </p:cNvSpPr>
          <p:nvPr/>
        </p:nvSpPr>
        <p:spPr bwMode="auto">
          <a:xfrm>
            <a:off x="3435350" y="2212975"/>
            <a:ext cx="127000" cy="476250"/>
          </a:xfrm>
          <a:custGeom>
            <a:avLst/>
            <a:gdLst>
              <a:gd name="T0" fmla="*/ 0 w 80"/>
              <a:gd name="T1" fmla="*/ 2147483646 h 300"/>
              <a:gd name="T2" fmla="*/ 2147483646 w 80"/>
              <a:gd name="T3" fmla="*/ 2147483646 h 300"/>
              <a:gd name="T4" fmla="*/ 2147483646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42" name="Rectangle 44">
            <a:extLst>
              <a:ext uri="{FF2B5EF4-FFF2-40B4-BE49-F238E27FC236}">
                <a16:creationId xmlns:a16="http://schemas.microsoft.com/office/drawing/2014/main" id="{5C4A33AA-0B3B-B20B-8222-2E6275AE0B16}"/>
              </a:ext>
            </a:extLst>
          </p:cNvPr>
          <p:cNvSpPr>
            <a:spLocks noChangeArrowheads="1"/>
          </p:cNvSpPr>
          <p:nvPr/>
        </p:nvSpPr>
        <p:spPr bwMode="auto">
          <a:xfrm>
            <a:off x="5646738" y="1787525"/>
            <a:ext cx="955675" cy="700088"/>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4843" name="Text Box 45">
            <a:extLst>
              <a:ext uri="{FF2B5EF4-FFF2-40B4-BE49-F238E27FC236}">
                <a16:creationId xmlns:a16="http://schemas.microsoft.com/office/drawing/2014/main" id="{EDF72585-3934-2432-16F0-A2967F4959FB}"/>
              </a:ext>
            </a:extLst>
          </p:cNvPr>
          <p:cNvSpPr txBox="1">
            <a:spLocks noChangeArrowheads="1"/>
          </p:cNvSpPr>
          <p:nvPr/>
        </p:nvSpPr>
        <p:spPr bwMode="auto">
          <a:xfrm>
            <a:off x="5157788" y="1250950"/>
            <a:ext cx="19256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cable headend</a:t>
            </a:r>
          </a:p>
        </p:txBody>
      </p:sp>
      <p:sp>
        <p:nvSpPr>
          <p:cNvPr id="34844" name="Freeform 216">
            <a:extLst>
              <a:ext uri="{FF2B5EF4-FFF2-40B4-BE49-F238E27FC236}">
                <a16:creationId xmlns:a16="http://schemas.microsoft.com/office/drawing/2014/main" id="{C0E0FCD0-8C46-AD9A-5F1E-E8B5619524AC}"/>
              </a:ext>
            </a:extLst>
          </p:cNvPr>
          <p:cNvSpPr>
            <a:spLocks/>
          </p:cNvSpPr>
          <p:nvPr/>
        </p:nvSpPr>
        <p:spPr bwMode="auto">
          <a:xfrm>
            <a:off x="5903913" y="1970088"/>
            <a:ext cx="330200" cy="454025"/>
          </a:xfrm>
          <a:custGeom>
            <a:avLst/>
            <a:gdLst>
              <a:gd name="T0" fmla="*/ 0 w 318"/>
              <a:gd name="T1" fmla="*/ 2147483646 h 412"/>
              <a:gd name="T2" fmla="*/ 2147483646 w 318"/>
              <a:gd name="T3" fmla="*/ 2147483646 h 412"/>
              <a:gd name="T4" fmla="*/ 2147483646 w 318"/>
              <a:gd name="T5" fmla="*/ 0 h 412"/>
              <a:gd name="T6" fmla="*/ 2147483646 w 318"/>
              <a:gd name="T7" fmla="*/ 2147483646 h 412"/>
              <a:gd name="T8" fmla="*/ 2147483646 w 318"/>
              <a:gd name="T9" fmla="*/ 2147483646 h 412"/>
              <a:gd name="T10" fmla="*/ 2147483646 w 318"/>
              <a:gd name="T11" fmla="*/ 2147483646 h 412"/>
              <a:gd name="T12" fmla="*/ 2147483646 w 318"/>
              <a:gd name="T13" fmla="*/ 2147483646 h 412"/>
              <a:gd name="T14" fmla="*/ 2147483646 w 318"/>
              <a:gd name="T15" fmla="*/ 2147483646 h 412"/>
              <a:gd name="T16" fmla="*/ 0 w 318"/>
              <a:gd name="T17" fmla="*/ 2147483646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100000">
                <a:srgbClr val="FFFF99"/>
              </a:gs>
            </a:gsLst>
            <a:lin ang="0" scaled="1"/>
          </a:gra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45" name="Freeform 217">
            <a:extLst>
              <a:ext uri="{FF2B5EF4-FFF2-40B4-BE49-F238E27FC236}">
                <a16:creationId xmlns:a16="http://schemas.microsoft.com/office/drawing/2014/main" id="{A6390B2D-DB2A-1736-F04F-C7DC2038077D}"/>
              </a:ext>
            </a:extLst>
          </p:cNvPr>
          <p:cNvSpPr>
            <a:spLocks/>
          </p:cNvSpPr>
          <p:nvPr/>
        </p:nvSpPr>
        <p:spPr bwMode="auto">
          <a:xfrm>
            <a:off x="5905500" y="1905000"/>
            <a:ext cx="366713" cy="406400"/>
          </a:xfrm>
          <a:custGeom>
            <a:avLst/>
            <a:gdLst>
              <a:gd name="T0" fmla="*/ 0 w 353"/>
              <a:gd name="T1" fmla="*/ 2147483646 h 369"/>
              <a:gd name="T2" fmla="*/ 2147483646 w 353"/>
              <a:gd name="T3" fmla="*/ 0 h 369"/>
              <a:gd name="T4" fmla="*/ 2147483646 w 353"/>
              <a:gd name="T5" fmla="*/ 0 h 369"/>
              <a:gd name="T6" fmla="*/ 2147483646 w 353"/>
              <a:gd name="T7" fmla="*/ 2147483646 h 369"/>
              <a:gd name="T8" fmla="*/ 2147483646 w 353"/>
              <a:gd name="T9" fmla="*/ 2147483646 h 369"/>
              <a:gd name="T10" fmla="*/ 2147483646 w 353"/>
              <a:gd name="T11" fmla="*/ 2147483646 h 369"/>
              <a:gd name="T12" fmla="*/ 2147483646 w 353"/>
              <a:gd name="T13" fmla="*/ 2147483646 h 369"/>
              <a:gd name="T14" fmla="*/ 2147483646 w 353"/>
              <a:gd name="T15" fmla="*/ 2147483646 h 369"/>
              <a:gd name="T16" fmla="*/ 2147483646 w 353"/>
              <a:gd name="T17" fmla="*/ 2147483646 h 369"/>
              <a:gd name="T18" fmla="*/ 2147483646 w 353"/>
              <a:gd name="T19" fmla="*/ 2147483646 h 369"/>
              <a:gd name="T20" fmla="*/ 0 w 353"/>
              <a:gd name="T21" fmla="*/ 2147483646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FFFF99"/>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46" name="Line 218">
            <a:extLst>
              <a:ext uri="{FF2B5EF4-FFF2-40B4-BE49-F238E27FC236}">
                <a16:creationId xmlns:a16="http://schemas.microsoft.com/office/drawing/2014/main" id="{68A109A4-DBDC-EF21-49E2-C6C7CA155B16}"/>
              </a:ext>
            </a:extLst>
          </p:cNvPr>
          <p:cNvSpPr>
            <a:spLocks noChangeShapeType="1"/>
          </p:cNvSpPr>
          <p:nvPr/>
        </p:nvSpPr>
        <p:spPr bwMode="auto">
          <a:xfrm flipH="1">
            <a:off x="6230938" y="2028825"/>
            <a:ext cx="349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47" name="Line 219">
            <a:extLst>
              <a:ext uri="{FF2B5EF4-FFF2-40B4-BE49-F238E27FC236}">
                <a16:creationId xmlns:a16="http://schemas.microsoft.com/office/drawing/2014/main" id="{46080997-EE91-E41B-2825-2448B5A528C0}"/>
              </a:ext>
            </a:extLst>
          </p:cNvPr>
          <p:cNvSpPr>
            <a:spLocks noChangeShapeType="1"/>
          </p:cNvSpPr>
          <p:nvPr/>
        </p:nvSpPr>
        <p:spPr bwMode="auto">
          <a:xfrm>
            <a:off x="5932488" y="2200275"/>
            <a:ext cx="2682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48" name="Freeform 220">
            <a:extLst>
              <a:ext uri="{FF2B5EF4-FFF2-40B4-BE49-F238E27FC236}">
                <a16:creationId xmlns:a16="http://schemas.microsoft.com/office/drawing/2014/main" id="{D0CE699C-1B3E-D591-E9C2-5990E2C38C40}"/>
              </a:ext>
            </a:extLst>
          </p:cNvPr>
          <p:cNvSpPr>
            <a:spLocks/>
          </p:cNvSpPr>
          <p:nvPr/>
        </p:nvSpPr>
        <p:spPr bwMode="auto">
          <a:xfrm>
            <a:off x="5926138" y="2024063"/>
            <a:ext cx="274637" cy="115887"/>
          </a:xfrm>
          <a:custGeom>
            <a:avLst/>
            <a:gdLst>
              <a:gd name="T0" fmla="*/ 0 w 264"/>
              <a:gd name="T1" fmla="*/ 0 h 105"/>
              <a:gd name="T2" fmla="*/ 2147483646 w 264"/>
              <a:gd name="T3" fmla="*/ 0 h 105"/>
              <a:gd name="T4" fmla="*/ 2147483646 w 264"/>
              <a:gd name="T5" fmla="*/ 2147483646 h 105"/>
              <a:gd name="T6" fmla="*/ 2147483646 w 264"/>
              <a:gd name="T7" fmla="*/ 2147483646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49" name="Freeform 221">
            <a:extLst>
              <a:ext uri="{FF2B5EF4-FFF2-40B4-BE49-F238E27FC236}">
                <a16:creationId xmlns:a16="http://schemas.microsoft.com/office/drawing/2014/main" id="{754543D3-EB63-4379-371E-DA134A822A38}"/>
              </a:ext>
            </a:extLst>
          </p:cNvPr>
          <p:cNvSpPr>
            <a:spLocks/>
          </p:cNvSpPr>
          <p:nvPr/>
        </p:nvSpPr>
        <p:spPr bwMode="auto">
          <a:xfrm flipV="1">
            <a:off x="5926138" y="2260600"/>
            <a:ext cx="274637" cy="114300"/>
          </a:xfrm>
          <a:custGeom>
            <a:avLst/>
            <a:gdLst>
              <a:gd name="T0" fmla="*/ 0 w 264"/>
              <a:gd name="T1" fmla="*/ 0 h 105"/>
              <a:gd name="T2" fmla="*/ 2147483646 w 264"/>
              <a:gd name="T3" fmla="*/ 0 h 105"/>
              <a:gd name="T4" fmla="*/ 2147483646 w 264"/>
              <a:gd name="T5" fmla="*/ 2147483646 h 105"/>
              <a:gd name="T6" fmla="*/ 2147483646 w 264"/>
              <a:gd name="T7" fmla="*/ 2147483646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50" name="AutoShape 225">
            <a:extLst>
              <a:ext uri="{FF2B5EF4-FFF2-40B4-BE49-F238E27FC236}">
                <a16:creationId xmlns:a16="http://schemas.microsoft.com/office/drawing/2014/main" id="{52CEF5D5-8CDC-F642-B8E5-E3B9FA31B35C}"/>
              </a:ext>
            </a:extLst>
          </p:cNvPr>
          <p:cNvSpPr>
            <a:spLocks noChangeArrowheads="1"/>
          </p:cNvSpPr>
          <p:nvPr/>
        </p:nvSpPr>
        <p:spPr bwMode="auto">
          <a:xfrm>
            <a:off x="5507038" y="1524000"/>
            <a:ext cx="1206500" cy="261938"/>
          </a:xfrm>
          <a:prstGeom prst="triangle">
            <a:avLst>
              <a:gd name="adj" fmla="val 50000"/>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18" name="Group 37">
            <a:extLst>
              <a:ext uri="{FF2B5EF4-FFF2-40B4-BE49-F238E27FC236}">
                <a16:creationId xmlns:a16="http://schemas.microsoft.com/office/drawing/2014/main" id="{B238C81D-DD8C-B360-C8E5-F7838626D0EB}"/>
              </a:ext>
            </a:extLst>
          </p:cNvPr>
          <p:cNvGrpSpPr>
            <a:grpSpLocks/>
          </p:cNvGrpSpPr>
          <p:nvPr/>
        </p:nvGrpSpPr>
        <p:grpSpPr bwMode="auto">
          <a:xfrm>
            <a:off x="3417888" y="3186113"/>
            <a:ext cx="2043112" cy="958850"/>
            <a:chOff x="2505" y="826"/>
            <a:chExt cx="1287" cy="604"/>
          </a:xfrm>
        </p:grpSpPr>
        <p:sp>
          <p:nvSpPr>
            <p:cNvPr id="34896" name="Line 38">
              <a:extLst>
                <a:ext uri="{FF2B5EF4-FFF2-40B4-BE49-F238E27FC236}">
                  <a16:creationId xmlns:a16="http://schemas.microsoft.com/office/drawing/2014/main" id="{39F61873-666B-778A-9C1C-70BB2A708902}"/>
                </a:ext>
              </a:extLst>
            </p:cNvPr>
            <p:cNvSpPr>
              <a:spLocks noChangeShapeType="1"/>
            </p:cNvSpPr>
            <p:nvPr/>
          </p:nvSpPr>
          <p:spPr bwMode="auto">
            <a:xfrm flipH="1">
              <a:off x="2505" y="1115"/>
              <a:ext cx="128" cy="29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97" name="Freeform 39">
              <a:extLst>
                <a:ext uri="{FF2B5EF4-FFF2-40B4-BE49-F238E27FC236}">
                  <a16:creationId xmlns:a16="http://schemas.microsoft.com/office/drawing/2014/main" id="{9FD3D124-A0D5-56B0-2209-51ED31E4EFD0}"/>
                </a:ext>
              </a:extLst>
            </p:cNvPr>
            <p:cNvSpPr>
              <a:spLocks/>
            </p:cNvSpPr>
            <p:nvPr/>
          </p:nvSpPr>
          <p:spPr bwMode="auto">
            <a:xfrm>
              <a:off x="2548" y="826"/>
              <a:ext cx="562" cy="266"/>
            </a:xfrm>
            <a:custGeom>
              <a:avLst/>
              <a:gdLst>
                <a:gd name="T0" fmla="*/ 4 w 562"/>
                <a:gd name="T1" fmla="*/ 264 h 266"/>
                <a:gd name="T2" fmla="*/ 52 w 562"/>
                <a:gd name="T3" fmla="*/ 6 h 266"/>
                <a:gd name="T4" fmla="*/ 108 w 562"/>
                <a:gd name="T5" fmla="*/ 266 h 266"/>
                <a:gd name="T6" fmla="*/ 174 w 562"/>
                <a:gd name="T7" fmla="*/ 0 h 266"/>
                <a:gd name="T8" fmla="*/ 228 w 562"/>
                <a:gd name="T9" fmla="*/ 264 h 266"/>
                <a:gd name="T10" fmla="*/ 288 w 562"/>
                <a:gd name="T11" fmla="*/ 8 h 266"/>
                <a:gd name="T12" fmla="*/ 354 w 562"/>
                <a:gd name="T13" fmla="*/ 266 h 266"/>
                <a:gd name="T14" fmla="*/ 402 w 562"/>
                <a:gd name="T15" fmla="*/ 8 h 266"/>
                <a:gd name="T16" fmla="*/ 464 w 562"/>
                <a:gd name="T17" fmla="*/ 264 h 266"/>
                <a:gd name="T18" fmla="*/ 506 w 562"/>
                <a:gd name="T19" fmla="*/ 6 h 266"/>
                <a:gd name="T20" fmla="*/ 556 w 562"/>
                <a:gd name="T21" fmla="*/ 266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266"/>
                <a:gd name="T35" fmla="*/ 562 w 562"/>
                <a:gd name="T36" fmla="*/ 266 h 2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98" name="Freeform 40">
              <a:extLst>
                <a:ext uri="{FF2B5EF4-FFF2-40B4-BE49-F238E27FC236}">
                  <a16:creationId xmlns:a16="http://schemas.microsoft.com/office/drawing/2014/main" id="{6A1313E1-52B7-3DB9-382E-AC0E808FB705}"/>
                </a:ext>
              </a:extLst>
            </p:cNvPr>
            <p:cNvSpPr>
              <a:spLocks/>
            </p:cNvSpPr>
            <p:nvPr/>
          </p:nvSpPr>
          <p:spPr bwMode="auto">
            <a:xfrm>
              <a:off x="3523" y="830"/>
              <a:ext cx="269" cy="266"/>
            </a:xfrm>
            <a:custGeom>
              <a:avLst/>
              <a:gdLst>
                <a:gd name="T0" fmla="*/ 0 w 562"/>
                <a:gd name="T1" fmla="*/ 264 h 266"/>
                <a:gd name="T2" fmla="*/ 0 w 562"/>
                <a:gd name="T3" fmla="*/ 6 h 266"/>
                <a:gd name="T4" fmla="*/ 0 w 562"/>
                <a:gd name="T5" fmla="*/ 266 h 266"/>
                <a:gd name="T6" fmla="*/ 0 w 562"/>
                <a:gd name="T7" fmla="*/ 0 h 266"/>
                <a:gd name="T8" fmla="*/ 0 w 562"/>
                <a:gd name="T9" fmla="*/ 264 h 266"/>
                <a:gd name="T10" fmla="*/ 0 w 562"/>
                <a:gd name="T11" fmla="*/ 8 h 266"/>
                <a:gd name="T12" fmla="*/ 0 w 562"/>
                <a:gd name="T13" fmla="*/ 266 h 266"/>
                <a:gd name="T14" fmla="*/ 0 w 562"/>
                <a:gd name="T15" fmla="*/ 8 h 266"/>
                <a:gd name="T16" fmla="*/ 0 w 562"/>
                <a:gd name="T17" fmla="*/ 264 h 266"/>
                <a:gd name="T18" fmla="*/ 0 w 562"/>
                <a:gd name="T19" fmla="*/ 6 h 266"/>
                <a:gd name="T20" fmla="*/ 0 w 562"/>
                <a:gd name="T21" fmla="*/ 266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266"/>
                <a:gd name="T35" fmla="*/ 562 w 562"/>
                <a:gd name="T36" fmla="*/ 266 h 2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99" name="Line 41">
              <a:extLst>
                <a:ext uri="{FF2B5EF4-FFF2-40B4-BE49-F238E27FC236}">
                  <a16:creationId xmlns:a16="http://schemas.microsoft.com/office/drawing/2014/main" id="{6CD5F3D5-F259-62A7-9252-0F121D93E8FF}"/>
                </a:ext>
              </a:extLst>
            </p:cNvPr>
            <p:cNvSpPr>
              <a:spLocks noChangeShapeType="1"/>
            </p:cNvSpPr>
            <p:nvPr/>
          </p:nvSpPr>
          <p:spPr bwMode="auto">
            <a:xfrm flipH="1">
              <a:off x="3433" y="1137"/>
              <a:ext cx="128" cy="29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19" name="Group 42">
            <a:extLst>
              <a:ext uri="{FF2B5EF4-FFF2-40B4-BE49-F238E27FC236}">
                <a16:creationId xmlns:a16="http://schemas.microsoft.com/office/drawing/2014/main" id="{37FA67FE-8B10-6BB3-38D4-D6BD6FE5B2C3}"/>
              </a:ext>
            </a:extLst>
          </p:cNvPr>
          <p:cNvGrpSpPr>
            <a:grpSpLocks/>
          </p:cNvGrpSpPr>
          <p:nvPr/>
        </p:nvGrpSpPr>
        <p:grpSpPr bwMode="auto">
          <a:xfrm>
            <a:off x="2708275" y="3343275"/>
            <a:ext cx="3021013" cy="2114550"/>
            <a:chOff x="2606" y="951"/>
            <a:chExt cx="1903" cy="1332"/>
          </a:xfrm>
        </p:grpSpPr>
        <p:sp>
          <p:nvSpPr>
            <p:cNvPr id="34866" name="Text Box 43">
              <a:extLst>
                <a:ext uri="{FF2B5EF4-FFF2-40B4-BE49-F238E27FC236}">
                  <a16:creationId xmlns:a16="http://schemas.microsoft.com/office/drawing/2014/main" id="{A040EECC-1B0A-8C19-F519-939ABF71B8E9}"/>
                </a:ext>
              </a:extLst>
            </p:cNvPr>
            <p:cNvSpPr txBox="1">
              <a:spLocks noChangeArrowheads="1"/>
            </p:cNvSpPr>
            <p:nvPr/>
          </p:nvSpPr>
          <p:spPr bwMode="auto">
            <a:xfrm>
              <a:off x="3378" y="2071"/>
              <a:ext cx="6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Channels</a:t>
              </a:r>
            </a:p>
          </p:txBody>
        </p:sp>
        <p:sp>
          <p:nvSpPr>
            <p:cNvPr id="34867" name="Line 44">
              <a:extLst>
                <a:ext uri="{FF2B5EF4-FFF2-40B4-BE49-F238E27FC236}">
                  <a16:creationId xmlns:a16="http://schemas.microsoft.com/office/drawing/2014/main" id="{B06E8626-843A-0734-9E23-CB114B277B96}"/>
                </a:ext>
              </a:extLst>
            </p:cNvPr>
            <p:cNvSpPr>
              <a:spLocks noChangeShapeType="1"/>
            </p:cNvSpPr>
            <p:nvPr/>
          </p:nvSpPr>
          <p:spPr bwMode="auto">
            <a:xfrm>
              <a:off x="2994" y="951"/>
              <a:ext cx="0" cy="9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68" name="Line 45">
              <a:extLst>
                <a:ext uri="{FF2B5EF4-FFF2-40B4-BE49-F238E27FC236}">
                  <a16:creationId xmlns:a16="http://schemas.microsoft.com/office/drawing/2014/main" id="{C8F861BA-48B0-58ED-B472-258F9723A175}"/>
                </a:ext>
              </a:extLst>
            </p:cNvPr>
            <p:cNvSpPr>
              <a:spLocks noChangeShapeType="1"/>
            </p:cNvSpPr>
            <p:nvPr/>
          </p:nvSpPr>
          <p:spPr bwMode="auto">
            <a:xfrm flipV="1">
              <a:off x="2988" y="1935"/>
              <a:ext cx="14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69" name="Text Box 46">
              <a:extLst>
                <a:ext uri="{FF2B5EF4-FFF2-40B4-BE49-F238E27FC236}">
                  <a16:creationId xmlns:a16="http://schemas.microsoft.com/office/drawing/2014/main" id="{E5D49439-CE63-B935-D5E1-1FEAF13362B6}"/>
                </a:ext>
              </a:extLst>
            </p:cNvPr>
            <p:cNvSpPr txBox="1">
              <a:spLocks noChangeArrowheads="1"/>
            </p:cNvSpPr>
            <p:nvPr/>
          </p:nvSpPr>
          <p:spPr bwMode="auto">
            <a:xfrm>
              <a:off x="2978"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a:t>
              </a:r>
            </a:p>
          </p:txBody>
        </p:sp>
        <p:sp>
          <p:nvSpPr>
            <p:cNvPr id="34870" name="Line 47">
              <a:extLst>
                <a:ext uri="{FF2B5EF4-FFF2-40B4-BE49-F238E27FC236}">
                  <a16:creationId xmlns:a16="http://schemas.microsoft.com/office/drawing/2014/main" id="{2C6BE18B-AF16-E23D-1BA6-7C7291D0973A}"/>
                </a:ext>
              </a:extLst>
            </p:cNvPr>
            <p:cNvSpPr>
              <a:spLocks noChangeShapeType="1"/>
            </p:cNvSpPr>
            <p:nvPr/>
          </p:nvSpPr>
          <p:spPr bwMode="auto">
            <a:xfrm>
              <a:off x="3150" y="1863"/>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71" name="Text Box 48">
              <a:extLst>
                <a:ext uri="{FF2B5EF4-FFF2-40B4-BE49-F238E27FC236}">
                  <a16:creationId xmlns:a16="http://schemas.microsoft.com/office/drawing/2014/main" id="{D51CBA2E-18BD-BFE4-9120-FF0A016E096A}"/>
                </a:ext>
              </a:extLst>
            </p:cNvPr>
            <p:cNvSpPr txBox="1">
              <a:spLocks noChangeArrowheads="1"/>
            </p:cNvSpPr>
            <p:nvPr/>
          </p:nvSpPr>
          <p:spPr bwMode="auto">
            <a:xfrm>
              <a:off x="3152"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a:t>
              </a:r>
            </a:p>
          </p:txBody>
        </p:sp>
        <p:sp>
          <p:nvSpPr>
            <p:cNvPr id="34872" name="Text Box 49">
              <a:extLst>
                <a:ext uri="{FF2B5EF4-FFF2-40B4-BE49-F238E27FC236}">
                  <a16:creationId xmlns:a16="http://schemas.microsoft.com/office/drawing/2014/main" id="{B9428A61-9994-7143-2C2D-84DCD0C0F4B8}"/>
                </a:ext>
              </a:extLst>
            </p:cNvPr>
            <p:cNvSpPr txBox="1">
              <a:spLocks noChangeArrowheads="1"/>
            </p:cNvSpPr>
            <p:nvPr/>
          </p:nvSpPr>
          <p:spPr bwMode="auto">
            <a:xfrm>
              <a:off x="3338"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a:t>
              </a:r>
            </a:p>
          </p:txBody>
        </p:sp>
        <p:sp>
          <p:nvSpPr>
            <p:cNvPr id="34873" name="Text Box 50">
              <a:extLst>
                <a:ext uri="{FF2B5EF4-FFF2-40B4-BE49-F238E27FC236}">
                  <a16:creationId xmlns:a16="http://schemas.microsoft.com/office/drawing/2014/main" id="{645B9DF2-3CEA-0E95-2A2B-D2C92418ED4F}"/>
                </a:ext>
              </a:extLst>
            </p:cNvPr>
            <p:cNvSpPr txBox="1">
              <a:spLocks noChangeArrowheads="1"/>
            </p:cNvSpPr>
            <p:nvPr/>
          </p:nvSpPr>
          <p:spPr bwMode="auto">
            <a:xfrm>
              <a:off x="3524"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a:t>
              </a:r>
            </a:p>
          </p:txBody>
        </p:sp>
        <p:sp>
          <p:nvSpPr>
            <p:cNvPr id="34874" name="Text Box 51">
              <a:extLst>
                <a:ext uri="{FF2B5EF4-FFF2-40B4-BE49-F238E27FC236}">
                  <a16:creationId xmlns:a16="http://schemas.microsoft.com/office/drawing/2014/main" id="{CC348856-CEA5-F7FE-7FE8-27096557B538}"/>
                </a:ext>
              </a:extLst>
            </p:cNvPr>
            <p:cNvSpPr txBox="1">
              <a:spLocks noChangeArrowheads="1"/>
            </p:cNvSpPr>
            <p:nvPr/>
          </p:nvSpPr>
          <p:spPr bwMode="auto">
            <a:xfrm>
              <a:off x="3710"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a:t>
              </a:r>
            </a:p>
          </p:txBody>
        </p:sp>
        <p:sp>
          <p:nvSpPr>
            <p:cNvPr id="34875" name="Text Box 52">
              <a:extLst>
                <a:ext uri="{FF2B5EF4-FFF2-40B4-BE49-F238E27FC236}">
                  <a16:creationId xmlns:a16="http://schemas.microsoft.com/office/drawing/2014/main" id="{0D6165F8-C0A7-26CB-378C-C04C20EBDC5F}"/>
                </a:ext>
              </a:extLst>
            </p:cNvPr>
            <p:cNvSpPr txBox="1">
              <a:spLocks noChangeArrowheads="1"/>
            </p:cNvSpPr>
            <p:nvPr/>
          </p:nvSpPr>
          <p:spPr bwMode="auto">
            <a:xfrm>
              <a:off x="3896" y="1408"/>
              <a:ext cx="17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a:t>
              </a:r>
            </a:p>
          </p:txBody>
        </p:sp>
        <p:sp>
          <p:nvSpPr>
            <p:cNvPr id="34876" name="Text Box 53">
              <a:extLst>
                <a:ext uri="{FF2B5EF4-FFF2-40B4-BE49-F238E27FC236}">
                  <a16:creationId xmlns:a16="http://schemas.microsoft.com/office/drawing/2014/main" id="{7D83B17C-729D-4D8E-9C62-E819D863674D}"/>
                </a:ext>
              </a:extLst>
            </p:cNvPr>
            <p:cNvSpPr txBox="1">
              <a:spLocks noChangeArrowheads="1"/>
            </p:cNvSpPr>
            <p:nvPr/>
          </p:nvSpPr>
          <p:spPr bwMode="auto">
            <a:xfrm>
              <a:off x="4058" y="1402"/>
              <a:ext cx="174"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a:t>
              </a:r>
            </a:p>
          </p:txBody>
        </p:sp>
        <p:sp>
          <p:nvSpPr>
            <p:cNvPr id="34877" name="Text Box 54">
              <a:extLst>
                <a:ext uri="{FF2B5EF4-FFF2-40B4-BE49-F238E27FC236}">
                  <a16:creationId xmlns:a16="http://schemas.microsoft.com/office/drawing/2014/main" id="{01533BFB-807F-6F4B-45AA-6B48D5A2F4B3}"/>
                </a:ext>
              </a:extLst>
            </p:cNvPr>
            <p:cNvSpPr txBox="1">
              <a:spLocks noChangeArrowheads="1"/>
            </p:cNvSpPr>
            <p:nvPr/>
          </p:nvSpPr>
          <p:spPr bwMode="auto">
            <a:xfrm>
              <a:off x="4202" y="1402"/>
              <a:ext cx="174"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a:t>
              </a:r>
            </a:p>
          </p:txBody>
        </p:sp>
        <p:sp>
          <p:nvSpPr>
            <p:cNvPr id="34878" name="Text Box 55">
              <a:extLst>
                <a:ext uri="{FF2B5EF4-FFF2-40B4-BE49-F238E27FC236}">
                  <a16:creationId xmlns:a16="http://schemas.microsoft.com/office/drawing/2014/main" id="{E9B2347F-6FF5-F690-A276-7A74B8260BE6}"/>
                </a:ext>
              </a:extLst>
            </p:cNvPr>
            <p:cNvSpPr txBox="1">
              <a:spLocks noChangeArrowheads="1"/>
            </p:cNvSpPr>
            <p:nvPr/>
          </p:nvSpPr>
          <p:spPr bwMode="auto">
            <a:xfrm>
              <a:off x="4330" y="1114"/>
              <a:ext cx="178"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a:t>
              </a:r>
            </a:p>
          </p:txBody>
        </p:sp>
        <p:sp>
          <p:nvSpPr>
            <p:cNvPr id="34879" name="Line 56">
              <a:extLst>
                <a:ext uri="{FF2B5EF4-FFF2-40B4-BE49-F238E27FC236}">
                  <a16:creationId xmlns:a16="http://schemas.microsoft.com/office/drawing/2014/main" id="{240E27F7-5688-379D-2502-0DB301FB0B9F}"/>
                </a:ext>
              </a:extLst>
            </p:cNvPr>
            <p:cNvSpPr>
              <a:spLocks noChangeShapeType="1"/>
            </p:cNvSpPr>
            <p:nvPr/>
          </p:nvSpPr>
          <p:spPr bwMode="auto">
            <a:xfrm>
              <a:off x="3334" y="1863"/>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80" name="Line 57">
              <a:extLst>
                <a:ext uri="{FF2B5EF4-FFF2-40B4-BE49-F238E27FC236}">
                  <a16:creationId xmlns:a16="http://schemas.microsoft.com/office/drawing/2014/main" id="{E97205E2-06F1-C2E0-7D99-6D4536EA1148}"/>
                </a:ext>
              </a:extLst>
            </p:cNvPr>
            <p:cNvSpPr>
              <a:spLocks noChangeShapeType="1"/>
            </p:cNvSpPr>
            <p:nvPr/>
          </p:nvSpPr>
          <p:spPr bwMode="auto">
            <a:xfrm>
              <a:off x="3514" y="1863"/>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81" name="Line 58">
              <a:extLst>
                <a:ext uri="{FF2B5EF4-FFF2-40B4-BE49-F238E27FC236}">
                  <a16:creationId xmlns:a16="http://schemas.microsoft.com/office/drawing/2014/main" id="{7D0A8219-EC8B-88E7-F091-670CAF650F8B}"/>
                </a:ext>
              </a:extLst>
            </p:cNvPr>
            <p:cNvSpPr>
              <a:spLocks noChangeShapeType="1"/>
            </p:cNvSpPr>
            <p:nvPr/>
          </p:nvSpPr>
          <p:spPr bwMode="auto">
            <a:xfrm>
              <a:off x="3698" y="1863"/>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82" name="Line 59">
              <a:extLst>
                <a:ext uri="{FF2B5EF4-FFF2-40B4-BE49-F238E27FC236}">
                  <a16:creationId xmlns:a16="http://schemas.microsoft.com/office/drawing/2014/main" id="{7326BCE0-6429-EDE8-014B-EBF0A70B1811}"/>
                </a:ext>
              </a:extLst>
            </p:cNvPr>
            <p:cNvSpPr>
              <a:spLocks noChangeShapeType="1"/>
            </p:cNvSpPr>
            <p:nvPr/>
          </p:nvSpPr>
          <p:spPr bwMode="auto">
            <a:xfrm>
              <a:off x="3886" y="1863"/>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83" name="Line 60">
              <a:extLst>
                <a:ext uri="{FF2B5EF4-FFF2-40B4-BE49-F238E27FC236}">
                  <a16:creationId xmlns:a16="http://schemas.microsoft.com/office/drawing/2014/main" id="{153E3FB3-81B6-0A3D-45C2-4BB8A5DA94F0}"/>
                </a:ext>
              </a:extLst>
            </p:cNvPr>
            <p:cNvSpPr>
              <a:spLocks noChangeShapeType="1"/>
            </p:cNvSpPr>
            <p:nvPr/>
          </p:nvSpPr>
          <p:spPr bwMode="auto">
            <a:xfrm>
              <a:off x="4062" y="1871"/>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84" name="Line 61">
              <a:extLst>
                <a:ext uri="{FF2B5EF4-FFF2-40B4-BE49-F238E27FC236}">
                  <a16:creationId xmlns:a16="http://schemas.microsoft.com/office/drawing/2014/main" id="{8BEF4F30-7CDF-1A2E-1810-3CBC6B7C285E}"/>
                </a:ext>
              </a:extLst>
            </p:cNvPr>
            <p:cNvSpPr>
              <a:spLocks noChangeShapeType="1"/>
            </p:cNvSpPr>
            <p:nvPr/>
          </p:nvSpPr>
          <p:spPr bwMode="auto">
            <a:xfrm>
              <a:off x="4218" y="1867"/>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85" name="Line 62">
              <a:extLst>
                <a:ext uri="{FF2B5EF4-FFF2-40B4-BE49-F238E27FC236}">
                  <a16:creationId xmlns:a16="http://schemas.microsoft.com/office/drawing/2014/main" id="{811D9820-04FA-A0D8-7BD9-00138FFAF53A}"/>
                </a:ext>
              </a:extLst>
            </p:cNvPr>
            <p:cNvSpPr>
              <a:spLocks noChangeShapeType="1"/>
            </p:cNvSpPr>
            <p:nvPr/>
          </p:nvSpPr>
          <p:spPr bwMode="auto">
            <a:xfrm>
              <a:off x="4362" y="185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4886" name="Text Box 63">
              <a:extLst>
                <a:ext uri="{FF2B5EF4-FFF2-40B4-BE49-F238E27FC236}">
                  <a16:creationId xmlns:a16="http://schemas.microsoft.com/office/drawing/2014/main" id="{7449BE7F-B8C6-6C1E-C758-2EE066CE5E92}"/>
                </a:ext>
              </a:extLst>
            </p:cNvPr>
            <p:cNvSpPr txBox="1">
              <a:spLocks noChangeArrowheads="1"/>
            </p:cNvSpPr>
            <p:nvPr/>
          </p:nvSpPr>
          <p:spPr bwMode="auto">
            <a:xfrm>
              <a:off x="2985" y="1960"/>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sp>
          <p:nvSpPr>
            <p:cNvPr id="34887" name="Text Box 64">
              <a:extLst>
                <a:ext uri="{FF2B5EF4-FFF2-40B4-BE49-F238E27FC236}">
                  <a16:creationId xmlns:a16="http://schemas.microsoft.com/office/drawing/2014/main" id="{D654EE4C-C89F-B078-BFD1-405AD051806F}"/>
                </a:ext>
              </a:extLst>
            </p:cNvPr>
            <p:cNvSpPr txBox="1">
              <a:spLocks noChangeArrowheads="1"/>
            </p:cNvSpPr>
            <p:nvPr/>
          </p:nvSpPr>
          <p:spPr bwMode="auto">
            <a:xfrm>
              <a:off x="3153" y="1960"/>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sp>
          <p:nvSpPr>
            <p:cNvPr id="34888" name="Text Box 65">
              <a:extLst>
                <a:ext uri="{FF2B5EF4-FFF2-40B4-BE49-F238E27FC236}">
                  <a16:creationId xmlns:a16="http://schemas.microsoft.com/office/drawing/2014/main" id="{AD436B01-6C3F-C303-EFBD-5458420EF8EF}"/>
                </a:ext>
              </a:extLst>
            </p:cNvPr>
            <p:cNvSpPr txBox="1">
              <a:spLocks noChangeArrowheads="1"/>
            </p:cNvSpPr>
            <p:nvPr/>
          </p:nvSpPr>
          <p:spPr bwMode="auto">
            <a:xfrm>
              <a:off x="3345" y="1960"/>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sp>
          <p:nvSpPr>
            <p:cNvPr id="34889" name="Text Box 66">
              <a:extLst>
                <a:ext uri="{FF2B5EF4-FFF2-40B4-BE49-F238E27FC236}">
                  <a16:creationId xmlns:a16="http://schemas.microsoft.com/office/drawing/2014/main" id="{24D401C9-44D5-88B5-AD43-B7489537C8D2}"/>
                </a:ext>
              </a:extLst>
            </p:cNvPr>
            <p:cNvSpPr txBox="1">
              <a:spLocks noChangeArrowheads="1"/>
            </p:cNvSpPr>
            <p:nvPr/>
          </p:nvSpPr>
          <p:spPr bwMode="auto">
            <a:xfrm>
              <a:off x="3517" y="1960"/>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sp>
          <p:nvSpPr>
            <p:cNvPr id="34890" name="Text Box 67">
              <a:extLst>
                <a:ext uri="{FF2B5EF4-FFF2-40B4-BE49-F238E27FC236}">
                  <a16:creationId xmlns:a16="http://schemas.microsoft.com/office/drawing/2014/main" id="{7F178B3D-E29A-C12B-A149-176CFA5FF996}"/>
                </a:ext>
              </a:extLst>
            </p:cNvPr>
            <p:cNvSpPr txBox="1">
              <a:spLocks noChangeArrowheads="1"/>
            </p:cNvSpPr>
            <p:nvPr/>
          </p:nvSpPr>
          <p:spPr bwMode="auto">
            <a:xfrm>
              <a:off x="3705"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sp>
          <p:nvSpPr>
            <p:cNvPr id="34891" name="Text Box 68">
              <a:extLst>
                <a:ext uri="{FF2B5EF4-FFF2-40B4-BE49-F238E27FC236}">
                  <a16:creationId xmlns:a16="http://schemas.microsoft.com/office/drawing/2014/main" id="{DC8A46DF-4FB7-E694-DF5B-0C67F7BEC94D}"/>
                </a:ext>
              </a:extLst>
            </p:cNvPr>
            <p:cNvSpPr txBox="1">
              <a:spLocks noChangeArrowheads="1"/>
            </p:cNvSpPr>
            <p:nvPr/>
          </p:nvSpPr>
          <p:spPr bwMode="auto">
            <a:xfrm>
              <a:off x="3893"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6</a:t>
              </a:r>
            </a:p>
          </p:txBody>
        </p:sp>
        <p:sp>
          <p:nvSpPr>
            <p:cNvPr id="34892" name="Text Box 69">
              <a:extLst>
                <a:ext uri="{FF2B5EF4-FFF2-40B4-BE49-F238E27FC236}">
                  <a16:creationId xmlns:a16="http://schemas.microsoft.com/office/drawing/2014/main" id="{C985CA27-7330-D89B-2011-2412ED45059C}"/>
                </a:ext>
              </a:extLst>
            </p:cNvPr>
            <p:cNvSpPr txBox="1">
              <a:spLocks noChangeArrowheads="1"/>
            </p:cNvSpPr>
            <p:nvPr/>
          </p:nvSpPr>
          <p:spPr bwMode="auto">
            <a:xfrm>
              <a:off x="4057"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7</a:t>
              </a:r>
            </a:p>
          </p:txBody>
        </p:sp>
        <p:sp>
          <p:nvSpPr>
            <p:cNvPr id="34893" name="Text Box 70">
              <a:extLst>
                <a:ext uri="{FF2B5EF4-FFF2-40B4-BE49-F238E27FC236}">
                  <a16:creationId xmlns:a16="http://schemas.microsoft.com/office/drawing/2014/main" id="{2B72CC20-680F-A232-33F2-1C309B2F64DB}"/>
                </a:ext>
              </a:extLst>
            </p:cNvPr>
            <p:cNvSpPr txBox="1">
              <a:spLocks noChangeArrowheads="1"/>
            </p:cNvSpPr>
            <p:nvPr/>
          </p:nvSpPr>
          <p:spPr bwMode="auto">
            <a:xfrm>
              <a:off x="4205"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8</a:t>
              </a:r>
            </a:p>
          </p:txBody>
        </p:sp>
        <p:sp>
          <p:nvSpPr>
            <p:cNvPr id="34894" name="Text Box 71">
              <a:extLst>
                <a:ext uri="{FF2B5EF4-FFF2-40B4-BE49-F238E27FC236}">
                  <a16:creationId xmlns:a16="http://schemas.microsoft.com/office/drawing/2014/main" id="{4A550A31-D358-94BE-8C8E-E8B5CD2ACDD3}"/>
                </a:ext>
              </a:extLst>
            </p:cNvPr>
            <p:cNvSpPr txBox="1">
              <a:spLocks noChangeArrowheads="1"/>
            </p:cNvSpPr>
            <p:nvPr/>
          </p:nvSpPr>
          <p:spPr bwMode="auto">
            <a:xfrm>
              <a:off x="4349" y="195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9</a:t>
              </a:r>
            </a:p>
          </p:txBody>
        </p:sp>
        <p:sp>
          <p:nvSpPr>
            <p:cNvPr id="34895" name="Freeform 72">
              <a:extLst>
                <a:ext uri="{FF2B5EF4-FFF2-40B4-BE49-F238E27FC236}">
                  <a16:creationId xmlns:a16="http://schemas.microsoft.com/office/drawing/2014/main" id="{05264E33-2DD7-D620-EEED-FA96B0F5CA6C}"/>
                </a:ext>
              </a:extLst>
            </p:cNvPr>
            <p:cNvSpPr>
              <a:spLocks/>
            </p:cNvSpPr>
            <p:nvPr/>
          </p:nvSpPr>
          <p:spPr bwMode="auto">
            <a:xfrm>
              <a:off x="2606" y="969"/>
              <a:ext cx="375" cy="969"/>
            </a:xfrm>
            <a:custGeom>
              <a:avLst/>
              <a:gdLst>
                <a:gd name="T0" fmla="*/ 375 w 375"/>
                <a:gd name="T1" fmla="*/ 0 h 969"/>
                <a:gd name="T2" fmla="*/ 0 w 375"/>
                <a:gd name="T3" fmla="*/ 485 h 969"/>
                <a:gd name="T4" fmla="*/ 375 w 375"/>
                <a:gd name="T5" fmla="*/ 969 h 969"/>
                <a:gd name="T6" fmla="*/ 375 w 375"/>
                <a:gd name="T7" fmla="*/ 0 h 969"/>
                <a:gd name="T8" fmla="*/ 0 60000 65536"/>
                <a:gd name="T9" fmla="*/ 0 60000 65536"/>
                <a:gd name="T10" fmla="*/ 0 60000 65536"/>
                <a:gd name="T11" fmla="*/ 0 60000 65536"/>
                <a:gd name="T12" fmla="*/ 0 w 375"/>
                <a:gd name="T13" fmla="*/ 0 h 969"/>
                <a:gd name="T14" fmla="*/ 375 w 375"/>
                <a:gd name="T15" fmla="*/ 969 h 969"/>
              </a:gdLst>
              <a:ahLst/>
              <a:cxnLst>
                <a:cxn ang="T8">
                  <a:pos x="T0" y="T1"/>
                </a:cxn>
                <a:cxn ang="T9">
                  <a:pos x="T2" y="T3"/>
                </a:cxn>
                <a:cxn ang="T10">
                  <a:pos x="T4" y="T5"/>
                </a:cxn>
                <a:cxn ang="T11">
                  <a:pos x="T6" y="T7"/>
                </a:cxn>
              </a:cxnLst>
              <a:rect l="T12" t="T13" r="T14" b="T15"/>
              <a:pathLst>
                <a:path w="375" h="969">
                  <a:moveTo>
                    <a:pt x="375" y="0"/>
                  </a:moveTo>
                  <a:lnTo>
                    <a:pt x="0" y="485"/>
                  </a:lnTo>
                  <a:lnTo>
                    <a:pt x="375" y="969"/>
                  </a:lnTo>
                  <a:lnTo>
                    <a:pt x="375" y="0"/>
                  </a:lnTo>
                  <a:close/>
                </a:path>
              </a:pathLst>
            </a:custGeom>
            <a:gradFill rotWithShape="1">
              <a:gsLst>
                <a:gs pos="0">
                  <a:schemeClr val="tx1"/>
                </a:gs>
                <a:gs pos="100000">
                  <a:schemeClr val="bg1"/>
                </a:gs>
              </a:gsLst>
              <a:lin ang="0" scaled="1"/>
            </a:gradFill>
            <a:ln>
              <a:noFill/>
            </a:ln>
            <a:extLst>
              <a:ext uri="{91240B29-F687-4F45-9708-019B960494DF}">
                <a14:hiddenLine xmlns:a14="http://schemas.microsoft.com/office/drawing/2010/main" w="317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20" name="Group 73">
            <a:extLst>
              <a:ext uri="{FF2B5EF4-FFF2-40B4-BE49-F238E27FC236}">
                <a16:creationId xmlns:a16="http://schemas.microsoft.com/office/drawing/2014/main" id="{E0E3D1CD-BF72-1712-8D4F-E6911EA1FCBB}"/>
              </a:ext>
            </a:extLst>
          </p:cNvPr>
          <p:cNvGrpSpPr>
            <a:grpSpLocks/>
          </p:cNvGrpSpPr>
          <p:nvPr/>
        </p:nvGrpSpPr>
        <p:grpSpPr bwMode="auto">
          <a:xfrm flipV="1">
            <a:off x="1039813" y="2238375"/>
            <a:ext cx="1666875" cy="2062163"/>
            <a:chOff x="1511" y="1371"/>
            <a:chExt cx="1050" cy="1299"/>
          </a:xfrm>
        </p:grpSpPr>
        <p:grpSp>
          <p:nvGrpSpPr>
            <p:cNvPr id="34860" name="Group 74">
              <a:extLst>
                <a:ext uri="{FF2B5EF4-FFF2-40B4-BE49-F238E27FC236}">
                  <a16:creationId xmlns:a16="http://schemas.microsoft.com/office/drawing/2014/main" id="{76BDAAA9-65E8-FE45-ECE6-ABB9C1654C42}"/>
                </a:ext>
              </a:extLst>
            </p:cNvPr>
            <p:cNvGrpSpPr>
              <a:grpSpLocks/>
            </p:cNvGrpSpPr>
            <p:nvPr/>
          </p:nvGrpSpPr>
          <p:grpSpPr bwMode="auto">
            <a:xfrm>
              <a:off x="1511" y="1371"/>
              <a:ext cx="1050" cy="198"/>
              <a:chOff x="1614" y="1494"/>
              <a:chExt cx="1050" cy="198"/>
            </a:xfrm>
          </p:grpSpPr>
          <p:sp>
            <p:nvSpPr>
              <p:cNvPr id="34862" name="Rectangle 75">
                <a:extLst>
                  <a:ext uri="{FF2B5EF4-FFF2-40B4-BE49-F238E27FC236}">
                    <a16:creationId xmlns:a16="http://schemas.microsoft.com/office/drawing/2014/main" id="{312F4873-DC35-C730-95DB-EA940DF71461}"/>
                  </a:ext>
                </a:extLst>
              </p:cNvPr>
              <p:cNvSpPr>
                <a:spLocks noChangeArrowheads="1"/>
              </p:cNvSpPr>
              <p:nvPr/>
            </p:nvSpPr>
            <p:spPr bwMode="auto">
              <a:xfrm>
                <a:off x="2358" y="1500"/>
                <a:ext cx="168" cy="174"/>
              </a:xfrm>
              <a:prstGeom prst="rect">
                <a:avLst/>
              </a:prstGeom>
              <a:solidFill>
                <a:schemeClr val="bg1"/>
              </a:solidFill>
              <a:ln w="9525">
                <a:solidFill>
                  <a:schemeClr val="tx1"/>
                </a:solidFill>
                <a:miter lim="800000"/>
                <a:headEnd/>
                <a:tailEnd/>
              </a:ln>
            </p:spPr>
            <p:txBody>
              <a:bodyPr rot="10800000"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235596" name="Freeform 76">
                <a:extLst>
                  <a:ext uri="{FF2B5EF4-FFF2-40B4-BE49-F238E27FC236}">
                    <a16:creationId xmlns:a16="http://schemas.microsoft.com/office/drawing/2014/main" id="{0AC26A60-8F64-BC2B-DE89-12A70E0D13BC}"/>
                  </a:ext>
                </a:extLst>
              </p:cNvPr>
              <p:cNvSpPr>
                <a:spLocks/>
              </p:cNvSpPr>
              <p:nvPr/>
            </p:nvSpPr>
            <p:spPr bwMode="auto">
              <a:xfrm>
                <a:off x="1614" y="1494"/>
                <a:ext cx="896" cy="198"/>
              </a:xfrm>
              <a:custGeom>
                <a:avLst/>
                <a:gdLst>
                  <a:gd name="T0" fmla="*/ 18 w 896"/>
                  <a:gd name="T1" fmla="*/ 0 h 198"/>
                  <a:gd name="T2" fmla="*/ 0 w 896"/>
                  <a:gd name="T3" fmla="*/ 96 h 198"/>
                  <a:gd name="T4" fmla="*/ 18 w 896"/>
                  <a:gd name="T5" fmla="*/ 198 h 198"/>
                  <a:gd name="T6" fmla="*/ 774 w 896"/>
                  <a:gd name="T7" fmla="*/ 198 h 198"/>
                  <a:gd name="T8" fmla="*/ 750 w 896"/>
                  <a:gd name="T9" fmla="*/ 90 h 198"/>
                  <a:gd name="T10" fmla="*/ 774 w 896"/>
                  <a:gd name="T11" fmla="*/ 0 h 198"/>
                  <a:gd name="T12" fmla="*/ 18 w 896"/>
                  <a:gd name="T13" fmla="*/ 0 h 198"/>
                  <a:gd name="T14" fmla="*/ 0 60000 65536"/>
                  <a:gd name="T15" fmla="*/ 0 60000 65536"/>
                  <a:gd name="T16" fmla="*/ 0 60000 65536"/>
                  <a:gd name="T17" fmla="*/ 0 60000 65536"/>
                  <a:gd name="T18" fmla="*/ 0 60000 65536"/>
                  <a:gd name="T19" fmla="*/ 0 60000 65536"/>
                  <a:gd name="T20" fmla="*/ 0 60000 65536"/>
                  <a:gd name="T21" fmla="*/ 0 w 896"/>
                  <a:gd name="T22" fmla="*/ 0 h 198"/>
                  <a:gd name="T23" fmla="*/ 896 w 896"/>
                  <a:gd name="T24" fmla="*/ 198 h 1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chemeClr val="tx1"/>
                  </a:gs>
                  <a:gs pos="50000">
                    <a:schemeClr val="bg1"/>
                  </a:gs>
                  <a:gs pos="100000">
                    <a:schemeClr val="tx1"/>
                  </a:gs>
                </a:gsLst>
                <a:lin ang="5400000" scaled="1"/>
              </a:gradFill>
              <a:ln w="9525">
                <a:solidFill>
                  <a:schemeClr val="tx1"/>
                </a:solidFill>
                <a:round/>
                <a:headEnd/>
                <a:tailEnd/>
              </a:ln>
            </p:spPr>
            <p:txBody>
              <a:bodyPr rot="1080000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4864" name="Oval 77">
                <a:extLst>
                  <a:ext uri="{FF2B5EF4-FFF2-40B4-BE49-F238E27FC236}">
                    <a16:creationId xmlns:a16="http://schemas.microsoft.com/office/drawing/2014/main" id="{E5D1201F-5BAF-3C87-1682-0DA20FE71BF6}"/>
                  </a:ext>
                </a:extLst>
              </p:cNvPr>
              <p:cNvSpPr>
                <a:spLocks noChangeArrowheads="1"/>
              </p:cNvSpPr>
              <p:nvPr/>
            </p:nvSpPr>
            <p:spPr bwMode="auto">
              <a:xfrm>
                <a:off x="2502" y="1506"/>
                <a:ext cx="62" cy="168"/>
              </a:xfrm>
              <a:prstGeom prst="ellipse">
                <a:avLst/>
              </a:prstGeom>
              <a:solidFill>
                <a:schemeClr val="bg1"/>
              </a:solidFill>
              <a:ln w="9525">
                <a:solidFill>
                  <a:schemeClr val="tx1"/>
                </a:solidFill>
                <a:round/>
                <a:headEnd/>
                <a:tailEnd/>
              </a:ln>
            </p:spPr>
            <p:txBody>
              <a:bodyPr rot="10800000"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4865" name="Line 78">
                <a:extLst>
                  <a:ext uri="{FF2B5EF4-FFF2-40B4-BE49-F238E27FC236}">
                    <a16:creationId xmlns:a16="http://schemas.microsoft.com/office/drawing/2014/main" id="{1227E351-BCDB-25A2-4102-3BD58D6D50D8}"/>
                  </a:ext>
                </a:extLst>
              </p:cNvPr>
              <p:cNvSpPr>
                <a:spLocks noChangeShapeType="1"/>
              </p:cNvSpPr>
              <p:nvPr/>
            </p:nvSpPr>
            <p:spPr bwMode="auto">
              <a:xfrm>
                <a:off x="2526" y="1584"/>
                <a:ext cx="1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4861" name="Freeform 79">
              <a:extLst>
                <a:ext uri="{FF2B5EF4-FFF2-40B4-BE49-F238E27FC236}">
                  <a16:creationId xmlns:a16="http://schemas.microsoft.com/office/drawing/2014/main" id="{B44BBC14-D203-39EF-5FD6-C63C1CD3CEAF}"/>
                </a:ext>
              </a:extLst>
            </p:cNvPr>
            <p:cNvSpPr>
              <a:spLocks/>
            </p:cNvSpPr>
            <p:nvPr/>
          </p:nvSpPr>
          <p:spPr bwMode="auto">
            <a:xfrm>
              <a:off x="1536" y="1563"/>
              <a:ext cx="1015" cy="1107"/>
            </a:xfrm>
            <a:custGeom>
              <a:avLst/>
              <a:gdLst>
                <a:gd name="T0" fmla="*/ 1015 w 1015"/>
                <a:gd name="T1" fmla="*/ 1107 h 1107"/>
                <a:gd name="T2" fmla="*/ 0 w 1015"/>
                <a:gd name="T3" fmla="*/ 0 h 1107"/>
                <a:gd name="T4" fmla="*/ 905 w 1015"/>
                <a:gd name="T5" fmla="*/ 0 h 1107"/>
                <a:gd name="T6" fmla="*/ 1015 w 1015"/>
                <a:gd name="T7" fmla="*/ 1107 h 1107"/>
                <a:gd name="T8" fmla="*/ 0 60000 65536"/>
                <a:gd name="T9" fmla="*/ 0 60000 65536"/>
                <a:gd name="T10" fmla="*/ 0 60000 65536"/>
                <a:gd name="T11" fmla="*/ 0 60000 65536"/>
                <a:gd name="T12" fmla="*/ 0 w 1015"/>
                <a:gd name="T13" fmla="*/ 0 h 1107"/>
                <a:gd name="T14" fmla="*/ 1015 w 1015"/>
                <a:gd name="T15" fmla="*/ 1107 h 1107"/>
              </a:gdLst>
              <a:ahLst/>
              <a:cxnLst>
                <a:cxn ang="T8">
                  <a:pos x="T0" y="T1"/>
                </a:cxn>
                <a:cxn ang="T9">
                  <a:pos x="T2" y="T3"/>
                </a:cxn>
                <a:cxn ang="T10">
                  <a:pos x="T4" y="T5"/>
                </a:cxn>
                <a:cxn ang="T11">
                  <a:pos x="T6" y="T7"/>
                </a:cxn>
              </a:cxnLst>
              <a:rect l="T12" t="T13" r="T14" b="T15"/>
              <a:pathLst>
                <a:path w="1015" h="1107">
                  <a:moveTo>
                    <a:pt x="1015" y="1107"/>
                  </a:moveTo>
                  <a:lnTo>
                    <a:pt x="0" y="0"/>
                  </a:lnTo>
                  <a:lnTo>
                    <a:pt x="905" y="0"/>
                  </a:lnTo>
                  <a:lnTo>
                    <a:pt x="1015" y="1107"/>
                  </a:lnTo>
                  <a:close/>
                </a:path>
              </a:pathLst>
            </a:custGeom>
            <a:gradFill rotWithShape="1">
              <a:gsLst>
                <a:gs pos="0">
                  <a:schemeClr val="bg1"/>
                </a:gs>
                <a:gs pos="100000">
                  <a:schemeClr val="tx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rot="1080000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226628" name="Text Box 324">
            <a:extLst>
              <a:ext uri="{FF2B5EF4-FFF2-40B4-BE49-F238E27FC236}">
                <a16:creationId xmlns:a16="http://schemas.microsoft.com/office/drawing/2014/main" id="{407135C0-2CE1-7A78-EC08-AF2E249D1C32}"/>
              </a:ext>
            </a:extLst>
          </p:cNvPr>
          <p:cNvSpPr txBox="1">
            <a:spLocks noChangeArrowheads="1"/>
          </p:cNvSpPr>
          <p:nvPr/>
        </p:nvSpPr>
        <p:spPr bwMode="auto">
          <a:xfrm>
            <a:off x="787400" y="5545138"/>
            <a:ext cx="74755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altLang="en-US" sz="2400" b="0" i="1" u="none" strike="noStrike" kern="1200" cap="none" spc="0" normalizeH="0" baseline="0" noProof="0">
                <a:ln>
                  <a:noFill/>
                </a:ln>
                <a:solidFill>
                  <a:srgbClr val="CC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frequency division multiplexing:</a:t>
            </a:r>
            <a:r>
              <a:rPr kumimoji="0" lang="en-US" altLang="en-US" sz="2400" b="0" i="0" u="none" strike="noStrike" kern="1200" cap="none" spc="0" normalizeH="0" baseline="0" noProof="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 different channels transmitted</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in different frequency bands</a:t>
            </a:r>
          </a:p>
        </p:txBody>
      </p:sp>
      <p:grpSp>
        <p:nvGrpSpPr>
          <p:cNvPr id="34856" name="Group 326">
            <a:extLst>
              <a:ext uri="{FF2B5EF4-FFF2-40B4-BE49-F238E27FC236}">
                <a16:creationId xmlns:a16="http://schemas.microsoft.com/office/drawing/2014/main" id="{C205796C-3B13-EA24-F04A-40E0FA8AA8B5}"/>
              </a:ext>
            </a:extLst>
          </p:cNvPr>
          <p:cNvGrpSpPr>
            <a:grpSpLocks/>
          </p:cNvGrpSpPr>
          <p:nvPr/>
        </p:nvGrpSpPr>
        <p:grpSpPr bwMode="auto">
          <a:xfrm>
            <a:off x="560388" y="1928813"/>
            <a:ext cx="609600" cy="609600"/>
            <a:chOff x="-44" y="1473"/>
            <a:chExt cx="981" cy="1105"/>
          </a:xfrm>
        </p:grpSpPr>
        <p:pic>
          <p:nvPicPr>
            <p:cNvPr id="34858" name="Picture 327" descr="desktop_computer_stylized_medium">
              <a:extLst>
                <a:ext uri="{FF2B5EF4-FFF2-40B4-BE49-F238E27FC236}">
                  <a16:creationId xmlns:a16="http://schemas.microsoft.com/office/drawing/2014/main" id="{1667937B-B266-3078-A0B2-D63B9EEB22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59" name="Freeform 328">
              <a:extLst>
                <a:ext uri="{FF2B5EF4-FFF2-40B4-BE49-F238E27FC236}">
                  <a16:creationId xmlns:a16="http://schemas.microsoft.com/office/drawing/2014/main" id="{CBEAA0C9-3BF1-85CC-D65A-87285734DB14}"/>
                </a:ext>
              </a:extLst>
            </p:cNvPr>
            <p:cNvSpPr>
              <a:spLocks/>
            </p:cNvSpPr>
            <p:nvPr/>
          </p:nvSpPr>
          <p:spPr bwMode="auto">
            <a:xfrm flipH="1">
              <a:off x="374" y="1579"/>
              <a:ext cx="477" cy="506"/>
            </a:xfrm>
            <a:custGeom>
              <a:avLst/>
              <a:gdLst>
                <a:gd name="T0" fmla="*/ 0 w 356"/>
                <a:gd name="T1" fmla="*/ 0 h 368"/>
                <a:gd name="T2" fmla="*/ 10045 w 356"/>
                <a:gd name="T3" fmla="*/ 645 h 368"/>
                <a:gd name="T4" fmla="*/ 11917 w 356"/>
                <a:gd name="T5" fmla="*/ 13448 h 368"/>
                <a:gd name="T6" fmla="*/ 2626 w 356"/>
                <a:gd name="T7" fmla="*/ 168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4857" name="Slide Number Placeholder 3">
            <a:extLst>
              <a:ext uri="{FF2B5EF4-FFF2-40B4-BE49-F238E27FC236}">
                <a16:creationId xmlns:a16="http://schemas.microsoft.com/office/drawing/2014/main" id="{AC3E239C-0138-BF5E-024F-0A3F85E8D61A}"/>
              </a:ext>
            </a:extLst>
          </p:cNvPr>
          <p:cNvSpPr>
            <a:spLocks noGrp="1"/>
          </p:cNvSpPr>
          <p:nvPr>
            <p:ph type="sldNum" sz="quarter" idx="12"/>
          </p:nvPr>
        </p:nvSpPr>
        <p:spPr bwMode="auto">
          <a:xfrm>
            <a:off x="8324850" y="6462713"/>
            <a:ext cx="676275" cy="2762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6C30DDC3-B744-423A-8069-E256BF71CBA0}"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73895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dissolve">
                                      <p:cBhvr>
                                        <p:cTn id="16" dur="500"/>
                                        <p:tgtEl>
                                          <p:spTgt spid="18"/>
                                        </p:tgtEl>
                                      </p:cBhvr>
                                    </p:animEffect>
                                  </p:childTnLst>
                                </p:cTn>
                              </p:par>
                            </p:childTnLst>
                          </p:cTn>
                        </p:par>
                        <p:par>
                          <p:cTn id="17" fill="hold" nodeType="afterGroup">
                            <p:stCondLst>
                              <p:cond delay="1000"/>
                            </p:stCondLst>
                            <p:childTnLst>
                              <p:par>
                                <p:cTn id="18" presetID="9" presetClass="entr" presetSubtype="0" fill="hold" nodeType="afterEffect">
                                  <p:stCondLst>
                                    <p:cond delay="0"/>
                                  </p:stCondLst>
                                  <p:childTnLst>
                                    <p:set>
                                      <p:cBhvr>
                                        <p:cTn id="19" dur="1" fill="hold">
                                          <p:stCondLst>
                                            <p:cond delay="0"/>
                                          </p:stCondLst>
                                        </p:cTn>
                                        <p:tgtEl>
                                          <p:spTgt spid="226628"/>
                                        </p:tgtEl>
                                        <p:attrNameLst>
                                          <p:attrName>style.visibility</p:attrName>
                                        </p:attrNameLst>
                                      </p:cBhvr>
                                      <p:to>
                                        <p:strVal val="visible"/>
                                      </p:to>
                                    </p:set>
                                    <p:animEffect transition="in" filter="dissolve">
                                      <p:cBhvr>
                                        <p:cTn id="20" dur="500"/>
                                        <p:tgtEl>
                                          <p:spTgt spid="2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6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Ethernet – Traditional Wired Access</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0" y="1066800"/>
            <a:ext cx="4267200" cy="2514600"/>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1544" y="1717711"/>
            <a:ext cx="4792456" cy="3768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4351544" y="914400"/>
            <a:ext cx="0" cy="548640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pic>
        <p:nvPicPr>
          <p:cNvPr id="3" name="Picture 2" descr="A diagram of a simple local area network. A server and 3 workstations branch off from a shared transmission medium."/>
          <p:cNvPicPr>
            <a:picLocks noChangeAspect="1"/>
          </p:cNvPicPr>
          <p:nvPr/>
        </p:nvPicPr>
        <p:blipFill>
          <a:blip r:embed="rId4"/>
          <a:stretch>
            <a:fillRect/>
          </a:stretch>
        </p:blipFill>
        <p:spPr>
          <a:xfrm>
            <a:off x="457200" y="4343400"/>
            <a:ext cx="3506092" cy="2305476"/>
          </a:xfrm>
          <a:prstGeom prst="rect">
            <a:avLst/>
          </a:prstGeom>
        </p:spPr>
      </p:pic>
    </p:spTree>
    <p:extLst>
      <p:ext uri="{BB962C8B-B14F-4D97-AF65-F5344CB8AC3E}">
        <p14:creationId xmlns:p14="http://schemas.microsoft.com/office/powerpoint/2010/main" val="2530157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96C1C9-3162-3847-0B67-BD421F97D11B}"/>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640C55B-6545-4578-B0FE-B025BA1E4B20}"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 name="Rectangle 2">
            <a:extLst>
              <a:ext uri="{FF2B5EF4-FFF2-40B4-BE49-F238E27FC236}">
                <a16:creationId xmlns:a16="http://schemas.microsoft.com/office/drawing/2014/main" id="{7C755905-055F-6374-98DD-9267CC9FB8B5}"/>
              </a:ext>
            </a:extLst>
          </p:cNvPr>
          <p:cNvSpPr txBox="1">
            <a:spLocks noChangeArrowheads="1"/>
          </p:cNvSpPr>
          <p:nvPr/>
        </p:nvSpPr>
        <p:spPr bwMode="auto">
          <a:xfrm>
            <a:off x="333375" y="2936875"/>
            <a:ext cx="8382000" cy="984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600" b="0" i="0" u="none" strike="noStrike" kern="0" cap="none" spc="0" normalizeH="0" baseline="0" noProof="0" dirty="0">
                <a:ln>
                  <a:noFill/>
                </a:ln>
                <a:solidFill>
                  <a:srgbClr val="FF0000"/>
                </a:solidFill>
                <a:effectLst/>
                <a:uLnTx/>
                <a:uFillTx/>
                <a:latin typeface="Times New Roman"/>
                <a:ea typeface="ＭＳ Ｐゴシック" panose="020B0600070205080204" pitchFamily="34" charset="-128"/>
                <a:cs typeface="+mj-cs"/>
              </a:rPr>
              <a:t>Wireless</a:t>
            </a:r>
            <a:r>
              <a:rPr kumimoji="0" lang="en-US" altLang="en-US" sz="3600" b="0" i="0" u="none" strike="noStrike" kern="0" cap="none" spc="0" normalizeH="0" baseline="0" noProof="0" dirty="0">
                <a:ln>
                  <a:noFill/>
                </a:ln>
                <a:solidFill>
                  <a:srgbClr val="7030A0"/>
                </a:solidFill>
                <a:effectLst/>
                <a:uLnTx/>
                <a:uFillTx/>
                <a:latin typeface="Times New Roman"/>
                <a:ea typeface="ＭＳ Ｐゴシック" panose="020B0600070205080204" pitchFamily="34" charset="-128"/>
                <a:cs typeface="+mj-cs"/>
              </a:rPr>
              <a:t> Access Networks</a:t>
            </a:r>
          </a:p>
        </p:txBody>
      </p:sp>
      <p:sp>
        <p:nvSpPr>
          <p:cNvPr id="4" name="Title 1">
            <a:extLst>
              <a:ext uri="{FF2B5EF4-FFF2-40B4-BE49-F238E27FC236}">
                <a16:creationId xmlns:a16="http://schemas.microsoft.com/office/drawing/2014/main" id="{94A58896-5CD4-ED8E-3DE2-EA76C3407D0B}"/>
              </a:ext>
            </a:extLst>
          </p:cNvPr>
          <p:cNvSpPr txBox="1">
            <a:spLocks/>
          </p:cNvSpPr>
          <p:nvPr/>
        </p:nvSpPr>
        <p:spPr>
          <a:xfrm>
            <a:off x="457200" y="152400"/>
            <a:ext cx="8229600" cy="609600"/>
          </a:xfrm>
          <a:prstGeom prst="rect">
            <a:avLst/>
          </a:prstGeom>
        </p:spPr>
        <p:txBody>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Times New Roman"/>
                <a:ea typeface="+mj-ea"/>
                <a:cs typeface="+mj-cs"/>
              </a:rPr>
              <a:t>Access Networks</a:t>
            </a:r>
          </a:p>
        </p:txBody>
      </p:sp>
    </p:spTree>
    <p:extLst>
      <p:ext uri="{BB962C8B-B14F-4D97-AF65-F5344CB8AC3E}">
        <p14:creationId xmlns:p14="http://schemas.microsoft.com/office/powerpoint/2010/main" val="2937017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1681EB2D-DD39-DF50-FBE5-F7F6F3C6EF0C}"/>
              </a:ext>
            </a:extLst>
          </p:cNvPr>
          <p:cNvSpPr>
            <a:spLocks noGrp="1" noChangeArrowheads="1"/>
          </p:cNvSpPr>
          <p:nvPr>
            <p:ph type="title" idx="4294967295"/>
          </p:nvPr>
        </p:nvSpPr>
        <p:spPr>
          <a:xfrm>
            <a:off x="293688" y="169863"/>
            <a:ext cx="8382000" cy="984250"/>
          </a:xfrm>
        </p:spPr>
        <p:txBody>
          <a:bodyPr/>
          <a:lstStyle/>
          <a:p>
            <a:pPr eaLnBrk="1" hangingPunct="1"/>
            <a:r>
              <a:rPr lang="en-US" altLang="en-US" sz="3600" dirty="0">
                <a:ea typeface="ＭＳ Ｐゴシック" panose="020B0600070205080204" pitchFamily="34" charset="-128"/>
              </a:rPr>
              <a:t>Wireless Access Networks</a:t>
            </a:r>
            <a:endParaRPr lang="en-US" altLang="en-US" dirty="0">
              <a:ea typeface="ＭＳ Ｐゴシック" panose="020B0600070205080204" pitchFamily="34" charset="-128"/>
            </a:endParaRPr>
          </a:p>
        </p:txBody>
      </p:sp>
      <p:sp>
        <p:nvSpPr>
          <p:cNvPr id="39940" name="Rectangle 3">
            <a:extLst>
              <a:ext uri="{FF2B5EF4-FFF2-40B4-BE49-F238E27FC236}">
                <a16:creationId xmlns:a16="http://schemas.microsoft.com/office/drawing/2014/main" id="{CE5A86B9-2BF1-60DE-689B-66CF6E4F449F}"/>
              </a:ext>
            </a:extLst>
          </p:cNvPr>
          <p:cNvSpPr>
            <a:spLocks noGrp="1" noChangeArrowheads="1"/>
          </p:cNvSpPr>
          <p:nvPr>
            <p:ph type="body" sz="half" idx="4294967295"/>
          </p:nvPr>
        </p:nvSpPr>
        <p:spPr>
          <a:xfrm>
            <a:off x="261938" y="1322388"/>
            <a:ext cx="8370887" cy="865187"/>
          </a:xfrm>
        </p:spPr>
        <p:txBody>
          <a:bodyPr/>
          <a:lstStyle/>
          <a:p>
            <a:pPr eaLnBrk="1" hangingPunct="1">
              <a:buSzPct val="75000"/>
            </a:pPr>
            <a:r>
              <a:rPr lang="en-US" altLang="en-US" sz="2400" dirty="0">
                <a:ea typeface="ＭＳ Ｐゴシック" panose="020B0600070205080204" pitchFamily="34" charset="-128"/>
              </a:rPr>
              <a:t>shared </a:t>
            </a:r>
            <a:r>
              <a:rPr lang="en-US" altLang="en-US" sz="2400" i="1" dirty="0">
                <a:ea typeface="ＭＳ Ｐゴシック" panose="020B0600070205080204" pitchFamily="34" charset="-128"/>
              </a:rPr>
              <a:t>wireless</a:t>
            </a:r>
            <a:r>
              <a:rPr lang="en-US" altLang="en-US" sz="2400" dirty="0">
                <a:ea typeface="ＭＳ Ｐゴシック" panose="020B0600070205080204" pitchFamily="34" charset="-128"/>
              </a:rPr>
              <a:t> access network connects end system to router</a:t>
            </a:r>
          </a:p>
          <a:p>
            <a:pPr lvl="1" eaLnBrk="1" hangingPunct="1"/>
            <a:r>
              <a:rPr lang="en-US" altLang="en-US" sz="2000" dirty="0">
                <a:ea typeface="Arial" panose="020B0604020202020204" pitchFamily="34" charset="0"/>
              </a:rPr>
              <a:t>via base station aka </a:t>
            </a:r>
            <a:r>
              <a:rPr lang="ja-JP" altLang="en-US" sz="2000" dirty="0">
                <a:ea typeface="ＭＳ Ｐゴシック" panose="020B0600070205080204" pitchFamily="34" charset="-128"/>
              </a:rPr>
              <a:t>“</a:t>
            </a:r>
            <a:r>
              <a:rPr lang="en-US" altLang="ja-JP" sz="2000" dirty="0">
                <a:ea typeface="ＭＳ Ｐゴシック" panose="020B0600070205080204" pitchFamily="34" charset="-128"/>
              </a:rPr>
              <a:t>access point</a:t>
            </a:r>
            <a:r>
              <a:rPr lang="ja-JP" altLang="en-US" sz="2000" dirty="0">
                <a:ea typeface="ＭＳ Ｐゴシック" panose="020B0600070205080204" pitchFamily="34" charset="-128"/>
              </a:rPr>
              <a:t>”</a:t>
            </a:r>
            <a:endParaRPr lang="en-US" altLang="en-US" sz="2000" dirty="0">
              <a:ea typeface="Arial" panose="020B0604020202020204" pitchFamily="34" charset="0"/>
            </a:endParaRPr>
          </a:p>
        </p:txBody>
      </p:sp>
      <p:sp>
        <p:nvSpPr>
          <p:cNvPr id="39942" name="Rectangle 3">
            <a:extLst>
              <a:ext uri="{FF2B5EF4-FFF2-40B4-BE49-F238E27FC236}">
                <a16:creationId xmlns:a16="http://schemas.microsoft.com/office/drawing/2014/main" id="{02A9E883-554F-9F0B-B30B-A216010EE7F3}"/>
              </a:ext>
            </a:extLst>
          </p:cNvPr>
          <p:cNvSpPr>
            <a:spLocks noChangeArrowheads="1"/>
          </p:cNvSpPr>
          <p:nvPr/>
        </p:nvSpPr>
        <p:spPr bwMode="auto">
          <a:xfrm>
            <a:off x="341313" y="2214563"/>
            <a:ext cx="40798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342900" marR="0" lvl="0" indent="-342900" algn="l" defTabSz="914400" rtl="0" eaLnBrk="1" fontAlgn="base" latinLnBrk="0" hangingPunct="1">
              <a:lnSpc>
                <a:spcPct val="85000"/>
              </a:lnSpc>
              <a:spcBef>
                <a:spcPct val="20000"/>
              </a:spcBef>
              <a:spcAft>
                <a:spcPct val="0"/>
              </a:spcAft>
              <a:buClr>
                <a:srgbClr val="000099"/>
              </a:buClr>
              <a:buSzPct val="65000"/>
              <a:buFont typeface="Wingdings" panose="05000000000000000000" pitchFamily="2" charset="2"/>
              <a:buNone/>
              <a:tabLst/>
              <a:defRPr/>
            </a:pPr>
            <a:r>
              <a:rPr kumimoji="0" lang="en-US" altLang="en-US" sz="2400" b="0" i="1" u="none" strike="noStrike" kern="1200" cap="none" spc="0" normalizeH="0" baseline="0" noProof="0" dirty="0">
                <a:ln>
                  <a:noFill/>
                </a:ln>
                <a:solidFill>
                  <a:srgbClr val="CC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wireless LANs:</a:t>
            </a:r>
          </a:p>
          <a:p>
            <a:pPr marL="742950" marR="0" lvl="1" indent="-285750" algn="l" defTabSz="914400" rtl="0" eaLnBrk="1" fontAlgn="base" latinLnBrk="0" hangingPunct="1">
              <a:lnSpc>
                <a:spcPct val="85000"/>
              </a:lnSpc>
              <a:spcBef>
                <a:spcPct val="20000"/>
              </a:spcBef>
              <a:spcAft>
                <a:spcPct val="0"/>
              </a:spcAft>
              <a:buClr>
                <a:srgbClr val="000099"/>
              </a:buClr>
              <a:buSzTx/>
              <a:buFont typeface="Wingdings" panose="05000000000000000000" pitchFamily="2" charset="2"/>
              <a:buChar char="§"/>
              <a:tabLst/>
              <a:defRPr/>
            </a:pPr>
            <a:r>
              <a:rPr kumimoji="0" lang="en-US" altLang="en-US" sz="20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within building (100 ft)</a:t>
            </a:r>
          </a:p>
          <a:p>
            <a:pPr marL="742950" marR="0" lvl="1" indent="-285750" algn="l" defTabSz="914400" rtl="0" eaLnBrk="1" fontAlgn="base" latinLnBrk="0" hangingPunct="1">
              <a:lnSpc>
                <a:spcPct val="85000"/>
              </a:lnSpc>
              <a:spcBef>
                <a:spcPct val="20000"/>
              </a:spcBef>
              <a:spcAft>
                <a:spcPct val="0"/>
              </a:spcAft>
              <a:buClr>
                <a:srgbClr val="000099"/>
              </a:buClr>
              <a:buSzTx/>
              <a:buFont typeface="Wingdings" panose="05000000000000000000" pitchFamily="2" charset="2"/>
              <a:buChar char="§"/>
              <a:tabLst/>
              <a:defRPr/>
            </a:pPr>
            <a:r>
              <a:rPr kumimoji="0" lang="en-US" altLang="en-US" sz="20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802.11b/g (</a:t>
            </a:r>
            <a:r>
              <a:rPr kumimoji="0" lang="en-US" altLang="en-US" sz="2000" b="0" i="0" u="none" strike="noStrike" kern="1200" cap="none" spc="0" normalizeH="0" baseline="0" noProof="0" dirty="0" err="1">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WiFi</a:t>
            </a:r>
            <a:r>
              <a:rPr kumimoji="0" lang="en-US" altLang="en-US" sz="20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 11, 54 Mbps transmission rate</a:t>
            </a:r>
          </a:p>
        </p:txBody>
      </p:sp>
      <p:sp>
        <p:nvSpPr>
          <p:cNvPr id="39943" name="Rectangle 3">
            <a:extLst>
              <a:ext uri="{FF2B5EF4-FFF2-40B4-BE49-F238E27FC236}">
                <a16:creationId xmlns:a16="http://schemas.microsoft.com/office/drawing/2014/main" id="{36A739DF-F89A-DFEB-7175-C1893AB5B759}"/>
              </a:ext>
            </a:extLst>
          </p:cNvPr>
          <p:cNvSpPr>
            <a:spLocks noChangeArrowheads="1"/>
          </p:cNvSpPr>
          <p:nvPr/>
        </p:nvSpPr>
        <p:spPr bwMode="auto">
          <a:xfrm>
            <a:off x="4640263" y="1819275"/>
            <a:ext cx="4619625"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342900" marR="0" lvl="0" indent="-342900" algn="l" defTabSz="914400" rtl="0" eaLnBrk="1" fontAlgn="base" latinLnBrk="0" hangingPunct="1">
              <a:lnSpc>
                <a:spcPct val="85000"/>
              </a:lnSpc>
              <a:spcBef>
                <a:spcPct val="20000"/>
              </a:spcBef>
              <a:spcAft>
                <a:spcPct val="0"/>
              </a:spcAft>
              <a:buClr>
                <a:srgbClr val="000099"/>
              </a:buClr>
              <a:buSzPct val="65000"/>
              <a:buFont typeface="Wingdings" panose="05000000000000000000" pitchFamily="2" charset="2"/>
              <a:buChar char="v"/>
              <a:tabLst/>
              <a:defRPr/>
            </a:pPr>
            <a:endParaRPr kumimoji="0" lang="en-US" altLang="en-US" sz="24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endParaRPr>
          </a:p>
          <a:p>
            <a:pPr marL="342900" marR="0" lvl="0" indent="-342900" algn="l" defTabSz="914400" rtl="0" eaLnBrk="1" fontAlgn="base" latinLnBrk="0" hangingPunct="1">
              <a:lnSpc>
                <a:spcPct val="85000"/>
              </a:lnSpc>
              <a:spcBef>
                <a:spcPct val="20000"/>
              </a:spcBef>
              <a:spcAft>
                <a:spcPct val="0"/>
              </a:spcAft>
              <a:buClr>
                <a:srgbClr val="000099"/>
              </a:buClr>
              <a:buSzPct val="65000"/>
              <a:buFont typeface="Wingdings" panose="05000000000000000000" pitchFamily="2" charset="2"/>
              <a:buNone/>
              <a:tabLst/>
              <a:defRPr/>
            </a:pPr>
            <a:r>
              <a:rPr kumimoji="0" lang="en-US" altLang="en-US" sz="2400" b="0" i="0" u="none" strike="noStrike" kern="1200" cap="none" spc="0" normalizeH="0" baseline="0" noProof="0" dirty="0">
                <a:ln>
                  <a:noFill/>
                </a:ln>
                <a:solidFill>
                  <a:srgbClr val="CC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wide-area wireless access</a:t>
            </a:r>
          </a:p>
          <a:p>
            <a:pPr marL="742950" marR="0" lvl="1" indent="-285750" algn="l" defTabSz="914400" rtl="0" eaLnBrk="1" fontAlgn="base" latinLnBrk="0" hangingPunct="1">
              <a:lnSpc>
                <a:spcPct val="85000"/>
              </a:lnSpc>
              <a:spcBef>
                <a:spcPct val="20000"/>
              </a:spcBef>
              <a:spcAft>
                <a:spcPct val="0"/>
              </a:spcAft>
              <a:buClr>
                <a:srgbClr val="000099"/>
              </a:buClr>
              <a:buSzTx/>
              <a:buFont typeface="Wingdings" panose="05000000000000000000" pitchFamily="2" charset="2"/>
              <a:buChar char="§"/>
              <a:tabLst/>
              <a:defRPr/>
            </a:pPr>
            <a:r>
              <a:rPr kumimoji="0" lang="en-US" altLang="en-US" sz="20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provided by telco (cellular) operator, 10</a:t>
            </a:r>
            <a:r>
              <a:rPr kumimoji="0" lang="ja-JP" altLang="en-US" sz="20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a:t>
            </a:r>
            <a:r>
              <a:rPr kumimoji="0" lang="en-US" altLang="ja-JP" sz="20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s km</a:t>
            </a:r>
          </a:p>
          <a:p>
            <a:pPr marL="742950" marR="0" lvl="1" indent="-285750" algn="l" defTabSz="914400" rtl="0" eaLnBrk="1" fontAlgn="base" latinLnBrk="0" hangingPunct="1">
              <a:lnSpc>
                <a:spcPct val="85000"/>
              </a:lnSpc>
              <a:spcBef>
                <a:spcPct val="20000"/>
              </a:spcBef>
              <a:spcAft>
                <a:spcPct val="0"/>
              </a:spcAft>
              <a:buClr>
                <a:srgbClr val="000099"/>
              </a:buClr>
              <a:buSzTx/>
              <a:buFont typeface="Wingdings" panose="05000000000000000000" pitchFamily="2" charset="2"/>
              <a:buChar char="§"/>
              <a:tabLst/>
              <a:defRPr/>
            </a:pPr>
            <a:r>
              <a:rPr kumimoji="0" lang="en-US" altLang="en-US" sz="20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between 1 and 10 Mbps </a:t>
            </a:r>
          </a:p>
          <a:p>
            <a:pPr marL="742950" marR="0" lvl="1" indent="-285750" algn="l" defTabSz="914400" rtl="0" eaLnBrk="1" fontAlgn="base" latinLnBrk="0" hangingPunct="1">
              <a:lnSpc>
                <a:spcPct val="85000"/>
              </a:lnSpc>
              <a:spcBef>
                <a:spcPct val="20000"/>
              </a:spcBef>
              <a:spcAft>
                <a:spcPct val="0"/>
              </a:spcAft>
              <a:buClr>
                <a:srgbClr val="000099"/>
              </a:buClr>
              <a:buSzTx/>
              <a:buFont typeface="Wingdings" panose="05000000000000000000" pitchFamily="2" charset="2"/>
              <a:buChar char="§"/>
              <a:tabLst/>
              <a:defRPr/>
            </a:pPr>
            <a:r>
              <a:rPr kumimoji="0" lang="en-US" altLang="en-US" sz="2000" b="0" i="0" u="none" strike="noStrike" kern="1200" cap="none" spc="0" normalizeH="0" baseline="0" noProof="0" dirty="0">
                <a:ln>
                  <a:noFill/>
                </a:ln>
                <a:solidFill>
                  <a:srgbClr val="000000"/>
                </a:solidFill>
                <a:effectLst/>
                <a:uLnTx/>
                <a:uFillTx/>
                <a:latin typeface="Gill Sans MT" panose="020B0502020104020203" pitchFamily="34" charset="0"/>
                <a:ea typeface="ＭＳ Ｐゴシック" panose="020B0600070205080204" pitchFamily="34" charset="-128"/>
                <a:cs typeface="Arial" panose="020B0604020202020204" pitchFamily="34" charset="0"/>
              </a:rPr>
              <a:t>3G, 4G:  LTE</a:t>
            </a:r>
          </a:p>
        </p:txBody>
      </p:sp>
      <p:grpSp>
        <p:nvGrpSpPr>
          <p:cNvPr id="39944" name="Group 85">
            <a:extLst>
              <a:ext uri="{FF2B5EF4-FFF2-40B4-BE49-F238E27FC236}">
                <a16:creationId xmlns:a16="http://schemas.microsoft.com/office/drawing/2014/main" id="{026CDCDD-2CE3-1A2C-27F4-2451AFAEEA24}"/>
              </a:ext>
            </a:extLst>
          </p:cNvPr>
          <p:cNvGrpSpPr>
            <a:grpSpLocks/>
          </p:cNvGrpSpPr>
          <p:nvPr/>
        </p:nvGrpSpPr>
        <p:grpSpPr bwMode="auto">
          <a:xfrm>
            <a:off x="958850" y="3536950"/>
            <a:ext cx="2487613" cy="1562100"/>
            <a:chOff x="2889" y="1631"/>
            <a:chExt cx="980" cy="743"/>
          </a:xfrm>
        </p:grpSpPr>
        <p:sp>
          <p:nvSpPr>
            <p:cNvPr id="40046" name="Rectangle 86">
              <a:extLst>
                <a:ext uri="{FF2B5EF4-FFF2-40B4-BE49-F238E27FC236}">
                  <a16:creationId xmlns:a16="http://schemas.microsoft.com/office/drawing/2014/main" id="{85D9B647-F6A0-2CC5-C638-52338B6128C3}"/>
                </a:ext>
              </a:extLst>
            </p:cNvPr>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0047" name="AutoShape 87">
              <a:extLst>
                <a:ext uri="{FF2B5EF4-FFF2-40B4-BE49-F238E27FC236}">
                  <a16:creationId xmlns:a16="http://schemas.microsoft.com/office/drawing/2014/main" id="{8EDC9928-4501-9DEF-9CDC-2A576C9B86AE}"/>
                </a:ext>
              </a:extLst>
            </p:cNvPr>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sp>
        <p:nvSpPr>
          <p:cNvPr id="39945" name="Line 110">
            <a:extLst>
              <a:ext uri="{FF2B5EF4-FFF2-40B4-BE49-F238E27FC236}">
                <a16:creationId xmlns:a16="http://schemas.microsoft.com/office/drawing/2014/main" id="{AB16F302-B350-D8A8-7BBD-55321B4487B6}"/>
              </a:ext>
            </a:extLst>
          </p:cNvPr>
          <p:cNvSpPr>
            <a:spLocks noChangeShapeType="1"/>
          </p:cNvSpPr>
          <p:nvPr/>
        </p:nvSpPr>
        <p:spPr bwMode="auto">
          <a:xfrm>
            <a:off x="2603500" y="4941888"/>
            <a:ext cx="0" cy="220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46" name="Line 116">
            <a:extLst>
              <a:ext uri="{FF2B5EF4-FFF2-40B4-BE49-F238E27FC236}">
                <a16:creationId xmlns:a16="http://schemas.microsoft.com/office/drawing/2014/main" id="{64D4757D-74DA-06C5-21A2-CE2DBDBD8751}"/>
              </a:ext>
            </a:extLst>
          </p:cNvPr>
          <p:cNvSpPr>
            <a:spLocks noChangeShapeType="1"/>
          </p:cNvSpPr>
          <p:nvPr/>
        </p:nvSpPr>
        <p:spPr bwMode="auto">
          <a:xfrm flipV="1">
            <a:off x="2003425" y="4806950"/>
            <a:ext cx="287338" cy="4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9947" name="Group 228">
            <a:extLst>
              <a:ext uri="{FF2B5EF4-FFF2-40B4-BE49-F238E27FC236}">
                <a16:creationId xmlns:a16="http://schemas.microsoft.com/office/drawing/2014/main" id="{C0712E13-4914-CD0E-C39F-11729410C52A}"/>
              </a:ext>
            </a:extLst>
          </p:cNvPr>
          <p:cNvGrpSpPr>
            <a:grpSpLocks/>
          </p:cNvGrpSpPr>
          <p:nvPr/>
        </p:nvGrpSpPr>
        <p:grpSpPr bwMode="auto">
          <a:xfrm>
            <a:off x="2279650" y="4649788"/>
            <a:ext cx="666750" cy="284162"/>
            <a:chOff x="4650" y="1129"/>
            <a:chExt cx="246" cy="95"/>
          </a:xfrm>
        </p:grpSpPr>
        <p:sp>
          <p:nvSpPr>
            <p:cNvPr id="40038" name="Oval 407">
              <a:extLst>
                <a:ext uri="{FF2B5EF4-FFF2-40B4-BE49-F238E27FC236}">
                  <a16:creationId xmlns:a16="http://schemas.microsoft.com/office/drawing/2014/main" id="{5BA7E176-F398-9E83-64A8-924202E63E22}"/>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40039" name="Rectangle 410">
              <a:extLst>
                <a:ext uri="{FF2B5EF4-FFF2-40B4-BE49-F238E27FC236}">
                  <a16:creationId xmlns:a16="http://schemas.microsoft.com/office/drawing/2014/main" id="{D6DB3CA7-7EAA-9164-925C-015C44F88DA8}"/>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40040" name="Oval 411">
              <a:extLst>
                <a:ext uri="{FF2B5EF4-FFF2-40B4-BE49-F238E27FC236}">
                  <a16:creationId xmlns:a16="http://schemas.microsoft.com/office/drawing/2014/main" id="{95477B88-788A-5FEB-4774-DBCD9A442DFB}"/>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40041" name="Group 232">
              <a:extLst>
                <a:ext uri="{FF2B5EF4-FFF2-40B4-BE49-F238E27FC236}">
                  <a16:creationId xmlns:a16="http://schemas.microsoft.com/office/drawing/2014/main" id="{42AA2680-9D55-3DAA-2B9C-0D7D4FC5FF78}"/>
                </a:ext>
              </a:extLst>
            </p:cNvPr>
            <p:cNvGrpSpPr>
              <a:grpSpLocks/>
            </p:cNvGrpSpPr>
            <p:nvPr/>
          </p:nvGrpSpPr>
          <p:grpSpPr bwMode="auto">
            <a:xfrm>
              <a:off x="4699" y="1145"/>
              <a:ext cx="138" cy="29"/>
              <a:chOff x="2468" y="1332"/>
              <a:chExt cx="310" cy="60"/>
            </a:xfrm>
          </p:grpSpPr>
          <p:sp>
            <p:nvSpPr>
              <p:cNvPr id="40044" name="Freeform 233">
                <a:extLst>
                  <a:ext uri="{FF2B5EF4-FFF2-40B4-BE49-F238E27FC236}">
                    <a16:creationId xmlns:a16="http://schemas.microsoft.com/office/drawing/2014/main" id="{4E893BE2-FC55-CA38-32FF-645FD353607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45" name="Freeform 234">
                <a:extLst>
                  <a:ext uri="{FF2B5EF4-FFF2-40B4-BE49-F238E27FC236}">
                    <a16:creationId xmlns:a16="http://schemas.microsoft.com/office/drawing/2014/main" id="{A57E8B30-2BC1-9CD7-70D0-DB2195E2356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40042" name="Line 235">
              <a:extLst>
                <a:ext uri="{FF2B5EF4-FFF2-40B4-BE49-F238E27FC236}">
                  <a16:creationId xmlns:a16="http://schemas.microsoft.com/office/drawing/2014/main" id="{4339EDAC-741E-523D-9BFD-21B61DADF8B4}"/>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43" name="Line 236">
              <a:extLst>
                <a:ext uri="{FF2B5EF4-FFF2-40B4-BE49-F238E27FC236}">
                  <a16:creationId xmlns:a16="http://schemas.microsoft.com/office/drawing/2014/main" id="{3124D6A6-B888-78B5-00D7-B19D40AC381A}"/>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9948" name="Group 246">
            <a:extLst>
              <a:ext uri="{FF2B5EF4-FFF2-40B4-BE49-F238E27FC236}">
                <a16:creationId xmlns:a16="http://schemas.microsoft.com/office/drawing/2014/main" id="{D95CF7E0-C630-BFC5-A253-A4224EC2119A}"/>
              </a:ext>
            </a:extLst>
          </p:cNvPr>
          <p:cNvGrpSpPr>
            <a:grpSpLocks/>
          </p:cNvGrpSpPr>
          <p:nvPr/>
        </p:nvGrpSpPr>
        <p:grpSpPr bwMode="auto">
          <a:xfrm>
            <a:off x="1527175" y="4416425"/>
            <a:ext cx="863600" cy="588963"/>
            <a:chOff x="2967" y="478"/>
            <a:chExt cx="788" cy="625"/>
          </a:xfrm>
        </p:grpSpPr>
        <p:pic>
          <p:nvPicPr>
            <p:cNvPr id="40036" name="Picture 247" descr="access_point_stylized_small">
              <a:extLst>
                <a:ext uri="{FF2B5EF4-FFF2-40B4-BE49-F238E27FC236}">
                  <a16:creationId xmlns:a16="http://schemas.microsoft.com/office/drawing/2014/main" id="{E27AB565-4D85-E9B7-CADB-495098761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037" name="Picture 248" descr="antenna_radiation_stylized">
              <a:extLst>
                <a:ext uri="{FF2B5EF4-FFF2-40B4-BE49-F238E27FC236}">
                  <a16:creationId xmlns:a16="http://schemas.microsoft.com/office/drawing/2014/main" id="{AC92F9CA-D454-47B0-9D5E-922CB5F218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9949" name="Group 390">
            <a:extLst>
              <a:ext uri="{FF2B5EF4-FFF2-40B4-BE49-F238E27FC236}">
                <a16:creationId xmlns:a16="http://schemas.microsoft.com/office/drawing/2014/main" id="{050FF534-C3A7-8238-E618-3DF2BFE9B96F}"/>
              </a:ext>
            </a:extLst>
          </p:cNvPr>
          <p:cNvGrpSpPr>
            <a:grpSpLocks/>
          </p:cNvGrpSpPr>
          <p:nvPr/>
        </p:nvGrpSpPr>
        <p:grpSpPr bwMode="auto">
          <a:xfrm>
            <a:off x="1441450" y="3648075"/>
            <a:ext cx="757238" cy="682625"/>
            <a:chOff x="877" y="1008"/>
            <a:chExt cx="2747" cy="2591"/>
          </a:xfrm>
        </p:grpSpPr>
        <p:pic>
          <p:nvPicPr>
            <p:cNvPr id="40013" name="Picture 391" descr="antenna_stylized">
              <a:extLst>
                <a:ext uri="{FF2B5EF4-FFF2-40B4-BE49-F238E27FC236}">
                  <a16:creationId xmlns:a16="http://schemas.microsoft.com/office/drawing/2014/main" id="{5864A97C-6262-9335-F300-AB76940CB0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014" name="Picture 392" descr="laptop_keyboard">
              <a:extLst>
                <a:ext uri="{FF2B5EF4-FFF2-40B4-BE49-F238E27FC236}">
                  <a16:creationId xmlns:a16="http://schemas.microsoft.com/office/drawing/2014/main" id="{437E5CC5-81A3-A4F9-D3DF-C4C45A7028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15" name="Freeform 393">
              <a:extLst>
                <a:ext uri="{FF2B5EF4-FFF2-40B4-BE49-F238E27FC236}">
                  <a16:creationId xmlns:a16="http://schemas.microsoft.com/office/drawing/2014/main" id="{9756EE99-26FF-40F2-8E26-2FE674ADB673}"/>
                </a:ext>
              </a:extLst>
            </p:cNvPr>
            <p:cNvSpPr>
              <a:spLocks/>
            </p:cNvSpPr>
            <p:nvPr/>
          </p:nvSpPr>
          <p:spPr bwMode="auto">
            <a:xfrm>
              <a:off x="1753" y="1603"/>
              <a:ext cx="1807" cy="1322"/>
            </a:xfrm>
            <a:custGeom>
              <a:avLst/>
              <a:gdLst>
                <a:gd name="T0" fmla="*/ 1 w 2982"/>
                <a:gd name="T1" fmla="*/ 0 h 2442"/>
                <a:gd name="T2" fmla="*/ 0 w 2982"/>
                <a:gd name="T3" fmla="*/ 1 h 2442"/>
                <a:gd name="T4" fmla="*/ 6 w 2982"/>
                <a:gd name="T5" fmla="*/ 2 h 2442"/>
                <a:gd name="T6" fmla="*/ 7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40016" name="Picture 394" descr="screen">
              <a:extLst>
                <a:ext uri="{FF2B5EF4-FFF2-40B4-BE49-F238E27FC236}">
                  <a16:creationId xmlns:a16="http://schemas.microsoft.com/office/drawing/2014/main" id="{0674A9B3-AA4D-DF1D-FE8E-CAA3DA7273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17" name="Freeform 395">
              <a:extLst>
                <a:ext uri="{FF2B5EF4-FFF2-40B4-BE49-F238E27FC236}">
                  <a16:creationId xmlns:a16="http://schemas.microsoft.com/office/drawing/2014/main" id="{A44803AA-BF0F-6522-3CB8-85F6A2D7F445}"/>
                </a:ext>
              </a:extLst>
            </p:cNvPr>
            <p:cNvSpPr>
              <a:spLocks/>
            </p:cNvSpPr>
            <p:nvPr/>
          </p:nvSpPr>
          <p:spPr bwMode="auto">
            <a:xfrm>
              <a:off x="2082" y="1564"/>
              <a:ext cx="1531" cy="246"/>
            </a:xfrm>
            <a:custGeom>
              <a:avLst/>
              <a:gdLst>
                <a:gd name="T0" fmla="*/ 1 w 2528"/>
                <a:gd name="T1" fmla="*/ 0 h 455"/>
                <a:gd name="T2" fmla="*/ 6 w 2528"/>
                <a:gd name="T3" fmla="*/ 1 h 455"/>
                <a:gd name="T4" fmla="*/ 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18" name="Freeform 396">
              <a:extLst>
                <a:ext uri="{FF2B5EF4-FFF2-40B4-BE49-F238E27FC236}">
                  <a16:creationId xmlns:a16="http://schemas.microsoft.com/office/drawing/2014/main" id="{E4290CC7-623A-B927-AFD3-09AB8007BA55}"/>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2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19" name="Freeform 397">
              <a:extLst>
                <a:ext uri="{FF2B5EF4-FFF2-40B4-BE49-F238E27FC236}">
                  <a16:creationId xmlns:a16="http://schemas.microsoft.com/office/drawing/2014/main" id="{49558EDD-B5B5-33D7-0A17-5C6423DDA95E}"/>
                </a:ext>
              </a:extLst>
            </p:cNvPr>
            <p:cNvSpPr>
              <a:spLocks/>
            </p:cNvSpPr>
            <p:nvPr/>
          </p:nvSpPr>
          <p:spPr bwMode="auto">
            <a:xfrm>
              <a:off x="3144" y="1745"/>
              <a:ext cx="458" cy="1182"/>
            </a:xfrm>
            <a:custGeom>
              <a:avLst/>
              <a:gdLst>
                <a:gd name="T0" fmla="*/ 2 w 756"/>
                <a:gd name="T1" fmla="*/ 0 h 2184"/>
                <a:gd name="T2" fmla="*/ 1 w 756"/>
                <a:gd name="T3" fmla="*/ 2 h 2184"/>
                <a:gd name="T4" fmla="*/ 0 w 756"/>
                <a:gd name="T5" fmla="*/ 2 h 2184"/>
                <a:gd name="T6" fmla="*/ 1 w 756"/>
                <a:gd name="T7" fmla="*/ 1 h 2184"/>
                <a:gd name="T8" fmla="*/ 2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20" name="Freeform 398">
              <a:extLst>
                <a:ext uri="{FF2B5EF4-FFF2-40B4-BE49-F238E27FC236}">
                  <a16:creationId xmlns:a16="http://schemas.microsoft.com/office/drawing/2014/main" id="{820F5783-6876-487A-7E3C-F520E2E5A56E}"/>
                </a:ext>
              </a:extLst>
            </p:cNvPr>
            <p:cNvSpPr>
              <a:spLocks/>
            </p:cNvSpPr>
            <p:nvPr/>
          </p:nvSpPr>
          <p:spPr bwMode="auto">
            <a:xfrm>
              <a:off x="1732" y="2534"/>
              <a:ext cx="1680" cy="399"/>
            </a:xfrm>
            <a:custGeom>
              <a:avLst/>
              <a:gdLst>
                <a:gd name="T0" fmla="*/ 1 w 2773"/>
                <a:gd name="T1" fmla="*/ 0 h 738"/>
                <a:gd name="T2" fmla="*/ 0 w 2773"/>
                <a:gd name="T3" fmla="*/ 1 h 738"/>
                <a:gd name="T4" fmla="*/ 6 w 2773"/>
                <a:gd name="T5" fmla="*/ 1 h 738"/>
                <a:gd name="T6" fmla="*/ 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21" name="Freeform 399">
              <a:extLst>
                <a:ext uri="{FF2B5EF4-FFF2-40B4-BE49-F238E27FC236}">
                  <a16:creationId xmlns:a16="http://schemas.microsoft.com/office/drawing/2014/main" id="{B8DFAB83-8A6E-2A3B-EA04-09327B7DFBC4}"/>
                </a:ext>
              </a:extLst>
            </p:cNvPr>
            <p:cNvSpPr>
              <a:spLocks/>
            </p:cNvSpPr>
            <p:nvPr/>
          </p:nvSpPr>
          <p:spPr bwMode="auto">
            <a:xfrm>
              <a:off x="3195" y="1755"/>
              <a:ext cx="429" cy="1187"/>
            </a:xfrm>
            <a:custGeom>
              <a:avLst/>
              <a:gdLst>
                <a:gd name="T0" fmla="*/ 5 w 637"/>
                <a:gd name="T1" fmla="*/ 0 h 1659"/>
                <a:gd name="T2" fmla="*/ 5 w 637"/>
                <a:gd name="T3" fmla="*/ 0 h 1659"/>
                <a:gd name="T4" fmla="*/ 1 w 637"/>
                <a:gd name="T5" fmla="*/ 30 h 1659"/>
                <a:gd name="T6" fmla="*/ 0 w 637"/>
                <a:gd name="T7" fmla="*/ 29 h 1659"/>
                <a:gd name="T8" fmla="*/ 5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22" name="Freeform 400">
              <a:extLst>
                <a:ext uri="{FF2B5EF4-FFF2-40B4-BE49-F238E27FC236}">
                  <a16:creationId xmlns:a16="http://schemas.microsoft.com/office/drawing/2014/main" id="{E001B769-E18E-6FED-EB44-86BF25A0070B}"/>
                </a:ext>
              </a:extLst>
            </p:cNvPr>
            <p:cNvSpPr>
              <a:spLocks/>
            </p:cNvSpPr>
            <p:nvPr/>
          </p:nvSpPr>
          <p:spPr bwMode="auto">
            <a:xfrm>
              <a:off x="1734" y="2587"/>
              <a:ext cx="1494" cy="394"/>
            </a:xfrm>
            <a:custGeom>
              <a:avLst/>
              <a:gdLst>
                <a:gd name="T0" fmla="*/ 0 w 2216"/>
                <a:gd name="T1" fmla="*/ 0 h 550"/>
                <a:gd name="T2" fmla="*/ 1 w 2216"/>
                <a:gd name="T3" fmla="*/ 1 h 550"/>
                <a:gd name="T4" fmla="*/ 19 w 2216"/>
                <a:gd name="T5" fmla="*/ 10 h 550"/>
                <a:gd name="T6" fmla="*/ 19 w 2216"/>
                <a:gd name="T7" fmla="*/ 9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40023" name="Group 401">
              <a:extLst>
                <a:ext uri="{FF2B5EF4-FFF2-40B4-BE49-F238E27FC236}">
                  <a16:creationId xmlns:a16="http://schemas.microsoft.com/office/drawing/2014/main" id="{11E3CE39-86FD-39B1-C040-6CB463375C79}"/>
                </a:ext>
              </a:extLst>
            </p:cNvPr>
            <p:cNvGrpSpPr>
              <a:grpSpLocks/>
            </p:cNvGrpSpPr>
            <p:nvPr/>
          </p:nvGrpSpPr>
          <p:grpSpPr bwMode="auto">
            <a:xfrm>
              <a:off x="1709" y="3008"/>
              <a:ext cx="507" cy="234"/>
              <a:chOff x="1740" y="2642"/>
              <a:chExt cx="752" cy="327"/>
            </a:xfrm>
          </p:grpSpPr>
          <p:sp>
            <p:nvSpPr>
              <p:cNvPr id="40030" name="Freeform 402">
                <a:extLst>
                  <a:ext uri="{FF2B5EF4-FFF2-40B4-BE49-F238E27FC236}">
                    <a16:creationId xmlns:a16="http://schemas.microsoft.com/office/drawing/2014/main" id="{40EE23A8-BDFF-6CB6-C5E5-3C0168EAFBD7}"/>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31" name="Freeform 403">
                <a:extLst>
                  <a:ext uri="{FF2B5EF4-FFF2-40B4-BE49-F238E27FC236}">
                    <a16:creationId xmlns:a16="http://schemas.microsoft.com/office/drawing/2014/main" id="{ED7E2AAC-7AB3-2D79-7183-552F8205434D}"/>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32" name="Freeform 404">
                <a:extLst>
                  <a:ext uri="{FF2B5EF4-FFF2-40B4-BE49-F238E27FC236}">
                    <a16:creationId xmlns:a16="http://schemas.microsoft.com/office/drawing/2014/main" id="{2802A202-E00E-E25E-3B17-B8A7CA91AC8F}"/>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33" name="Freeform 405">
                <a:extLst>
                  <a:ext uri="{FF2B5EF4-FFF2-40B4-BE49-F238E27FC236}">
                    <a16:creationId xmlns:a16="http://schemas.microsoft.com/office/drawing/2014/main" id="{C6BFC35D-2960-B3EB-750D-92A3D8F7BE6B}"/>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34" name="Freeform 406">
                <a:extLst>
                  <a:ext uri="{FF2B5EF4-FFF2-40B4-BE49-F238E27FC236}">
                    <a16:creationId xmlns:a16="http://schemas.microsoft.com/office/drawing/2014/main" id="{FC96190E-3A82-86D7-B126-342827CCF4B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35" name="Freeform 407">
                <a:extLst>
                  <a:ext uri="{FF2B5EF4-FFF2-40B4-BE49-F238E27FC236}">
                    <a16:creationId xmlns:a16="http://schemas.microsoft.com/office/drawing/2014/main" id="{FEFB5DD7-F4F7-AC12-2E50-0D93F70205B7}"/>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40024" name="Freeform 408">
              <a:extLst>
                <a:ext uri="{FF2B5EF4-FFF2-40B4-BE49-F238E27FC236}">
                  <a16:creationId xmlns:a16="http://schemas.microsoft.com/office/drawing/2014/main" id="{2397534E-2F04-7F78-19A0-2D7D714090BB}"/>
                </a:ext>
              </a:extLst>
            </p:cNvPr>
            <p:cNvSpPr>
              <a:spLocks/>
            </p:cNvSpPr>
            <p:nvPr/>
          </p:nvSpPr>
          <p:spPr bwMode="auto">
            <a:xfrm>
              <a:off x="2577" y="3043"/>
              <a:ext cx="614" cy="514"/>
            </a:xfrm>
            <a:custGeom>
              <a:avLst/>
              <a:gdLst>
                <a:gd name="T0" fmla="*/ 1 w 990"/>
                <a:gd name="T1" fmla="*/ 4 h 792"/>
                <a:gd name="T2" fmla="*/ 4 w 990"/>
                <a:gd name="T3" fmla="*/ 0 h 792"/>
                <a:gd name="T4" fmla="*/ 4 w 990"/>
                <a:gd name="T5" fmla="*/ 1 h 792"/>
                <a:gd name="T6" fmla="*/ 0 w 990"/>
                <a:gd name="T7" fmla="*/ 4 h 792"/>
                <a:gd name="T8" fmla="*/ 1 w 990"/>
                <a:gd name="T9" fmla="*/ 4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25" name="Freeform 409">
              <a:extLst>
                <a:ext uri="{FF2B5EF4-FFF2-40B4-BE49-F238E27FC236}">
                  <a16:creationId xmlns:a16="http://schemas.microsoft.com/office/drawing/2014/main" id="{012E5A3B-C058-ED21-25CF-F0C6FD562B70}"/>
                </a:ext>
              </a:extLst>
            </p:cNvPr>
            <p:cNvSpPr>
              <a:spLocks/>
            </p:cNvSpPr>
            <p:nvPr/>
          </p:nvSpPr>
          <p:spPr bwMode="auto">
            <a:xfrm>
              <a:off x="1010" y="3084"/>
              <a:ext cx="1571" cy="469"/>
            </a:xfrm>
            <a:custGeom>
              <a:avLst/>
              <a:gdLst>
                <a:gd name="T0" fmla="*/ 1 w 2532"/>
                <a:gd name="T1" fmla="*/ 0 h 723"/>
                <a:gd name="T2" fmla="*/ 1 w 2532"/>
                <a:gd name="T3" fmla="*/ 0 h 723"/>
                <a:gd name="T4" fmla="*/ 9 w 2532"/>
                <a:gd name="T5" fmla="*/ 4 h 723"/>
                <a:gd name="T6" fmla="*/ 9 w 2532"/>
                <a:gd name="T7" fmla="*/ 4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26" name="Freeform 410">
              <a:extLst>
                <a:ext uri="{FF2B5EF4-FFF2-40B4-BE49-F238E27FC236}">
                  <a16:creationId xmlns:a16="http://schemas.microsoft.com/office/drawing/2014/main" id="{E56A8DEE-2E05-FA69-4C3C-B0C753ACF46B}"/>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27" name="Freeform 411">
              <a:extLst>
                <a:ext uri="{FF2B5EF4-FFF2-40B4-BE49-F238E27FC236}">
                  <a16:creationId xmlns:a16="http://schemas.microsoft.com/office/drawing/2014/main" id="{9EA9D143-E795-F3D7-2D6E-97410AF58834}"/>
                </a:ext>
              </a:extLst>
            </p:cNvPr>
            <p:cNvSpPr>
              <a:spLocks/>
            </p:cNvSpPr>
            <p:nvPr/>
          </p:nvSpPr>
          <p:spPr bwMode="auto">
            <a:xfrm>
              <a:off x="1012" y="2611"/>
              <a:ext cx="730" cy="393"/>
            </a:xfrm>
            <a:custGeom>
              <a:avLst/>
              <a:gdLst>
                <a:gd name="T0" fmla="*/ 4 w 1176"/>
                <a:gd name="T1" fmla="*/ 0 h 606"/>
                <a:gd name="T2" fmla="*/ 0 w 1176"/>
                <a:gd name="T3" fmla="*/ 3 h 606"/>
                <a:gd name="T4" fmla="*/ 1 w 1176"/>
                <a:gd name="T5" fmla="*/ 3 h 606"/>
                <a:gd name="T6" fmla="*/ 4 w 1176"/>
                <a:gd name="T7" fmla="*/ 1 h 606"/>
                <a:gd name="T8" fmla="*/ 4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28" name="Freeform 412">
              <a:extLst>
                <a:ext uri="{FF2B5EF4-FFF2-40B4-BE49-F238E27FC236}">
                  <a16:creationId xmlns:a16="http://schemas.microsoft.com/office/drawing/2014/main" id="{065B3988-4ACA-6B5F-F2F3-5586795EED50}"/>
                </a:ext>
              </a:extLst>
            </p:cNvPr>
            <p:cNvSpPr>
              <a:spLocks/>
            </p:cNvSpPr>
            <p:nvPr/>
          </p:nvSpPr>
          <p:spPr bwMode="auto">
            <a:xfrm>
              <a:off x="1061" y="3018"/>
              <a:ext cx="1490" cy="451"/>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29" name="Freeform 413">
              <a:extLst>
                <a:ext uri="{FF2B5EF4-FFF2-40B4-BE49-F238E27FC236}">
                  <a16:creationId xmlns:a16="http://schemas.microsoft.com/office/drawing/2014/main" id="{B3745F9F-CB69-DD67-4958-9F7AEC867A43}"/>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4 h 723"/>
                <a:gd name="T6" fmla="*/ 0 w 2532"/>
                <a:gd name="T7" fmla="*/ 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9950" name="Group 445">
            <a:extLst>
              <a:ext uri="{FF2B5EF4-FFF2-40B4-BE49-F238E27FC236}">
                <a16:creationId xmlns:a16="http://schemas.microsoft.com/office/drawing/2014/main" id="{35D7328D-CCFF-F0D8-C568-95AF9C31D87C}"/>
              </a:ext>
            </a:extLst>
          </p:cNvPr>
          <p:cNvGrpSpPr>
            <a:grpSpLocks/>
          </p:cNvGrpSpPr>
          <p:nvPr/>
        </p:nvGrpSpPr>
        <p:grpSpPr bwMode="auto">
          <a:xfrm>
            <a:off x="5146675" y="4071938"/>
            <a:ext cx="2709863" cy="1951037"/>
            <a:chOff x="3652" y="2846"/>
            <a:chExt cx="1253" cy="934"/>
          </a:xfrm>
        </p:grpSpPr>
        <p:sp>
          <p:nvSpPr>
            <p:cNvPr id="39954" name="Freeform 84">
              <a:extLst>
                <a:ext uri="{FF2B5EF4-FFF2-40B4-BE49-F238E27FC236}">
                  <a16:creationId xmlns:a16="http://schemas.microsoft.com/office/drawing/2014/main" id="{32D1DFC0-3522-4F4A-EA25-FF1DB23AB5D2}"/>
                </a:ext>
              </a:extLst>
            </p:cNvPr>
            <p:cNvSpPr>
              <a:spLocks/>
            </p:cNvSpPr>
            <p:nvPr/>
          </p:nvSpPr>
          <p:spPr bwMode="auto">
            <a:xfrm>
              <a:off x="3652" y="2949"/>
              <a:ext cx="1094" cy="675"/>
            </a:xfrm>
            <a:custGeom>
              <a:avLst/>
              <a:gdLst>
                <a:gd name="T0" fmla="*/ 1244 w 1036"/>
                <a:gd name="T1" fmla="*/ 11 h 675"/>
                <a:gd name="T2" fmla="*/ 751 w 1036"/>
                <a:gd name="T3" fmla="*/ 53 h 675"/>
                <a:gd name="T4" fmla="*/ 397 w 1036"/>
                <a:gd name="T5" fmla="*/ 129 h 675"/>
                <a:gd name="T6" fmla="*/ 295 w 1036"/>
                <a:gd name="T7" fmla="*/ 229 h 675"/>
                <a:gd name="T8" fmla="*/ 41 w 1036"/>
                <a:gd name="T9" fmla="*/ 297 h 675"/>
                <a:gd name="T10" fmla="*/ 33 w 1036"/>
                <a:gd name="T11" fmla="*/ 459 h 675"/>
                <a:gd name="T12" fmla="*/ 253 w 1036"/>
                <a:gd name="T13" fmla="*/ 489 h 675"/>
                <a:gd name="T14" fmla="*/ 883 w 1036"/>
                <a:gd name="T15" fmla="*/ 489 h 675"/>
                <a:gd name="T16" fmla="*/ 1149 w 1036"/>
                <a:gd name="T17" fmla="*/ 555 h 675"/>
                <a:gd name="T18" fmla="*/ 1446 w 1036"/>
                <a:gd name="T19" fmla="*/ 657 h 675"/>
                <a:gd name="T20" fmla="*/ 1672 w 1036"/>
                <a:gd name="T21" fmla="*/ 661 h 675"/>
                <a:gd name="T22" fmla="*/ 1829 w 1036"/>
                <a:gd name="T23" fmla="*/ 603 h 675"/>
                <a:gd name="T24" fmla="*/ 1908 w 1036"/>
                <a:gd name="T25" fmla="*/ 445 h 675"/>
                <a:gd name="T26" fmla="*/ 1957 w 1036"/>
                <a:gd name="T27" fmla="*/ 291 h 675"/>
                <a:gd name="T28" fmla="*/ 1963 w 1036"/>
                <a:gd name="T29" fmla="*/ 107 h 675"/>
                <a:gd name="T30" fmla="*/ 1795 w 1036"/>
                <a:gd name="T31" fmla="*/ 17 h 675"/>
                <a:gd name="T32" fmla="*/ 1491 w 1036"/>
                <a:gd name="T33" fmla="*/ 3 h 675"/>
                <a:gd name="T34" fmla="*/ 1244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55" name="Line 93">
              <a:extLst>
                <a:ext uri="{FF2B5EF4-FFF2-40B4-BE49-F238E27FC236}">
                  <a16:creationId xmlns:a16="http://schemas.microsoft.com/office/drawing/2014/main" id="{20FFE02D-1303-2008-63B1-E468BA87BC31}"/>
                </a:ext>
              </a:extLst>
            </p:cNvPr>
            <p:cNvSpPr>
              <a:spLocks noChangeShapeType="1"/>
            </p:cNvSpPr>
            <p:nvPr/>
          </p:nvSpPr>
          <p:spPr bwMode="auto">
            <a:xfrm>
              <a:off x="4337" y="3386"/>
              <a:ext cx="96" cy="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9956" name="Picture 133" descr="car_icon_small">
              <a:extLst>
                <a:ext uri="{FF2B5EF4-FFF2-40B4-BE49-F238E27FC236}">
                  <a16:creationId xmlns:a16="http://schemas.microsoft.com/office/drawing/2014/main" id="{6EC9A6B7-0491-4AE7-5DDA-93827F94F32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70" y="2956"/>
              <a:ext cx="53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9957" name="Group 134">
              <a:extLst>
                <a:ext uri="{FF2B5EF4-FFF2-40B4-BE49-F238E27FC236}">
                  <a16:creationId xmlns:a16="http://schemas.microsoft.com/office/drawing/2014/main" id="{5DC30275-C95C-3C3C-E855-221B7784A882}"/>
                </a:ext>
              </a:extLst>
            </p:cNvPr>
            <p:cNvGrpSpPr>
              <a:grpSpLocks/>
            </p:cNvGrpSpPr>
            <p:nvPr/>
          </p:nvGrpSpPr>
          <p:grpSpPr bwMode="auto">
            <a:xfrm>
              <a:off x="3911" y="2846"/>
              <a:ext cx="262" cy="243"/>
              <a:chOff x="2751" y="1851"/>
              <a:chExt cx="462" cy="478"/>
            </a:xfrm>
          </p:grpSpPr>
          <p:pic>
            <p:nvPicPr>
              <p:cNvPr id="40011" name="Picture 135" descr="iphone_stylized_small">
                <a:extLst>
                  <a:ext uri="{FF2B5EF4-FFF2-40B4-BE49-F238E27FC236}">
                    <a16:creationId xmlns:a16="http://schemas.microsoft.com/office/drawing/2014/main" id="{768904AD-288E-FA31-EDCB-520C346D4C0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012" name="Picture 136" descr="antenna_radiation_stylized">
                <a:extLst>
                  <a:ext uri="{FF2B5EF4-FFF2-40B4-BE49-F238E27FC236}">
                    <a16:creationId xmlns:a16="http://schemas.microsoft.com/office/drawing/2014/main" id="{43A47A0C-A45A-24E2-94AE-F9999E0E2F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9958" name="Group 252">
              <a:extLst>
                <a:ext uri="{FF2B5EF4-FFF2-40B4-BE49-F238E27FC236}">
                  <a16:creationId xmlns:a16="http://schemas.microsoft.com/office/drawing/2014/main" id="{90C97EEA-B1DB-6D60-88EC-3C0FBA9381B0}"/>
                </a:ext>
              </a:extLst>
            </p:cNvPr>
            <p:cNvGrpSpPr>
              <a:grpSpLocks/>
            </p:cNvGrpSpPr>
            <p:nvPr/>
          </p:nvGrpSpPr>
          <p:grpSpPr bwMode="auto">
            <a:xfrm>
              <a:off x="4193" y="3034"/>
              <a:ext cx="288" cy="398"/>
              <a:chOff x="742" y="2409"/>
              <a:chExt cx="576" cy="881"/>
            </a:xfrm>
          </p:grpSpPr>
          <p:grpSp>
            <p:nvGrpSpPr>
              <p:cNvPr id="39993" name="Group 253">
                <a:extLst>
                  <a:ext uri="{FF2B5EF4-FFF2-40B4-BE49-F238E27FC236}">
                    <a16:creationId xmlns:a16="http://schemas.microsoft.com/office/drawing/2014/main" id="{32F032D8-4B01-0F35-5FBC-1B6E2103469C}"/>
                  </a:ext>
                </a:extLst>
              </p:cNvPr>
              <p:cNvGrpSpPr>
                <a:grpSpLocks/>
              </p:cNvGrpSpPr>
              <p:nvPr/>
            </p:nvGrpSpPr>
            <p:grpSpPr bwMode="auto">
              <a:xfrm>
                <a:off x="832" y="2643"/>
                <a:ext cx="376" cy="647"/>
                <a:chOff x="3130" y="3288"/>
                <a:chExt cx="410" cy="742"/>
              </a:xfrm>
            </p:grpSpPr>
            <p:sp>
              <p:nvSpPr>
                <p:cNvPr id="39996" name="Line 270">
                  <a:extLst>
                    <a:ext uri="{FF2B5EF4-FFF2-40B4-BE49-F238E27FC236}">
                      <a16:creationId xmlns:a16="http://schemas.microsoft.com/office/drawing/2014/main" id="{2CABA150-C51B-63B5-A4B3-83BEDD0A56A3}"/>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97" name="Line 271">
                  <a:extLst>
                    <a:ext uri="{FF2B5EF4-FFF2-40B4-BE49-F238E27FC236}">
                      <a16:creationId xmlns:a16="http://schemas.microsoft.com/office/drawing/2014/main" id="{C6A3724E-D07F-7C04-7CDE-507DF9F0018A}"/>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98" name="Line 272">
                  <a:extLst>
                    <a:ext uri="{FF2B5EF4-FFF2-40B4-BE49-F238E27FC236}">
                      <a16:creationId xmlns:a16="http://schemas.microsoft.com/office/drawing/2014/main" id="{171A03B2-89E3-F660-5F2F-F25136EC301E}"/>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99" name="Line 273">
                  <a:extLst>
                    <a:ext uri="{FF2B5EF4-FFF2-40B4-BE49-F238E27FC236}">
                      <a16:creationId xmlns:a16="http://schemas.microsoft.com/office/drawing/2014/main" id="{30D06A33-AF9F-0643-8B57-E1581FAB2996}"/>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0" name="Line 274">
                  <a:extLst>
                    <a:ext uri="{FF2B5EF4-FFF2-40B4-BE49-F238E27FC236}">
                      <a16:creationId xmlns:a16="http://schemas.microsoft.com/office/drawing/2014/main" id="{9C0839C1-D474-602F-7878-084217BDCAFD}"/>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1" name="Line 275">
                  <a:extLst>
                    <a:ext uri="{FF2B5EF4-FFF2-40B4-BE49-F238E27FC236}">
                      <a16:creationId xmlns:a16="http://schemas.microsoft.com/office/drawing/2014/main" id="{8BA5B2BF-3667-7D5E-EB32-C02920B91834}"/>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2" name="Line 276">
                  <a:extLst>
                    <a:ext uri="{FF2B5EF4-FFF2-40B4-BE49-F238E27FC236}">
                      <a16:creationId xmlns:a16="http://schemas.microsoft.com/office/drawing/2014/main" id="{35A54558-DF52-AC06-8B79-D745B8202B4B}"/>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3" name="Line 277">
                  <a:extLst>
                    <a:ext uri="{FF2B5EF4-FFF2-40B4-BE49-F238E27FC236}">
                      <a16:creationId xmlns:a16="http://schemas.microsoft.com/office/drawing/2014/main" id="{BDA4729A-A835-33C0-A250-F464E6A05E77}"/>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4" name="Line 278">
                  <a:extLst>
                    <a:ext uri="{FF2B5EF4-FFF2-40B4-BE49-F238E27FC236}">
                      <a16:creationId xmlns:a16="http://schemas.microsoft.com/office/drawing/2014/main" id="{EFF87E6C-9D1D-2D79-DFFF-31B81DBDC1BF}"/>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5" name="Line 279">
                  <a:extLst>
                    <a:ext uri="{FF2B5EF4-FFF2-40B4-BE49-F238E27FC236}">
                      <a16:creationId xmlns:a16="http://schemas.microsoft.com/office/drawing/2014/main" id="{4E124C53-17A1-95AC-6BEC-762D8ABC89C2}"/>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6" name="Line 280">
                  <a:extLst>
                    <a:ext uri="{FF2B5EF4-FFF2-40B4-BE49-F238E27FC236}">
                      <a16:creationId xmlns:a16="http://schemas.microsoft.com/office/drawing/2014/main" id="{AB68B408-79FC-4E26-4A62-8A0B985F958B}"/>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7" name="Line 281">
                  <a:extLst>
                    <a:ext uri="{FF2B5EF4-FFF2-40B4-BE49-F238E27FC236}">
                      <a16:creationId xmlns:a16="http://schemas.microsoft.com/office/drawing/2014/main" id="{6ED5EC30-F104-9D3C-E9B7-703E9DA58743}"/>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8" name="Line 282">
                  <a:extLst>
                    <a:ext uri="{FF2B5EF4-FFF2-40B4-BE49-F238E27FC236}">
                      <a16:creationId xmlns:a16="http://schemas.microsoft.com/office/drawing/2014/main" id="{403EF47A-5291-E2B8-5554-A4318699091F}"/>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09" name="Line 283">
                  <a:extLst>
                    <a:ext uri="{FF2B5EF4-FFF2-40B4-BE49-F238E27FC236}">
                      <a16:creationId xmlns:a16="http://schemas.microsoft.com/office/drawing/2014/main" id="{825D240B-83CF-B458-ED94-9BC7EB54039C}"/>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40010" name="Line 284">
                  <a:extLst>
                    <a:ext uri="{FF2B5EF4-FFF2-40B4-BE49-F238E27FC236}">
                      <a16:creationId xmlns:a16="http://schemas.microsoft.com/office/drawing/2014/main" id="{4F5F60D8-96B0-08DE-5D73-EE0DCEC44DB5}"/>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pic>
            <p:nvPicPr>
              <p:cNvPr id="39994" name="Picture 269" descr="cell_tower_radiation copy">
                <a:extLst>
                  <a:ext uri="{FF2B5EF4-FFF2-40B4-BE49-F238E27FC236}">
                    <a16:creationId xmlns:a16="http://schemas.microsoft.com/office/drawing/2014/main" id="{85553D1C-B530-BBA9-84A5-A92C576D2B0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95" name="Oval 270">
                <a:extLst>
                  <a:ext uri="{FF2B5EF4-FFF2-40B4-BE49-F238E27FC236}">
                    <a16:creationId xmlns:a16="http://schemas.microsoft.com/office/drawing/2014/main" id="{A63E14E4-34FB-2059-530C-A5399601FF7E}"/>
                  </a:ext>
                </a:extLst>
              </p:cNvPr>
              <p:cNvSpPr>
                <a:spLocks noChangeArrowheads="1"/>
              </p:cNvSpPr>
              <p:nvPr/>
            </p:nvSpPr>
            <p:spPr bwMode="auto">
              <a:xfrm>
                <a:off x="986" y="2597"/>
                <a:ext cx="65" cy="67"/>
              </a:xfrm>
              <a:prstGeom prst="ellipse">
                <a:avLst/>
              </a:prstGeom>
              <a:solidFill>
                <a:schemeClr val="tx2"/>
              </a:soli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pSp>
        <p:grpSp>
          <p:nvGrpSpPr>
            <p:cNvPr id="39959" name="Group 342">
              <a:extLst>
                <a:ext uri="{FF2B5EF4-FFF2-40B4-BE49-F238E27FC236}">
                  <a16:creationId xmlns:a16="http://schemas.microsoft.com/office/drawing/2014/main" id="{56F35D9E-62D6-9CF6-9ED7-529AABD5F0AD}"/>
                </a:ext>
              </a:extLst>
            </p:cNvPr>
            <p:cNvGrpSpPr>
              <a:grpSpLocks/>
            </p:cNvGrpSpPr>
            <p:nvPr/>
          </p:nvGrpSpPr>
          <p:grpSpPr bwMode="auto">
            <a:xfrm>
              <a:off x="3715" y="3159"/>
              <a:ext cx="337" cy="257"/>
              <a:chOff x="877" y="1008"/>
              <a:chExt cx="2747" cy="2591"/>
            </a:xfrm>
          </p:grpSpPr>
          <p:pic>
            <p:nvPicPr>
              <p:cNvPr id="39970" name="Picture 343" descr="antenna_stylized">
                <a:extLst>
                  <a:ext uri="{FF2B5EF4-FFF2-40B4-BE49-F238E27FC236}">
                    <a16:creationId xmlns:a16="http://schemas.microsoft.com/office/drawing/2014/main" id="{41FB0D3B-E68D-ABC5-085B-EC18F0A8161C}"/>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71" name="Picture 344" descr="laptop_keyboard">
                <a:extLst>
                  <a:ext uri="{FF2B5EF4-FFF2-40B4-BE49-F238E27FC236}">
                    <a16:creationId xmlns:a16="http://schemas.microsoft.com/office/drawing/2014/main" id="{F3EC6846-6B9C-F889-B8F1-D942DF867BE8}"/>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72" name="Freeform 345">
                <a:extLst>
                  <a:ext uri="{FF2B5EF4-FFF2-40B4-BE49-F238E27FC236}">
                    <a16:creationId xmlns:a16="http://schemas.microsoft.com/office/drawing/2014/main" id="{F503FB21-8B94-C15F-0B0A-78FF3AB91426}"/>
                  </a:ext>
                </a:extLst>
              </p:cNvPr>
              <p:cNvSpPr>
                <a:spLocks/>
              </p:cNvSpPr>
              <p:nvPr/>
            </p:nvSpPr>
            <p:spPr bwMode="auto">
              <a:xfrm>
                <a:off x="1753" y="1603"/>
                <a:ext cx="1807" cy="1322"/>
              </a:xfrm>
              <a:custGeom>
                <a:avLst/>
                <a:gdLst>
                  <a:gd name="T0" fmla="*/ 1 w 2982"/>
                  <a:gd name="T1" fmla="*/ 0 h 2442"/>
                  <a:gd name="T2" fmla="*/ 0 w 2982"/>
                  <a:gd name="T3" fmla="*/ 1 h 2442"/>
                  <a:gd name="T4" fmla="*/ 6 w 2982"/>
                  <a:gd name="T5" fmla="*/ 2 h 2442"/>
                  <a:gd name="T6" fmla="*/ 7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9973" name="Picture 346" descr="screen">
                <a:extLst>
                  <a:ext uri="{FF2B5EF4-FFF2-40B4-BE49-F238E27FC236}">
                    <a16:creationId xmlns:a16="http://schemas.microsoft.com/office/drawing/2014/main" id="{638891E7-BC5B-27B6-D806-8B4A69C3AE6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74" name="Freeform 347">
                <a:extLst>
                  <a:ext uri="{FF2B5EF4-FFF2-40B4-BE49-F238E27FC236}">
                    <a16:creationId xmlns:a16="http://schemas.microsoft.com/office/drawing/2014/main" id="{F33DEABD-F00B-0182-B468-AAC2B4EE40BA}"/>
                  </a:ext>
                </a:extLst>
              </p:cNvPr>
              <p:cNvSpPr>
                <a:spLocks/>
              </p:cNvSpPr>
              <p:nvPr/>
            </p:nvSpPr>
            <p:spPr bwMode="auto">
              <a:xfrm>
                <a:off x="2082" y="1564"/>
                <a:ext cx="1531" cy="246"/>
              </a:xfrm>
              <a:custGeom>
                <a:avLst/>
                <a:gdLst>
                  <a:gd name="T0" fmla="*/ 1 w 2528"/>
                  <a:gd name="T1" fmla="*/ 0 h 455"/>
                  <a:gd name="T2" fmla="*/ 6 w 2528"/>
                  <a:gd name="T3" fmla="*/ 1 h 455"/>
                  <a:gd name="T4" fmla="*/ 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75" name="Freeform 348">
                <a:extLst>
                  <a:ext uri="{FF2B5EF4-FFF2-40B4-BE49-F238E27FC236}">
                    <a16:creationId xmlns:a16="http://schemas.microsoft.com/office/drawing/2014/main" id="{068DCA0A-CE23-6DBE-ED03-B1B0009ADD1E}"/>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2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76" name="Freeform 349">
                <a:extLst>
                  <a:ext uri="{FF2B5EF4-FFF2-40B4-BE49-F238E27FC236}">
                    <a16:creationId xmlns:a16="http://schemas.microsoft.com/office/drawing/2014/main" id="{D4EC8A15-B7CF-E07D-678B-21E88CFD5DC4}"/>
                  </a:ext>
                </a:extLst>
              </p:cNvPr>
              <p:cNvSpPr>
                <a:spLocks/>
              </p:cNvSpPr>
              <p:nvPr/>
            </p:nvSpPr>
            <p:spPr bwMode="auto">
              <a:xfrm>
                <a:off x="3144" y="1745"/>
                <a:ext cx="458" cy="1182"/>
              </a:xfrm>
              <a:custGeom>
                <a:avLst/>
                <a:gdLst>
                  <a:gd name="T0" fmla="*/ 2 w 756"/>
                  <a:gd name="T1" fmla="*/ 0 h 2184"/>
                  <a:gd name="T2" fmla="*/ 1 w 756"/>
                  <a:gd name="T3" fmla="*/ 2 h 2184"/>
                  <a:gd name="T4" fmla="*/ 0 w 756"/>
                  <a:gd name="T5" fmla="*/ 2 h 2184"/>
                  <a:gd name="T6" fmla="*/ 1 w 756"/>
                  <a:gd name="T7" fmla="*/ 1 h 2184"/>
                  <a:gd name="T8" fmla="*/ 2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77" name="Freeform 350">
                <a:extLst>
                  <a:ext uri="{FF2B5EF4-FFF2-40B4-BE49-F238E27FC236}">
                    <a16:creationId xmlns:a16="http://schemas.microsoft.com/office/drawing/2014/main" id="{F5671B36-982C-E9BA-6131-9633FED51E29}"/>
                  </a:ext>
                </a:extLst>
              </p:cNvPr>
              <p:cNvSpPr>
                <a:spLocks/>
              </p:cNvSpPr>
              <p:nvPr/>
            </p:nvSpPr>
            <p:spPr bwMode="auto">
              <a:xfrm>
                <a:off x="1732" y="2534"/>
                <a:ext cx="1680" cy="399"/>
              </a:xfrm>
              <a:custGeom>
                <a:avLst/>
                <a:gdLst>
                  <a:gd name="T0" fmla="*/ 1 w 2773"/>
                  <a:gd name="T1" fmla="*/ 0 h 738"/>
                  <a:gd name="T2" fmla="*/ 0 w 2773"/>
                  <a:gd name="T3" fmla="*/ 1 h 738"/>
                  <a:gd name="T4" fmla="*/ 6 w 2773"/>
                  <a:gd name="T5" fmla="*/ 1 h 738"/>
                  <a:gd name="T6" fmla="*/ 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78" name="Freeform 351">
                <a:extLst>
                  <a:ext uri="{FF2B5EF4-FFF2-40B4-BE49-F238E27FC236}">
                    <a16:creationId xmlns:a16="http://schemas.microsoft.com/office/drawing/2014/main" id="{68C61B13-CD90-9D84-3C86-F96B89CA2380}"/>
                  </a:ext>
                </a:extLst>
              </p:cNvPr>
              <p:cNvSpPr>
                <a:spLocks/>
              </p:cNvSpPr>
              <p:nvPr/>
            </p:nvSpPr>
            <p:spPr bwMode="auto">
              <a:xfrm>
                <a:off x="3195" y="1755"/>
                <a:ext cx="429" cy="1187"/>
              </a:xfrm>
              <a:custGeom>
                <a:avLst/>
                <a:gdLst>
                  <a:gd name="T0" fmla="*/ 5 w 637"/>
                  <a:gd name="T1" fmla="*/ 0 h 1659"/>
                  <a:gd name="T2" fmla="*/ 5 w 637"/>
                  <a:gd name="T3" fmla="*/ 0 h 1659"/>
                  <a:gd name="T4" fmla="*/ 1 w 637"/>
                  <a:gd name="T5" fmla="*/ 30 h 1659"/>
                  <a:gd name="T6" fmla="*/ 0 w 637"/>
                  <a:gd name="T7" fmla="*/ 29 h 1659"/>
                  <a:gd name="T8" fmla="*/ 5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79" name="Freeform 352">
                <a:extLst>
                  <a:ext uri="{FF2B5EF4-FFF2-40B4-BE49-F238E27FC236}">
                    <a16:creationId xmlns:a16="http://schemas.microsoft.com/office/drawing/2014/main" id="{9DCE7DC0-EED2-A466-9D4C-AAA1751551C1}"/>
                  </a:ext>
                </a:extLst>
              </p:cNvPr>
              <p:cNvSpPr>
                <a:spLocks/>
              </p:cNvSpPr>
              <p:nvPr/>
            </p:nvSpPr>
            <p:spPr bwMode="auto">
              <a:xfrm>
                <a:off x="1734" y="2587"/>
                <a:ext cx="1494" cy="394"/>
              </a:xfrm>
              <a:custGeom>
                <a:avLst/>
                <a:gdLst>
                  <a:gd name="T0" fmla="*/ 0 w 2216"/>
                  <a:gd name="T1" fmla="*/ 0 h 550"/>
                  <a:gd name="T2" fmla="*/ 1 w 2216"/>
                  <a:gd name="T3" fmla="*/ 1 h 550"/>
                  <a:gd name="T4" fmla="*/ 19 w 2216"/>
                  <a:gd name="T5" fmla="*/ 10 h 550"/>
                  <a:gd name="T6" fmla="*/ 19 w 2216"/>
                  <a:gd name="T7" fmla="*/ 9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nvGrpSpPr>
              <p:cNvPr id="39980" name="Group 353">
                <a:extLst>
                  <a:ext uri="{FF2B5EF4-FFF2-40B4-BE49-F238E27FC236}">
                    <a16:creationId xmlns:a16="http://schemas.microsoft.com/office/drawing/2014/main" id="{54A34A6C-F72C-8506-9D51-F45654F725DE}"/>
                  </a:ext>
                </a:extLst>
              </p:cNvPr>
              <p:cNvGrpSpPr>
                <a:grpSpLocks/>
              </p:cNvGrpSpPr>
              <p:nvPr/>
            </p:nvGrpSpPr>
            <p:grpSpPr bwMode="auto">
              <a:xfrm>
                <a:off x="1709" y="3008"/>
                <a:ext cx="507" cy="234"/>
                <a:chOff x="1740" y="2642"/>
                <a:chExt cx="752" cy="327"/>
              </a:xfrm>
            </p:grpSpPr>
            <p:sp>
              <p:nvSpPr>
                <p:cNvPr id="39987" name="Freeform 354">
                  <a:extLst>
                    <a:ext uri="{FF2B5EF4-FFF2-40B4-BE49-F238E27FC236}">
                      <a16:creationId xmlns:a16="http://schemas.microsoft.com/office/drawing/2014/main" id="{ADC3DEF3-29FD-555A-D193-92DD7BD7D08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88" name="Freeform 355">
                  <a:extLst>
                    <a:ext uri="{FF2B5EF4-FFF2-40B4-BE49-F238E27FC236}">
                      <a16:creationId xmlns:a16="http://schemas.microsoft.com/office/drawing/2014/main" id="{4C668D2E-10EE-7A71-8E5C-E996F0C2519B}"/>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89" name="Freeform 356">
                  <a:extLst>
                    <a:ext uri="{FF2B5EF4-FFF2-40B4-BE49-F238E27FC236}">
                      <a16:creationId xmlns:a16="http://schemas.microsoft.com/office/drawing/2014/main" id="{83B155F4-0EA5-E1F7-F780-CEDB63ED9791}"/>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90" name="Freeform 357">
                  <a:extLst>
                    <a:ext uri="{FF2B5EF4-FFF2-40B4-BE49-F238E27FC236}">
                      <a16:creationId xmlns:a16="http://schemas.microsoft.com/office/drawing/2014/main" id="{415BFEB7-0720-F33D-5036-935F94CFEFD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91" name="Freeform 358">
                  <a:extLst>
                    <a:ext uri="{FF2B5EF4-FFF2-40B4-BE49-F238E27FC236}">
                      <a16:creationId xmlns:a16="http://schemas.microsoft.com/office/drawing/2014/main" id="{1B337A3F-A6A1-76A1-7364-9B23B6E0D53E}"/>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92" name="Freeform 359">
                  <a:extLst>
                    <a:ext uri="{FF2B5EF4-FFF2-40B4-BE49-F238E27FC236}">
                      <a16:creationId xmlns:a16="http://schemas.microsoft.com/office/drawing/2014/main" id="{4BC8044E-8DE0-4DAD-293A-459408CBE334}"/>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9981" name="Freeform 360">
                <a:extLst>
                  <a:ext uri="{FF2B5EF4-FFF2-40B4-BE49-F238E27FC236}">
                    <a16:creationId xmlns:a16="http://schemas.microsoft.com/office/drawing/2014/main" id="{BCF267B9-8D3B-FE04-C963-55132EC0F47B}"/>
                  </a:ext>
                </a:extLst>
              </p:cNvPr>
              <p:cNvSpPr>
                <a:spLocks/>
              </p:cNvSpPr>
              <p:nvPr/>
            </p:nvSpPr>
            <p:spPr bwMode="auto">
              <a:xfrm>
                <a:off x="2577" y="3043"/>
                <a:ext cx="614" cy="514"/>
              </a:xfrm>
              <a:custGeom>
                <a:avLst/>
                <a:gdLst>
                  <a:gd name="T0" fmla="*/ 1 w 990"/>
                  <a:gd name="T1" fmla="*/ 4 h 792"/>
                  <a:gd name="T2" fmla="*/ 4 w 990"/>
                  <a:gd name="T3" fmla="*/ 0 h 792"/>
                  <a:gd name="T4" fmla="*/ 4 w 990"/>
                  <a:gd name="T5" fmla="*/ 1 h 792"/>
                  <a:gd name="T6" fmla="*/ 0 w 990"/>
                  <a:gd name="T7" fmla="*/ 4 h 792"/>
                  <a:gd name="T8" fmla="*/ 1 w 990"/>
                  <a:gd name="T9" fmla="*/ 4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82" name="Freeform 361">
                <a:extLst>
                  <a:ext uri="{FF2B5EF4-FFF2-40B4-BE49-F238E27FC236}">
                    <a16:creationId xmlns:a16="http://schemas.microsoft.com/office/drawing/2014/main" id="{A9B2356D-7EE1-BF76-4B8B-EAF5DB548737}"/>
                  </a:ext>
                </a:extLst>
              </p:cNvPr>
              <p:cNvSpPr>
                <a:spLocks/>
              </p:cNvSpPr>
              <p:nvPr/>
            </p:nvSpPr>
            <p:spPr bwMode="auto">
              <a:xfrm>
                <a:off x="1010" y="3084"/>
                <a:ext cx="1571" cy="469"/>
              </a:xfrm>
              <a:custGeom>
                <a:avLst/>
                <a:gdLst>
                  <a:gd name="T0" fmla="*/ 1 w 2532"/>
                  <a:gd name="T1" fmla="*/ 0 h 723"/>
                  <a:gd name="T2" fmla="*/ 1 w 2532"/>
                  <a:gd name="T3" fmla="*/ 0 h 723"/>
                  <a:gd name="T4" fmla="*/ 9 w 2532"/>
                  <a:gd name="T5" fmla="*/ 4 h 723"/>
                  <a:gd name="T6" fmla="*/ 9 w 2532"/>
                  <a:gd name="T7" fmla="*/ 4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83" name="Freeform 362">
                <a:extLst>
                  <a:ext uri="{FF2B5EF4-FFF2-40B4-BE49-F238E27FC236}">
                    <a16:creationId xmlns:a16="http://schemas.microsoft.com/office/drawing/2014/main" id="{F46BECC0-7B77-8098-EEF6-3FF381414D50}"/>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84" name="Freeform 363">
                <a:extLst>
                  <a:ext uri="{FF2B5EF4-FFF2-40B4-BE49-F238E27FC236}">
                    <a16:creationId xmlns:a16="http://schemas.microsoft.com/office/drawing/2014/main" id="{BE951AE4-9513-5282-7266-C03A6FFC7E53}"/>
                  </a:ext>
                </a:extLst>
              </p:cNvPr>
              <p:cNvSpPr>
                <a:spLocks/>
              </p:cNvSpPr>
              <p:nvPr/>
            </p:nvSpPr>
            <p:spPr bwMode="auto">
              <a:xfrm>
                <a:off x="1012" y="2611"/>
                <a:ext cx="730" cy="393"/>
              </a:xfrm>
              <a:custGeom>
                <a:avLst/>
                <a:gdLst>
                  <a:gd name="T0" fmla="*/ 4 w 1176"/>
                  <a:gd name="T1" fmla="*/ 0 h 606"/>
                  <a:gd name="T2" fmla="*/ 0 w 1176"/>
                  <a:gd name="T3" fmla="*/ 3 h 606"/>
                  <a:gd name="T4" fmla="*/ 1 w 1176"/>
                  <a:gd name="T5" fmla="*/ 3 h 606"/>
                  <a:gd name="T6" fmla="*/ 4 w 1176"/>
                  <a:gd name="T7" fmla="*/ 1 h 606"/>
                  <a:gd name="T8" fmla="*/ 4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85" name="Freeform 364">
                <a:extLst>
                  <a:ext uri="{FF2B5EF4-FFF2-40B4-BE49-F238E27FC236}">
                    <a16:creationId xmlns:a16="http://schemas.microsoft.com/office/drawing/2014/main" id="{55321A0C-F166-A9FD-43D0-715943C5EF79}"/>
                  </a:ext>
                </a:extLst>
              </p:cNvPr>
              <p:cNvSpPr>
                <a:spLocks/>
              </p:cNvSpPr>
              <p:nvPr/>
            </p:nvSpPr>
            <p:spPr bwMode="auto">
              <a:xfrm>
                <a:off x="1061" y="3018"/>
                <a:ext cx="1490" cy="451"/>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86" name="Freeform 365">
                <a:extLst>
                  <a:ext uri="{FF2B5EF4-FFF2-40B4-BE49-F238E27FC236}">
                    <a16:creationId xmlns:a16="http://schemas.microsoft.com/office/drawing/2014/main" id="{1A55E74F-4F18-DB04-A469-4EA8042EDF79}"/>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4 h 723"/>
                  <a:gd name="T6" fmla="*/ 0 w 2532"/>
                  <a:gd name="T7" fmla="*/ 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grpSp>
          <p:nvGrpSpPr>
            <p:cNvPr id="39960" name="Group 237">
              <a:extLst>
                <a:ext uri="{FF2B5EF4-FFF2-40B4-BE49-F238E27FC236}">
                  <a16:creationId xmlns:a16="http://schemas.microsoft.com/office/drawing/2014/main" id="{56976604-2473-E4C8-A3E8-F65B8D58CD2F}"/>
                </a:ext>
              </a:extLst>
            </p:cNvPr>
            <p:cNvGrpSpPr>
              <a:grpSpLocks/>
            </p:cNvGrpSpPr>
            <p:nvPr/>
          </p:nvGrpSpPr>
          <p:grpSpPr bwMode="auto">
            <a:xfrm>
              <a:off x="4377" y="3439"/>
              <a:ext cx="246" cy="107"/>
              <a:chOff x="4650" y="1129"/>
              <a:chExt cx="246" cy="95"/>
            </a:xfrm>
          </p:grpSpPr>
          <p:sp>
            <p:nvSpPr>
              <p:cNvPr id="39962" name="Oval 407">
                <a:extLst>
                  <a:ext uri="{FF2B5EF4-FFF2-40B4-BE49-F238E27FC236}">
                    <a16:creationId xmlns:a16="http://schemas.microsoft.com/office/drawing/2014/main" id="{F094BD76-9C2B-D96C-7C88-4A79D2F26E19}"/>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9963" name="Rectangle 410">
                <a:extLst>
                  <a:ext uri="{FF2B5EF4-FFF2-40B4-BE49-F238E27FC236}">
                    <a16:creationId xmlns:a16="http://schemas.microsoft.com/office/drawing/2014/main" id="{7223C668-7464-C288-E90C-BB0943FB433F}"/>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39964" name="Oval 411">
                <a:extLst>
                  <a:ext uri="{FF2B5EF4-FFF2-40B4-BE49-F238E27FC236}">
                    <a16:creationId xmlns:a16="http://schemas.microsoft.com/office/drawing/2014/main" id="{4DA5FCDD-7D53-2513-B53E-2243C7757FE1}"/>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grpSp>
            <p:nvGrpSpPr>
              <p:cNvPr id="39965" name="Group 241">
                <a:extLst>
                  <a:ext uri="{FF2B5EF4-FFF2-40B4-BE49-F238E27FC236}">
                    <a16:creationId xmlns:a16="http://schemas.microsoft.com/office/drawing/2014/main" id="{4643EFD9-BC29-BDE5-9232-4067885FF373}"/>
                  </a:ext>
                </a:extLst>
              </p:cNvPr>
              <p:cNvGrpSpPr>
                <a:grpSpLocks/>
              </p:cNvGrpSpPr>
              <p:nvPr/>
            </p:nvGrpSpPr>
            <p:grpSpPr bwMode="auto">
              <a:xfrm>
                <a:off x="4699" y="1145"/>
                <a:ext cx="138" cy="29"/>
                <a:chOff x="2468" y="1332"/>
                <a:chExt cx="310" cy="60"/>
              </a:xfrm>
            </p:grpSpPr>
            <p:sp>
              <p:nvSpPr>
                <p:cNvPr id="39968" name="Freeform 242">
                  <a:extLst>
                    <a:ext uri="{FF2B5EF4-FFF2-40B4-BE49-F238E27FC236}">
                      <a16:creationId xmlns:a16="http://schemas.microsoft.com/office/drawing/2014/main" id="{9B134461-B182-FA8C-A1C1-EE4B14B3BB2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69" name="Freeform 243">
                  <a:extLst>
                    <a:ext uri="{FF2B5EF4-FFF2-40B4-BE49-F238E27FC236}">
                      <a16:creationId xmlns:a16="http://schemas.microsoft.com/office/drawing/2014/main" id="{E32B0589-20AD-59E4-8CCF-69831B6D110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9966" name="Line 244">
                <a:extLst>
                  <a:ext uri="{FF2B5EF4-FFF2-40B4-BE49-F238E27FC236}">
                    <a16:creationId xmlns:a16="http://schemas.microsoft.com/office/drawing/2014/main" id="{29F7D04F-2C33-18D6-EB28-CBD8E1FA0C9F}"/>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967" name="Line 245">
                <a:extLst>
                  <a:ext uri="{FF2B5EF4-FFF2-40B4-BE49-F238E27FC236}">
                    <a16:creationId xmlns:a16="http://schemas.microsoft.com/office/drawing/2014/main" id="{8E995CDF-B9D5-F923-7A65-F4D3CBCB4A6D}"/>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9961" name="Line 444">
              <a:extLst>
                <a:ext uri="{FF2B5EF4-FFF2-40B4-BE49-F238E27FC236}">
                  <a16:creationId xmlns:a16="http://schemas.microsoft.com/office/drawing/2014/main" id="{6D3AC4B0-75BC-9CF8-2EA9-53570F20CD32}"/>
                </a:ext>
              </a:extLst>
            </p:cNvPr>
            <p:cNvSpPr>
              <a:spLocks noChangeShapeType="1"/>
            </p:cNvSpPr>
            <p:nvPr/>
          </p:nvSpPr>
          <p:spPr bwMode="auto">
            <a:xfrm>
              <a:off x="4514" y="3542"/>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grpSp>
      <p:sp>
        <p:nvSpPr>
          <p:cNvPr id="39951" name="Text Box 446">
            <a:extLst>
              <a:ext uri="{FF2B5EF4-FFF2-40B4-BE49-F238E27FC236}">
                <a16:creationId xmlns:a16="http://schemas.microsoft.com/office/drawing/2014/main" id="{42258BD1-AE3C-A993-727A-A3255651398B}"/>
              </a:ext>
            </a:extLst>
          </p:cNvPr>
          <p:cNvSpPr txBox="1">
            <a:spLocks noChangeArrowheads="1"/>
          </p:cNvSpPr>
          <p:nvPr/>
        </p:nvSpPr>
        <p:spPr bwMode="auto">
          <a:xfrm>
            <a:off x="2044700" y="5186363"/>
            <a:ext cx="1212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Internet</a:t>
            </a:r>
          </a:p>
        </p:txBody>
      </p:sp>
      <p:sp>
        <p:nvSpPr>
          <p:cNvPr id="39952" name="Text Box 447">
            <a:extLst>
              <a:ext uri="{FF2B5EF4-FFF2-40B4-BE49-F238E27FC236}">
                <a16:creationId xmlns:a16="http://schemas.microsoft.com/office/drawing/2014/main" id="{39137B8C-763E-4F35-5CB7-4782F3FF551E}"/>
              </a:ext>
            </a:extLst>
          </p:cNvPr>
          <p:cNvSpPr txBox="1">
            <a:spLocks noChangeArrowheads="1"/>
          </p:cNvSpPr>
          <p:nvPr/>
        </p:nvSpPr>
        <p:spPr bwMode="auto">
          <a:xfrm>
            <a:off x="6711950" y="5884863"/>
            <a:ext cx="1212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Gill Sans MT" panose="020B0502020104020203" pitchFamily="34" charset="0"/>
                <a:ea typeface="ＭＳ Ｐゴシック"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Internet</a:t>
            </a:r>
          </a:p>
        </p:txBody>
      </p:sp>
      <p:sp>
        <p:nvSpPr>
          <p:cNvPr id="39953" name="Slide Number Placeholder 3">
            <a:extLst>
              <a:ext uri="{FF2B5EF4-FFF2-40B4-BE49-F238E27FC236}">
                <a16:creationId xmlns:a16="http://schemas.microsoft.com/office/drawing/2014/main" id="{B0B21AA9-F307-3355-3C75-BFF8B6EA95FA}"/>
              </a:ext>
            </a:extLst>
          </p:cNvPr>
          <p:cNvSpPr>
            <a:spLocks noGrp="1"/>
          </p:cNvSpPr>
          <p:nvPr>
            <p:ph type="sldNum" sz="quarter" idx="12"/>
          </p:nvPr>
        </p:nvSpPr>
        <p:spPr bwMode="auto">
          <a:xfrm>
            <a:off x="8324850" y="6462713"/>
            <a:ext cx="676275" cy="2762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6C30DDC3-B744-423A-8069-E256BF71CBA0}"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36762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9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2" grpId="0"/>
      <p:bldP spid="3994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DDE7B78F-4F9C-15D4-A426-D4C74FA34B98}"/>
              </a:ext>
            </a:extLst>
          </p:cNvPr>
          <p:cNvSpPr>
            <a:spLocks noGrp="1"/>
          </p:cNvSpPr>
          <p:nvPr>
            <p:ph type="sldNum" sz="quarter" idx="12"/>
          </p:nvPr>
        </p:nvSpPr>
        <p:spPr bwMode="auto">
          <a:xfrm>
            <a:off x="8324850" y="6462713"/>
            <a:ext cx="676275" cy="2762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2-</a:t>
            </a:r>
            <a:fld id="{94B71BA3-9350-4947-9284-B2714EC46DB4}"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21</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4035" name="Rectangle 2">
            <a:extLst>
              <a:ext uri="{FF2B5EF4-FFF2-40B4-BE49-F238E27FC236}">
                <a16:creationId xmlns:a16="http://schemas.microsoft.com/office/drawing/2014/main" id="{75586309-FF51-99D4-5D4C-9D31C9BF1B92}"/>
              </a:ext>
            </a:extLst>
          </p:cNvPr>
          <p:cNvSpPr>
            <a:spLocks noGrp="1" noChangeArrowheads="1"/>
          </p:cNvSpPr>
          <p:nvPr>
            <p:ph type="title"/>
          </p:nvPr>
        </p:nvSpPr>
        <p:spPr/>
        <p:txBody>
          <a:bodyPr/>
          <a:lstStyle/>
          <a:p>
            <a:pPr eaLnBrk="1" hangingPunct="1"/>
            <a:r>
              <a:rPr lang="en-US" altLang="en-US" dirty="0">
                <a:ea typeface="ＭＳ Ｐゴシック" panose="020B0600070205080204" pitchFamily="34" charset="-128"/>
              </a:rPr>
              <a:t>Wireless Access Networks</a:t>
            </a:r>
          </a:p>
        </p:txBody>
      </p:sp>
      <p:pic>
        <p:nvPicPr>
          <p:cNvPr id="44036" name="Picture 2">
            <a:extLst>
              <a:ext uri="{FF2B5EF4-FFF2-40B4-BE49-F238E27FC236}">
                <a16:creationId xmlns:a16="http://schemas.microsoft.com/office/drawing/2014/main" id="{EE8771D4-5BC5-3F89-2EC9-24FC695F7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25515"/>
            <a:ext cx="6519460" cy="4402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89115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04B3FACE-AFFE-28EA-97D2-270AE5091172}"/>
              </a:ext>
            </a:extLst>
          </p:cNvPr>
          <p:cNvSpPr>
            <a:spLocks noGrp="1"/>
          </p:cNvSpPr>
          <p:nvPr>
            <p:ph type="sldNum" sz="quarter" idx="12"/>
          </p:nvPr>
        </p:nvSpPr>
        <p:spPr bwMode="auto">
          <a:xfrm>
            <a:off x="8324850" y="6462713"/>
            <a:ext cx="676275" cy="2762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2-</a:t>
            </a:r>
            <a:fld id="{94B71BA3-9350-4947-9284-B2714EC46DB4}"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22</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6083" name="Rectangle 2">
            <a:extLst>
              <a:ext uri="{FF2B5EF4-FFF2-40B4-BE49-F238E27FC236}">
                <a16:creationId xmlns:a16="http://schemas.microsoft.com/office/drawing/2014/main" id="{C761E501-5ABE-0259-DEA2-0FAAF7BF8D03}"/>
              </a:ext>
            </a:extLst>
          </p:cNvPr>
          <p:cNvSpPr>
            <a:spLocks noGrp="1" noChangeArrowheads="1"/>
          </p:cNvSpPr>
          <p:nvPr>
            <p:ph type="title"/>
          </p:nvPr>
        </p:nvSpPr>
        <p:spPr/>
        <p:txBody>
          <a:bodyPr/>
          <a:lstStyle/>
          <a:p>
            <a:pPr eaLnBrk="1" hangingPunct="1"/>
            <a:r>
              <a:rPr lang="en-US" altLang="en-US" b="0" dirty="0">
                <a:solidFill>
                  <a:schemeClr val="tx2"/>
                </a:solidFill>
                <a:latin typeface="Times New Roman" panose="02020603050405020304" pitchFamily="18" charset="0"/>
                <a:ea typeface="ＭＳ Ｐゴシック" panose="020B0600070205080204" pitchFamily="34" charset="-128"/>
                <a:cs typeface="Times New Roman" panose="02020603050405020304" pitchFamily="18" charset="0"/>
              </a:rPr>
              <a:t>Wireless Access Networks: Range Comparison</a:t>
            </a:r>
            <a:endParaRPr lang="en-US" altLang="en-US" dirty="0">
              <a:ea typeface="ＭＳ Ｐゴシック" panose="020B0600070205080204" pitchFamily="34" charset="-128"/>
            </a:endParaRPr>
          </a:p>
        </p:txBody>
      </p:sp>
      <p:pic>
        <p:nvPicPr>
          <p:cNvPr id="46084" name="Picture 2">
            <a:extLst>
              <a:ext uri="{FF2B5EF4-FFF2-40B4-BE49-F238E27FC236}">
                <a16:creationId xmlns:a16="http://schemas.microsoft.com/office/drawing/2014/main" id="{67374823-7540-4D66-947E-66F180EE2E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57288"/>
            <a:ext cx="8382000" cy="530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9800581"/>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FDBF908B-62B6-4D04-7B24-B20E502A5F1D}"/>
              </a:ext>
            </a:extLst>
          </p:cNvPr>
          <p:cNvSpPr>
            <a:spLocks noGrp="1"/>
          </p:cNvSpPr>
          <p:nvPr>
            <p:ph type="sldNum" sz="quarter" idx="12"/>
          </p:nvPr>
        </p:nvSpPr>
        <p:spPr bwMode="auto">
          <a:xfrm>
            <a:off x="8324850" y="6462713"/>
            <a:ext cx="676275" cy="2762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2-</a:t>
            </a:r>
            <a:fld id="{94B71BA3-9350-4947-9284-B2714EC46DB4}"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23</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7107" name="Rectangle 2">
            <a:extLst>
              <a:ext uri="{FF2B5EF4-FFF2-40B4-BE49-F238E27FC236}">
                <a16:creationId xmlns:a16="http://schemas.microsoft.com/office/drawing/2014/main" id="{390923A8-E4C1-01A1-0E8C-AB20BC9FC674}"/>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Wireless Access Networks</a:t>
            </a:r>
          </a:p>
        </p:txBody>
      </p:sp>
      <p:pic>
        <p:nvPicPr>
          <p:cNvPr id="47108" name="Picture 2">
            <a:extLst>
              <a:ext uri="{FF2B5EF4-FFF2-40B4-BE49-F238E27FC236}">
                <a16:creationId xmlns:a16="http://schemas.microsoft.com/office/drawing/2014/main" id="{E512BE19-AA5B-69C4-EF55-29B68ABF3B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838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9166980"/>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600"/>
            <a:ext cx="8229600" cy="533399"/>
          </a:xfrm>
        </p:spPr>
        <p:txBody>
          <a:bodyPr anchor="b"/>
          <a:lstStyle/>
          <a:p>
            <a:r>
              <a:rPr lang="en-US" sz="3200" dirty="0">
                <a:solidFill>
                  <a:schemeClr val="tx2"/>
                </a:solidFill>
                <a:latin typeface="+mj-lt"/>
                <a:ea typeface="ＭＳ Ｐゴシック" panose="020B0600070205080204" pitchFamily="34" charset="-128"/>
                <a:cs typeface="+mj-cs"/>
              </a:rPr>
              <a:t>Milestones in Wireless Communications</a:t>
            </a:r>
          </a:p>
        </p:txBody>
      </p:sp>
      <p:pic>
        <p:nvPicPr>
          <p:cNvPr id="6" name="Picture Placeholder 5" descr="A graph titled, some milestones in wireless communications. The vertical axis reads horizontally, 3 megahertz, 30 megahertz, 300 megahertz, 3 gigaahertz, 30 gigahertz, 300 gigahertz, 3 terahertz. The vertical axis reads vertically in between the horizontal labels, H F, V H F, U H F, S H F, E H F, infrared. The horizontal axis ranges in years between 19 30 and 20 20 in increments of 10. The graph is as follows. Saphortwave. 19 35, 10 megahertz. Black and white T V. 19 50, 30 megahertz. F M radio. 19 55, 200 megahertz. Mobile 2-way radio. 19 65, 30 megahertz. Experimental communications satellite. 19 65, 3 gigahertz. Color T V. 19 70, 300 megahertz. Terrestrial microwave. 19 70, 15 gigahertz. Cordless phone. 19 80, 2 gigahertz. Communications satellite. 19 80, 15 gigahertz. Cellular phone. 19 90, 2 gigahertz. Wi-Fi. 19 90, 3 gigahertz. Infrared wireless L A N. 19 90, 300 gigahertz. 3 G, C D M A. 2000, 15 gigahertz. Zig Bee. 2000, 2 gigahertz. Optical communications satellite. 20 10, 2 terahertz. 4 G, L T E advanced. 20 10, 15 gigahertz. Internet of Things. 20 15, 2 gigahertz. M m Wave Wi-Fi. 20 10, 30 gigahertz. 5 G. 20 20, 30 gigahertz. All values estimated."/>
          <p:cNvPicPr>
            <a:picLocks noChangeAspect="1"/>
          </p:cNvPicPr>
          <p:nvPr/>
        </p:nvPicPr>
        <p:blipFill>
          <a:blip r:embed="rId2">
            <a:extLst>
              <a:ext uri="{28A0092B-C50C-407E-A947-70E740481C1C}">
                <a14:useLocalDpi xmlns:a14="http://schemas.microsoft.com/office/drawing/2010/main" val="0"/>
              </a:ext>
            </a:extLst>
          </a:blip>
          <a:srcRect t="-1877" b="-1877"/>
          <a:stretch>
            <a:fillRect/>
          </a:stretch>
        </p:blipFill>
        <p:spPr>
          <a:xfrm>
            <a:off x="1019749" y="1555046"/>
            <a:ext cx="7104503" cy="4673521"/>
          </a:xfrm>
          <a:prstGeom prst="rect">
            <a:avLst/>
          </a:prstGeom>
          <a:noFill/>
          <a:ln>
            <a:noFill/>
          </a:ln>
        </p:spPr>
      </p:pic>
    </p:spTree>
    <p:extLst>
      <p:ext uri="{BB962C8B-B14F-4D97-AF65-F5344CB8AC3E}">
        <p14:creationId xmlns:p14="http://schemas.microsoft.com/office/powerpoint/2010/main" val="4119553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966C1F1-B412-4B5F-524B-DCC28C4EE74A}"/>
              </a:ext>
            </a:extLst>
          </p:cNvPr>
          <p:cNvSpPr>
            <a:spLocks noGrp="1" noChangeArrowheads="1"/>
          </p:cNvSpPr>
          <p:nvPr>
            <p:ph type="title"/>
          </p:nvPr>
        </p:nvSpPr>
        <p:spPr>
          <a:xfrm>
            <a:off x="533400" y="609600"/>
            <a:ext cx="7848600" cy="876300"/>
          </a:xfrm>
        </p:spPr>
        <p:txBody>
          <a:bodyPr/>
          <a:lstStyle/>
          <a:p>
            <a:pPr>
              <a:lnSpc>
                <a:spcPct val="80000"/>
              </a:lnSpc>
            </a:pPr>
            <a:r>
              <a:rPr lang="en-US" altLang="en-US"/>
              <a:t>Wireless Networks</a:t>
            </a:r>
          </a:p>
        </p:txBody>
      </p:sp>
      <p:sp>
        <p:nvSpPr>
          <p:cNvPr id="81923" name="Line 3">
            <a:extLst>
              <a:ext uri="{FF2B5EF4-FFF2-40B4-BE49-F238E27FC236}">
                <a16:creationId xmlns:a16="http://schemas.microsoft.com/office/drawing/2014/main" id="{21B33AF7-4098-6418-6985-A041458D6B1B}"/>
              </a:ext>
            </a:extLst>
          </p:cNvPr>
          <p:cNvSpPr>
            <a:spLocks noChangeShapeType="1"/>
          </p:cNvSpPr>
          <p:nvPr/>
        </p:nvSpPr>
        <p:spPr bwMode="auto">
          <a:xfrm flipV="1">
            <a:off x="1181100" y="5892800"/>
            <a:ext cx="6273800" cy="0"/>
          </a:xfrm>
          <a:prstGeom prst="line">
            <a:avLst/>
          </a:prstGeom>
          <a:noFill/>
          <a:ln w="28575">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aphicFrame>
        <p:nvGraphicFramePr>
          <p:cNvPr id="81924" name="Object 4">
            <a:extLst>
              <a:ext uri="{FF2B5EF4-FFF2-40B4-BE49-F238E27FC236}">
                <a16:creationId xmlns:a16="http://schemas.microsoft.com/office/drawing/2014/main" id="{59FC2444-7150-6D19-40A6-9C4BE311FD83}"/>
              </a:ext>
            </a:extLst>
          </p:cNvPr>
          <p:cNvGraphicFramePr>
            <a:graphicFrameLocks noChangeAspect="1"/>
          </p:cNvGraphicFramePr>
          <p:nvPr/>
        </p:nvGraphicFramePr>
        <p:xfrm>
          <a:off x="5153025" y="6167438"/>
          <a:ext cx="1139825" cy="225425"/>
        </p:xfrm>
        <a:graphic>
          <a:graphicData uri="http://schemas.openxmlformats.org/presentationml/2006/ole">
            <mc:AlternateContent xmlns:mc="http://schemas.openxmlformats.org/markup-compatibility/2006">
              <mc:Choice xmlns:v="urn:schemas-microsoft-com:vml" Requires="v">
                <p:oleObj name="Clip" r:id="rId2" imgW="6544800" imgH="1706400" progId="MS_ClipArt_Gallery.2">
                  <p:embed/>
                </p:oleObj>
              </mc:Choice>
              <mc:Fallback>
                <p:oleObj name="Clip" r:id="rId2" imgW="6544800" imgH="1706400" progId="MS_ClipArt_Gallery.2">
                  <p:embed/>
                  <p:pic>
                    <p:nvPicPr>
                      <p:cNvPr id="81924" name="Object 4">
                        <a:extLst>
                          <a:ext uri="{FF2B5EF4-FFF2-40B4-BE49-F238E27FC236}">
                            <a16:creationId xmlns:a16="http://schemas.microsoft.com/office/drawing/2014/main" id="{59FC2444-7150-6D19-40A6-9C4BE311FD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3025" y="6167438"/>
                        <a:ext cx="1139825" cy="22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1925" name="Group 5">
            <a:extLst>
              <a:ext uri="{FF2B5EF4-FFF2-40B4-BE49-F238E27FC236}">
                <a16:creationId xmlns:a16="http://schemas.microsoft.com/office/drawing/2014/main" id="{D9C18D5D-307A-67C7-9A1D-C53EF68C0ACD}"/>
              </a:ext>
            </a:extLst>
          </p:cNvPr>
          <p:cNvGrpSpPr>
            <a:grpSpLocks/>
          </p:cNvGrpSpPr>
          <p:nvPr/>
        </p:nvGrpSpPr>
        <p:grpSpPr bwMode="auto">
          <a:xfrm>
            <a:off x="6810375" y="5956300"/>
            <a:ext cx="184150" cy="188913"/>
            <a:chOff x="1344" y="1856"/>
            <a:chExt cx="122" cy="166"/>
          </a:xfrm>
        </p:grpSpPr>
        <p:sp>
          <p:nvSpPr>
            <p:cNvPr id="81926" name="Line 6">
              <a:extLst>
                <a:ext uri="{FF2B5EF4-FFF2-40B4-BE49-F238E27FC236}">
                  <a16:creationId xmlns:a16="http://schemas.microsoft.com/office/drawing/2014/main" id="{082DF3CB-0B7C-87B3-4342-00D3B82C8CA4}"/>
                </a:ext>
              </a:extLst>
            </p:cNvPr>
            <p:cNvSpPr>
              <a:spLocks noChangeShapeType="1"/>
            </p:cNvSpPr>
            <p:nvPr/>
          </p:nvSpPr>
          <p:spPr bwMode="auto">
            <a:xfrm flipV="1">
              <a:off x="1400" y="1878"/>
              <a:ext cx="0"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27" name="AutoShape 7">
              <a:extLst>
                <a:ext uri="{FF2B5EF4-FFF2-40B4-BE49-F238E27FC236}">
                  <a16:creationId xmlns:a16="http://schemas.microsoft.com/office/drawing/2014/main" id="{D3EA91F7-4C5F-4EB2-4FCD-AD5C6E09CADC}"/>
                </a:ext>
              </a:extLst>
            </p:cNvPr>
            <p:cNvSpPr>
              <a:spLocks noChangeArrowheads="1"/>
            </p:cNvSpPr>
            <p:nvPr/>
          </p:nvSpPr>
          <p:spPr bwMode="auto">
            <a:xfrm flipV="1">
              <a:off x="1344" y="1856"/>
              <a:ext cx="122" cy="111"/>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81928" name="Group 8">
            <a:extLst>
              <a:ext uri="{FF2B5EF4-FFF2-40B4-BE49-F238E27FC236}">
                <a16:creationId xmlns:a16="http://schemas.microsoft.com/office/drawing/2014/main" id="{0A9F83EF-7C88-D091-4050-1183319F512F}"/>
              </a:ext>
            </a:extLst>
          </p:cNvPr>
          <p:cNvGrpSpPr>
            <a:grpSpLocks/>
          </p:cNvGrpSpPr>
          <p:nvPr/>
        </p:nvGrpSpPr>
        <p:grpSpPr bwMode="auto">
          <a:xfrm>
            <a:off x="5514975" y="5956300"/>
            <a:ext cx="185738" cy="188913"/>
            <a:chOff x="1344" y="1856"/>
            <a:chExt cx="122" cy="166"/>
          </a:xfrm>
        </p:grpSpPr>
        <p:sp>
          <p:nvSpPr>
            <p:cNvPr id="81929" name="Line 9">
              <a:extLst>
                <a:ext uri="{FF2B5EF4-FFF2-40B4-BE49-F238E27FC236}">
                  <a16:creationId xmlns:a16="http://schemas.microsoft.com/office/drawing/2014/main" id="{EDBB02C5-9636-D731-C3D8-18C7BD93D3B5}"/>
                </a:ext>
              </a:extLst>
            </p:cNvPr>
            <p:cNvSpPr>
              <a:spLocks noChangeShapeType="1"/>
            </p:cNvSpPr>
            <p:nvPr/>
          </p:nvSpPr>
          <p:spPr bwMode="auto">
            <a:xfrm flipV="1">
              <a:off x="1400" y="1878"/>
              <a:ext cx="0"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30" name="AutoShape 10">
              <a:extLst>
                <a:ext uri="{FF2B5EF4-FFF2-40B4-BE49-F238E27FC236}">
                  <a16:creationId xmlns:a16="http://schemas.microsoft.com/office/drawing/2014/main" id="{BDF6BDB9-B54A-B905-5548-9022A78CC6E3}"/>
                </a:ext>
              </a:extLst>
            </p:cNvPr>
            <p:cNvSpPr>
              <a:spLocks noChangeArrowheads="1"/>
            </p:cNvSpPr>
            <p:nvPr/>
          </p:nvSpPr>
          <p:spPr bwMode="auto">
            <a:xfrm flipV="1">
              <a:off x="1344" y="1856"/>
              <a:ext cx="122" cy="111"/>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81931" name="Group 11">
            <a:extLst>
              <a:ext uri="{FF2B5EF4-FFF2-40B4-BE49-F238E27FC236}">
                <a16:creationId xmlns:a16="http://schemas.microsoft.com/office/drawing/2014/main" id="{6BFE5DA7-15DB-0E55-4B7B-A7477B6D9F35}"/>
              </a:ext>
            </a:extLst>
          </p:cNvPr>
          <p:cNvGrpSpPr>
            <a:grpSpLocks/>
          </p:cNvGrpSpPr>
          <p:nvPr/>
        </p:nvGrpSpPr>
        <p:grpSpPr bwMode="auto">
          <a:xfrm>
            <a:off x="1279525" y="5956300"/>
            <a:ext cx="2409825" cy="436563"/>
            <a:chOff x="1966" y="2585"/>
            <a:chExt cx="1373" cy="308"/>
          </a:xfrm>
        </p:grpSpPr>
        <p:graphicFrame>
          <p:nvGraphicFramePr>
            <p:cNvPr id="81932" name="Object 12">
              <a:extLst>
                <a:ext uri="{FF2B5EF4-FFF2-40B4-BE49-F238E27FC236}">
                  <a16:creationId xmlns:a16="http://schemas.microsoft.com/office/drawing/2014/main" id="{7139EBFF-9C82-166D-79BF-E91B65D038A7}"/>
                </a:ext>
              </a:extLst>
            </p:cNvPr>
            <p:cNvGraphicFramePr>
              <a:graphicFrameLocks noChangeAspect="1"/>
            </p:cNvGraphicFramePr>
            <p:nvPr/>
          </p:nvGraphicFramePr>
          <p:xfrm>
            <a:off x="1966" y="2734"/>
            <a:ext cx="648" cy="159"/>
          </p:xfrm>
          <a:graphic>
            <a:graphicData uri="http://schemas.openxmlformats.org/presentationml/2006/ole">
              <mc:AlternateContent xmlns:mc="http://schemas.openxmlformats.org/markup-compatibility/2006">
                <mc:Choice xmlns:v="urn:schemas-microsoft-com:vml" Requires="v">
                  <p:oleObj name="Clip" r:id="rId4" imgW="6544800" imgH="1706400" progId="MS_ClipArt_Gallery.2">
                    <p:embed/>
                  </p:oleObj>
                </mc:Choice>
                <mc:Fallback>
                  <p:oleObj name="Clip" r:id="rId4" imgW="6544800" imgH="1706400" progId="MS_ClipArt_Gallery.2">
                    <p:embed/>
                    <p:pic>
                      <p:nvPicPr>
                        <p:cNvPr id="81932" name="Object 12">
                          <a:extLst>
                            <a:ext uri="{FF2B5EF4-FFF2-40B4-BE49-F238E27FC236}">
                              <a16:creationId xmlns:a16="http://schemas.microsoft.com/office/drawing/2014/main" id="{7139EBFF-9C82-166D-79BF-E91B65D038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6" y="2734"/>
                          <a:ext cx="648"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33" name="Object 13">
              <a:extLst>
                <a:ext uri="{FF2B5EF4-FFF2-40B4-BE49-F238E27FC236}">
                  <a16:creationId xmlns:a16="http://schemas.microsoft.com/office/drawing/2014/main" id="{4B279043-8832-EA93-82DE-CF35E3EDF010}"/>
                </a:ext>
              </a:extLst>
            </p:cNvPr>
            <p:cNvGraphicFramePr>
              <a:graphicFrameLocks noChangeAspect="1"/>
            </p:cNvGraphicFramePr>
            <p:nvPr/>
          </p:nvGraphicFramePr>
          <p:xfrm>
            <a:off x="2690" y="2734"/>
            <a:ext cx="649" cy="159"/>
          </p:xfrm>
          <a:graphic>
            <a:graphicData uri="http://schemas.openxmlformats.org/presentationml/2006/ole">
              <mc:AlternateContent xmlns:mc="http://schemas.openxmlformats.org/markup-compatibility/2006">
                <mc:Choice xmlns:v="urn:schemas-microsoft-com:vml" Requires="v">
                  <p:oleObj name="Clip" r:id="rId4" imgW="6544800" imgH="1706400" progId="MS_ClipArt_Gallery.2">
                    <p:embed/>
                  </p:oleObj>
                </mc:Choice>
                <mc:Fallback>
                  <p:oleObj name="Clip" r:id="rId4" imgW="6544800" imgH="1706400" progId="MS_ClipArt_Gallery.2">
                    <p:embed/>
                    <p:pic>
                      <p:nvPicPr>
                        <p:cNvPr id="81933" name="Object 13">
                          <a:extLst>
                            <a:ext uri="{FF2B5EF4-FFF2-40B4-BE49-F238E27FC236}">
                              <a16:creationId xmlns:a16="http://schemas.microsoft.com/office/drawing/2014/main" id="{4B279043-8832-EA93-82DE-CF35E3EDF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0" y="2734"/>
                          <a:ext cx="649"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34" name="Line 14">
              <a:extLst>
                <a:ext uri="{FF2B5EF4-FFF2-40B4-BE49-F238E27FC236}">
                  <a16:creationId xmlns:a16="http://schemas.microsoft.com/office/drawing/2014/main" id="{CE486142-8FF2-4961-29E6-5175DAA177E0}"/>
                </a:ext>
              </a:extLst>
            </p:cNvPr>
            <p:cNvSpPr>
              <a:spLocks noChangeShapeType="1"/>
            </p:cNvSpPr>
            <p:nvPr/>
          </p:nvSpPr>
          <p:spPr bwMode="auto">
            <a:xfrm flipV="1">
              <a:off x="2220" y="2603"/>
              <a:ext cx="0" cy="116"/>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35" name="AutoShape 15">
              <a:extLst>
                <a:ext uri="{FF2B5EF4-FFF2-40B4-BE49-F238E27FC236}">
                  <a16:creationId xmlns:a16="http://schemas.microsoft.com/office/drawing/2014/main" id="{760B84A1-DA67-3396-75D9-8F0AAE83F3B6}"/>
                </a:ext>
              </a:extLst>
            </p:cNvPr>
            <p:cNvSpPr>
              <a:spLocks noChangeArrowheads="1"/>
            </p:cNvSpPr>
            <p:nvPr/>
          </p:nvSpPr>
          <p:spPr bwMode="auto">
            <a:xfrm flipV="1">
              <a:off x="2171" y="2585"/>
              <a:ext cx="106" cy="90"/>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36" name="Line 16">
              <a:extLst>
                <a:ext uri="{FF2B5EF4-FFF2-40B4-BE49-F238E27FC236}">
                  <a16:creationId xmlns:a16="http://schemas.microsoft.com/office/drawing/2014/main" id="{154A725B-C95E-F6A3-66B3-80272A9826EB}"/>
                </a:ext>
              </a:extLst>
            </p:cNvPr>
            <p:cNvSpPr>
              <a:spLocks noChangeShapeType="1"/>
            </p:cNvSpPr>
            <p:nvPr/>
          </p:nvSpPr>
          <p:spPr bwMode="auto">
            <a:xfrm flipV="1">
              <a:off x="2945" y="2603"/>
              <a:ext cx="0" cy="116"/>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37" name="AutoShape 17">
              <a:extLst>
                <a:ext uri="{FF2B5EF4-FFF2-40B4-BE49-F238E27FC236}">
                  <a16:creationId xmlns:a16="http://schemas.microsoft.com/office/drawing/2014/main" id="{316BC67E-A674-7219-69D4-F89E5995197B}"/>
                </a:ext>
              </a:extLst>
            </p:cNvPr>
            <p:cNvSpPr>
              <a:spLocks noChangeArrowheads="1"/>
            </p:cNvSpPr>
            <p:nvPr/>
          </p:nvSpPr>
          <p:spPr bwMode="auto">
            <a:xfrm flipV="1">
              <a:off x="2896" y="2585"/>
              <a:ext cx="105" cy="90"/>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
        <p:nvSpPr>
          <p:cNvPr id="81938" name="Line 18">
            <a:extLst>
              <a:ext uri="{FF2B5EF4-FFF2-40B4-BE49-F238E27FC236}">
                <a16:creationId xmlns:a16="http://schemas.microsoft.com/office/drawing/2014/main" id="{9EE878F3-8AE6-8798-2679-E2DE5056E120}"/>
              </a:ext>
            </a:extLst>
          </p:cNvPr>
          <p:cNvSpPr>
            <a:spLocks noChangeShapeType="1"/>
          </p:cNvSpPr>
          <p:nvPr/>
        </p:nvSpPr>
        <p:spPr bwMode="auto">
          <a:xfrm flipV="1">
            <a:off x="1244600" y="6524625"/>
            <a:ext cx="6273800" cy="0"/>
          </a:xfrm>
          <a:prstGeom prst="line">
            <a:avLst/>
          </a:prstGeom>
          <a:noFill/>
          <a:ln w="28575">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81939" name="Group 19">
            <a:extLst>
              <a:ext uri="{FF2B5EF4-FFF2-40B4-BE49-F238E27FC236}">
                <a16:creationId xmlns:a16="http://schemas.microsoft.com/office/drawing/2014/main" id="{49912E79-9A81-B37B-2950-3842A5840A9F}"/>
              </a:ext>
            </a:extLst>
          </p:cNvPr>
          <p:cNvGrpSpPr>
            <a:grpSpLocks/>
          </p:cNvGrpSpPr>
          <p:nvPr/>
        </p:nvGrpSpPr>
        <p:grpSpPr bwMode="auto">
          <a:xfrm>
            <a:off x="3987800" y="5087938"/>
            <a:ext cx="193675" cy="774700"/>
            <a:chOff x="3267" y="2423"/>
            <a:chExt cx="111" cy="544"/>
          </a:xfrm>
        </p:grpSpPr>
        <p:sp>
          <p:nvSpPr>
            <p:cNvPr id="81940" name="Rectangle 20">
              <a:extLst>
                <a:ext uri="{FF2B5EF4-FFF2-40B4-BE49-F238E27FC236}">
                  <a16:creationId xmlns:a16="http://schemas.microsoft.com/office/drawing/2014/main" id="{96588D58-1CF6-65BD-6B01-E4628A942A61}"/>
                </a:ext>
              </a:extLst>
            </p:cNvPr>
            <p:cNvSpPr>
              <a:spLocks noChangeArrowheads="1"/>
            </p:cNvSpPr>
            <p:nvPr/>
          </p:nvSpPr>
          <p:spPr bwMode="auto">
            <a:xfrm>
              <a:off x="3267" y="2567"/>
              <a:ext cx="111" cy="400"/>
            </a:xfrm>
            <a:prstGeom prst="rect">
              <a:avLst/>
            </a:prstGeom>
            <a:solidFill>
              <a:srgbClr val="000000"/>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81941" name="Group 21">
              <a:extLst>
                <a:ext uri="{FF2B5EF4-FFF2-40B4-BE49-F238E27FC236}">
                  <a16:creationId xmlns:a16="http://schemas.microsoft.com/office/drawing/2014/main" id="{42B1A1D1-D2CD-4936-64EB-89880E9B2128}"/>
                </a:ext>
              </a:extLst>
            </p:cNvPr>
            <p:cNvGrpSpPr>
              <a:grpSpLocks/>
            </p:cNvGrpSpPr>
            <p:nvPr/>
          </p:nvGrpSpPr>
          <p:grpSpPr bwMode="auto">
            <a:xfrm>
              <a:off x="3272" y="2423"/>
              <a:ext cx="106" cy="152"/>
              <a:chOff x="3284" y="2417"/>
              <a:chExt cx="106" cy="152"/>
            </a:xfrm>
          </p:grpSpPr>
          <p:sp>
            <p:nvSpPr>
              <p:cNvPr id="81942" name="Line 22">
                <a:extLst>
                  <a:ext uri="{FF2B5EF4-FFF2-40B4-BE49-F238E27FC236}">
                    <a16:creationId xmlns:a16="http://schemas.microsoft.com/office/drawing/2014/main" id="{F3846716-9554-EDEE-B2BC-E21C25C94E5B}"/>
                  </a:ext>
                </a:extLst>
              </p:cNvPr>
              <p:cNvSpPr>
                <a:spLocks noChangeShapeType="1"/>
              </p:cNvSpPr>
              <p:nvPr/>
            </p:nvSpPr>
            <p:spPr bwMode="auto">
              <a:xfrm flipV="1">
                <a:off x="3339" y="2453"/>
                <a:ext cx="0" cy="116"/>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43" name="AutoShape 23">
                <a:extLst>
                  <a:ext uri="{FF2B5EF4-FFF2-40B4-BE49-F238E27FC236}">
                    <a16:creationId xmlns:a16="http://schemas.microsoft.com/office/drawing/2014/main" id="{FA41E0B3-348C-0C54-0935-B90C08F95F22}"/>
                  </a:ext>
                </a:extLst>
              </p:cNvPr>
              <p:cNvSpPr>
                <a:spLocks noChangeArrowheads="1"/>
              </p:cNvSpPr>
              <p:nvPr/>
            </p:nvSpPr>
            <p:spPr bwMode="auto">
              <a:xfrm flipV="1">
                <a:off x="3284" y="2417"/>
                <a:ext cx="106" cy="90"/>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grpSp>
        <p:nvGrpSpPr>
          <p:cNvPr id="81944" name="Group 24">
            <a:extLst>
              <a:ext uri="{FF2B5EF4-FFF2-40B4-BE49-F238E27FC236}">
                <a16:creationId xmlns:a16="http://schemas.microsoft.com/office/drawing/2014/main" id="{A30A191A-6F2A-BBD0-45A5-FB4F5A61FE1B}"/>
              </a:ext>
            </a:extLst>
          </p:cNvPr>
          <p:cNvGrpSpPr>
            <a:grpSpLocks/>
          </p:cNvGrpSpPr>
          <p:nvPr/>
        </p:nvGrpSpPr>
        <p:grpSpPr bwMode="auto">
          <a:xfrm>
            <a:off x="6165850" y="5087938"/>
            <a:ext cx="196850" cy="774700"/>
            <a:chOff x="3267" y="2423"/>
            <a:chExt cx="111" cy="544"/>
          </a:xfrm>
        </p:grpSpPr>
        <p:sp>
          <p:nvSpPr>
            <p:cNvPr id="81945" name="Rectangle 25">
              <a:extLst>
                <a:ext uri="{FF2B5EF4-FFF2-40B4-BE49-F238E27FC236}">
                  <a16:creationId xmlns:a16="http://schemas.microsoft.com/office/drawing/2014/main" id="{95DC4E84-2708-8FC1-AB1E-EF44DFE8AE6D}"/>
                </a:ext>
              </a:extLst>
            </p:cNvPr>
            <p:cNvSpPr>
              <a:spLocks noChangeArrowheads="1"/>
            </p:cNvSpPr>
            <p:nvPr/>
          </p:nvSpPr>
          <p:spPr bwMode="auto">
            <a:xfrm>
              <a:off x="3267" y="2567"/>
              <a:ext cx="111" cy="400"/>
            </a:xfrm>
            <a:prstGeom prst="rect">
              <a:avLst/>
            </a:prstGeom>
            <a:solidFill>
              <a:srgbClr val="000000"/>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81946" name="Group 26">
              <a:extLst>
                <a:ext uri="{FF2B5EF4-FFF2-40B4-BE49-F238E27FC236}">
                  <a16:creationId xmlns:a16="http://schemas.microsoft.com/office/drawing/2014/main" id="{34F46A5A-B838-89A0-A6DE-CDA6A047F9B4}"/>
                </a:ext>
              </a:extLst>
            </p:cNvPr>
            <p:cNvGrpSpPr>
              <a:grpSpLocks/>
            </p:cNvGrpSpPr>
            <p:nvPr/>
          </p:nvGrpSpPr>
          <p:grpSpPr bwMode="auto">
            <a:xfrm>
              <a:off x="3272" y="2423"/>
              <a:ext cx="106" cy="152"/>
              <a:chOff x="3284" y="2417"/>
              <a:chExt cx="106" cy="152"/>
            </a:xfrm>
          </p:grpSpPr>
          <p:sp>
            <p:nvSpPr>
              <p:cNvPr id="81947" name="Line 27">
                <a:extLst>
                  <a:ext uri="{FF2B5EF4-FFF2-40B4-BE49-F238E27FC236}">
                    <a16:creationId xmlns:a16="http://schemas.microsoft.com/office/drawing/2014/main" id="{775F81AB-8A0C-AA2B-D97F-610CE62E424D}"/>
                  </a:ext>
                </a:extLst>
              </p:cNvPr>
              <p:cNvSpPr>
                <a:spLocks noChangeShapeType="1"/>
              </p:cNvSpPr>
              <p:nvPr/>
            </p:nvSpPr>
            <p:spPr bwMode="auto">
              <a:xfrm flipV="1">
                <a:off x="3339" y="2453"/>
                <a:ext cx="0" cy="116"/>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48" name="AutoShape 28">
                <a:extLst>
                  <a:ext uri="{FF2B5EF4-FFF2-40B4-BE49-F238E27FC236}">
                    <a16:creationId xmlns:a16="http://schemas.microsoft.com/office/drawing/2014/main" id="{2559F838-89C9-6BE0-7A52-689499E37FC5}"/>
                  </a:ext>
                </a:extLst>
              </p:cNvPr>
              <p:cNvSpPr>
                <a:spLocks noChangeArrowheads="1"/>
              </p:cNvSpPr>
              <p:nvPr/>
            </p:nvSpPr>
            <p:spPr bwMode="auto">
              <a:xfrm flipV="1">
                <a:off x="3284" y="2417"/>
                <a:ext cx="106" cy="90"/>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graphicFrame>
        <p:nvGraphicFramePr>
          <p:cNvPr id="81949" name="Object 29">
            <a:extLst>
              <a:ext uri="{FF2B5EF4-FFF2-40B4-BE49-F238E27FC236}">
                <a16:creationId xmlns:a16="http://schemas.microsoft.com/office/drawing/2014/main" id="{79986CDF-7120-032C-DE38-218E27BB8C47}"/>
              </a:ext>
            </a:extLst>
          </p:cNvPr>
          <p:cNvGraphicFramePr>
            <a:graphicFrameLocks noChangeAspect="1"/>
          </p:cNvGraphicFramePr>
          <p:nvPr/>
        </p:nvGraphicFramePr>
        <p:xfrm>
          <a:off x="1866900" y="2438400"/>
          <a:ext cx="3657600" cy="2693988"/>
        </p:xfrm>
        <a:graphic>
          <a:graphicData uri="http://schemas.openxmlformats.org/presentationml/2006/ole">
            <mc:AlternateContent xmlns:mc="http://schemas.openxmlformats.org/markup-compatibility/2006">
              <mc:Choice xmlns:v="urn:schemas-microsoft-com:vml" Requires="v">
                <p:oleObj name="Clip" r:id="rId5" imgW="2826720" imgH="3497040" progId="MS_ClipArt_Gallery.2">
                  <p:embed/>
                </p:oleObj>
              </mc:Choice>
              <mc:Fallback>
                <p:oleObj name="Clip" r:id="rId5" imgW="2826720" imgH="3497040" progId="MS_ClipArt_Gallery.2">
                  <p:embed/>
                  <p:pic>
                    <p:nvPicPr>
                      <p:cNvPr id="81949" name="Object 29">
                        <a:extLst>
                          <a:ext uri="{FF2B5EF4-FFF2-40B4-BE49-F238E27FC236}">
                            <a16:creationId xmlns:a16="http://schemas.microsoft.com/office/drawing/2014/main" id="{79986CDF-7120-032C-DE38-218E27BB8C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6900" y="2438400"/>
                        <a:ext cx="3657600" cy="2693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1950" name="Picture 30">
            <a:extLst>
              <a:ext uri="{FF2B5EF4-FFF2-40B4-BE49-F238E27FC236}">
                <a16:creationId xmlns:a16="http://schemas.microsoft.com/office/drawing/2014/main" id="{F98C7C27-748A-ED1A-3C3E-04A5F3AF64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675" y="2735263"/>
            <a:ext cx="1371600" cy="911225"/>
          </a:xfrm>
          <a:prstGeom prst="rect">
            <a:avLst/>
          </a:prstGeom>
          <a:noFill/>
          <a:extLst>
            <a:ext uri="{909E8E84-426E-40DD-AFC4-6F175D3DCCD1}">
              <a14:hiddenFill xmlns:a14="http://schemas.microsoft.com/office/drawing/2010/main">
                <a:solidFill>
                  <a:srgbClr val="FFFFFF"/>
                </a:solidFill>
              </a14:hiddenFill>
            </a:ext>
          </a:extLst>
        </p:spPr>
      </p:pic>
      <p:sp>
        <p:nvSpPr>
          <p:cNvPr id="81951" name="AutoShape 31">
            <a:extLst>
              <a:ext uri="{FF2B5EF4-FFF2-40B4-BE49-F238E27FC236}">
                <a16:creationId xmlns:a16="http://schemas.microsoft.com/office/drawing/2014/main" id="{5E8F7F29-C4A3-FF3B-3ADD-7566F307D22C}"/>
              </a:ext>
            </a:extLst>
          </p:cNvPr>
          <p:cNvSpPr>
            <a:spLocks noChangeArrowheads="1"/>
          </p:cNvSpPr>
          <p:nvPr/>
        </p:nvSpPr>
        <p:spPr bwMode="auto">
          <a:xfrm>
            <a:off x="179388" y="2706688"/>
            <a:ext cx="2057400" cy="1066800"/>
          </a:xfrm>
          <a:prstGeom prst="rightArrowCallout">
            <a:avLst>
              <a:gd name="adj1" fmla="val 25000"/>
              <a:gd name="adj2" fmla="val 25000"/>
              <a:gd name="adj3" fmla="val 32143"/>
              <a:gd name="adj4" fmla="val 66667"/>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pic>
        <p:nvPicPr>
          <p:cNvPr id="81952" name="Picture 32">
            <a:extLst>
              <a:ext uri="{FF2B5EF4-FFF2-40B4-BE49-F238E27FC236}">
                <a16:creationId xmlns:a16="http://schemas.microsoft.com/office/drawing/2014/main" id="{BCD68A3A-4A8E-A8AB-D7C4-EF853B423B6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8300" y="4724400"/>
            <a:ext cx="1116013" cy="9683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1953" name="Object 33">
            <a:extLst>
              <a:ext uri="{FF2B5EF4-FFF2-40B4-BE49-F238E27FC236}">
                <a16:creationId xmlns:a16="http://schemas.microsoft.com/office/drawing/2014/main" id="{2D37768E-5B18-34DE-C1D6-19071379E85E}"/>
              </a:ext>
            </a:extLst>
          </p:cNvPr>
          <p:cNvGraphicFramePr>
            <a:graphicFrameLocks noChangeAspect="1"/>
          </p:cNvGraphicFramePr>
          <p:nvPr/>
        </p:nvGraphicFramePr>
        <p:xfrm>
          <a:off x="6442075" y="6167438"/>
          <a:ext cx="1139825" cy="225425"/>
        </p:xfrm>
        <a:graphic>
          <a:graphicData uri="http://schemas.openxmlformats.org/presentationml/2006/ole">
            <mc:AlternateContent xmlns:mc="http://schemas.openxmlformats.org/markup-compatibility/2006">
              <mc:Choice xmlns:v="urn:schemas-microsoft-com:vml" Requires="v">
                <p:oleObj name="Clip" r:id="rId9" imgW="6544800" imgH="1706400" progId="MS_ClipArt_Gallery.2">
                  <p:embed/>
                </p:oleObj>
              </mc:Choice>
              <mc:Fallback>
                <p:oleObj name="Clip" r:id="rId9" imgW="6544800" imgH="1706400" progId="MS_ClipArt_Gallery.2">
                  <p:embed/>
                  <p:pic>
                    <p:nvPicPr>
                      <p:cNvPr id="81953" name="Object 33">
                        <a:extLst>
                          <a:ext uri="{FF2B5EF4-FFF2-40B4-BE49-F238E27FC236}">
                            <a16:creationId xmlns:a16="http://schemas.microsoft.com/office/drawing/2014/main" id="{2D37768E-5B18-34DE-C1D6-19071379E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2075" y="6167438"/>
                        <a:ext cx="1139825" cy="22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54" name="Line 34">
            <a:extLst>
              <a:ext uri="{FF2B5EF4-FFF2-40B4-BE49-F238E27FC236}">
                <a16:creationId xmlns:a16="http://schemas.microsoft.com/office/drawing/2014/main" id="{41CB6BCA-4CD4-62EA-E6D0-1B7C707C47B4}"/>
              </a:ext>
            </a:extLst>
          </p:cNvPr>
          <p:cNvSpPr>
            <a:spLocks noChangeShapeType="1"/>
          </p:cNvSpPr>
          <p:nvPr/>
        </p:nvSpPr>
        <p:spPr bwMode="auto">
          <a:xfrm flipV="1">
            <a:off x="1943100" y="5181600"/>
            <a:ext cx="1981200" cy="7620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55" name="Line 35">
            <a:extLst>
              <a:ext uri="{FF2B5EF4-FFF2-40B4-BE49-F238E27FC236}">
                <a16:creationId xmlns:a16="http://schemas.microsoft.com/office/drawing/2014/main" id="{A3587E0D-D238-BE38-1946-8CA5E55B3C3A}"/>
              </a:ext>
            </a:extLst>
          </p:cNvPr>
          <p:cNvSpPr>
            <a:spLocks noChangeShapeType="1"/>
          </p:cNvSpPr>
          <p:nvPr/>
        </p:nvSpPr>
        <p:spPr bwMode="auto">
          <a:xfrm>
            <a:off x="2628900" y="5181600"/>
            <a:ext cx="12192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81956" name="Group 36">
            <a:extLst>
              <a:ext uri="{FF2B5EF4-FFF2-40B4-BE49-F238E27FC236}">
                <a16:creationId xmlns:a16="http://schemas.microsoft.com/office/drawing/2014/main" id="{9AC9282A-4539-BA79-9B83-94913B7F6B8F}"/>
              </a:ext>
            </a:extLst>
          </p:cNvPr>
          <p:cNvGrpSpPr>
            <a:grpSpLocks/>
          </p:cNvGrpSpPr>
          <p:nvPr/>
        </p:nvGrpSpPr>
        <p:grpSpPr bwMode="auto">
          <a:xfrm>
            <a:off x="2476500" y="2590800"/>
            <a:ext cx="185738" cy="188913"/>
            <a:chOff x="1344" y="1856"/>
            <a:chExt cx="122" cy="166"/>
          </a:xfrm>
        </p:grpSpPr>
        <p:sp>
          <p:nvSpPr>
            <p:cNvPr id="81957" name="Line 37">
              <a:extLst>
                <a:ext uri="{FF2B5EF4-FFF2-40B4-BE49-F238E27FC236}">
                  <a16:creationId xmlns:a16="http://schemas.microsoft.com/office/drawing/2014/main" id="{42CA4E5F-A7CB-9F72-C232-4726CAAF8951}"/>
                </a:ext>
              </a:extLst>
            </p:cNvPr>
            <p:cNvSpPr>
              <a:spLocks noChangeShapeType="1"/>
            </p:cNvSpPr>
            <p:nvPr/>
          </p:nvSpPr>
          <p:spPr bwMode="auto">
            <a:xfrm flipV="1">
              <a:off x="1400" y="1878"/>
              <a:ext cx="0"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58" name="AutoShape 38">
              <a:extLst>
                <a:ext uri="{FF2B5EF4-FFF2-40B4-BE49-F238E27FC236}">
                  <a16:creationId xmlns:a16="http://schemas.microsoft.com/office/drawing/2014/main" id="{7E75B225-8B86-FC06-E290-FABC83554B0B}"/>
                </a:ext>
              </a:extLst>
            </p:cNvPr>
            <p:cNvSpPr>
              <a:spLocks noChangeArrowheads="1"/>
            </p:cNvSpPr>
            <p:nvPr/>
          </p:nvSpPr>
          <p:spPr bwMode="auto">
            <a:xfrm flipV="1">
              <a:off x="1344" y="1856"/>
              <a:ext cx="122" cy="111"/>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
        <p:nvSpPr>
          <p:cNvPr id="81959" name="Line 39">
            <a:extLst>
              <a:ext uri="{FF2B5EF4-FFF2-40B4-BE49-F238E27FC236}">
                <a16:creationId xmlns:a16="http://schemas.microsoft.com/office/drawing/2014/main" id="{C6C91050-5F05-E39A-F9CB-E2BCACB03F76}"/>
              </a:ext>
            </a:extLst>
          </p:cNvPr>
          <p:cNvSpPr>
            <a:spLocks noChangeShapeType="1"/>
          </p:cNvSpPr>
          <p:nvPr/>
        </p:nvSpPr>
        <p:spPr bwMode="auto">
          <a:xfrm flipH="1">
            <a:off x="1612900" y="2667000"/>
            <a:ext cx="787400" cy="1112838"/>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60" name="Line 40">
            <a:extLst>
              <a:ext uri="{FF2B5EF4-FFF2-40B4-BE49-F238E27FC236}">
                <a16:creationId xmlns:a16="http://schemas.microsoft.com/office/drawing/2014/main" id="{1694F297-09CF-B07B-7768-C4E4B95836CC}"/>
              </a:ext>
            </a:extLst>
          </p:cNvPr>
          <p:cNvSpPr>
            <a:spLocks noChangeShapeType="1"/>
          </p:cNvSpPr>
          <p:nvPr/>
        </p:nvSpPr>
        <p:spPr bwMode="auto">
          <a:xfrm flipH="1">
            <a:off x="3009900" y="5257800"/>
            <a:ext cx="914400" cy="6858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61" name="Line 41">
            <a:extLst>
              <a:ext uri="{FF2B5EF4-FFF2-40B4-BE49-F238E27FC236}">
                <a16:creationId xmlns:a16="http://schemas.microsoft.com/office/drawing/2014/main" id="{2BD50005-7CE2-88FC-187F-C65036DEA4F6}"/>
              </a:ext>
            </a:extLst>
          </p:cNvPr>
          <p:cNvSpPr>
            <a:spLocks noChangeShapeType="1"/>
          </p:cNvSpPr>
          <p:nvPr/>
        </p:nvSpPr>
        <p:spPr bwMode="auto">
          <a:xfrm flipH="1">
            <a:off x="5600700" y="5181600"/>
            <a:ext cx="533400" cy="6858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62" name="Line 42">
            <a:extLst>
              <a:ext uri="{FF2B5EF4-FFF2-40B4-BE49-F238E27FC236}">
                <a16:creationId xmlns:a16="http://schemas.microsoft.com/office/drawing/2014/main" id="{B7805079-AB31-708E-348C-7A0EAB03940D}"/>
              </a:ext>
            </a:extLst>
          </p:cNvPr>
          <p:cNvSpPr>
            <a:spLocks noChangeShapeType="1"/>
          </p:cNvSpPr>
          <p:nvPr/>
        </p:nvSpPr>
        <p:spPr bwMode="auto">
          <a:xfrm>
            <a:off x="6362700" y="5257800"/>
            <a:ext cx="533400" cy="6858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63" name="Text Box 43">
            <a:extLst>
              <a:ext uri="{FF2B5EF4-FFF2-40B4-BE49-F238E27FC236}">
                <a16:creationId xmlns:a16="http://schemas.microsoft.com/office/drawing/2014/main" id="{4EAA018A-37E3-B5BB-79B9-5C0CD4CE0CE4}"/>
              </a:ext>
            </a:extLst>
          </p:cNvPr>
          <p:cNvSpPr txBox="1">
            <a:spLocks noChangeArrowheads="1"/>
          </p:cNvSpPr>
          <p:nvPr/>
        </p:nvSpPr>
        <p:spPr bwMode="auto">
          <a:xfrm>
            <a:off x="5645848" y="2186964"/>
            <a:ext cx="341788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marR="0" lvl="0" indent="-285750" defTabSz="914400"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800" b="1" i="0" u="none" strike="noStrike" kern="0" cap="none" spc="0" normalizeH="0" baseline="0" noProof="0" dirty="0">
                <a:ln>
                  <a:noFill/>
                </a:ln>
                <a:solidFill>
                  <a:sysClr val="windowText" lastClr="000000"/>
                </a:solidFill>
                <a:effectLst/>
                <a:uLnTx/>
                <a:uFillTx/>
                <a:latin typeface="Garamond" panose="02020404030301010803" pitchFamily="18" charset="0"/>
              </a:rPr>
              <a:t>Wireless Internet access</a:t>
            </a:r>
          </a:p>
          <a:p>
            <a:pPr marL="285750" marR="0" lvl="0" indent="-285750" defTabSz="914400"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800" b="1" i="0" u="none" strike="noStrike" kern="0" cap="none" spc="0" normalizeH="0" baseline="0" noProof="0" dirty="0">
                <a:ln>
                  <a:noFill/>
                </a:ln>
                <a:solidFill>
                  <a:sysClr val="windowText" lastClr="000000"/>
                </a:solidFill>
                <a:effectLst/>
                <a:uLnTx/>
                <a:uFillTx/>
                <a:latin typeface="Garamond" panose="02020404030301010803" pitchFamily="18" charset="0"/>
              </a:rPr>
              <a:t>N</a:t>
            </a:r>
            <a:r>
              <a:rPr kumimoji="0" lang="en-US" altLang="en-US" sz="1800" b="1" i="0" u="none" strike="noStrike" kern="0" cap="none" spc="0" normalizeH="0" baseline="30000" noProof="0" dirty="0">
                <a:ln>
                  <a:noFill/>
                </a:ln>
                <a:solidFill>
                  <a:sysClr val="windowText" lastClr="000000"/>
                </a:solidFill>
                <a:effectLst/>
                <a:uLnTx/>
                <a:uFillTx/>
                <a:latin typeface="Garamond" panose="02020404030301010803" pitchFamily="18" charset="0"/>
              </a:rPr>
              <a:t>th</a:t>
            </a:r>
            <a:r>
              <a:rPr kumimoji="0" lang="en-US" altLang="en-US" sz="1800" b="1" i="0" u="none" strike="noStrike" kern="0" cap="none" spc="0" normalizeH="0" baseline="0" noProof="0" dirty="0">
                <a:ln>
                  <a:noFill/>
                </a:ln>
                <a:solidFill>
                  <a:sysClr val="windowText" lastClr="000000"/>
                </a:solidFill>
                <a:effectLst/>
                <a:uLnTx/>
                <a:uFillTx/>
                <a:latin typeface="Garamond" panose="02020404030301010803" pitchFamily="18" charset="0"/>
              </a:rPr>
              <a:t> generation Cellular</a:t>
            </a:r>
          </a:p>
          <a:p>
            <a:pPr marL="285750" marR="0" lvl="0" indent="-285750" defTabSz="914400"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800" b="1" i="0" u="none" strike="noStrike" kern="0" cap="none" spc="0" normalizeH="0" baseline="0" noProof="0" dirty="0">
                <a:ln>
                  <a:noFill/>
                </a:ln>
                <a:solidFill>
                  <a:sysClr val="windowText" lastClr="000000"/>
                </a:solidFill>
                <a:effectLst/>
                <a:uLnTx/>
                <a:uFillTx/>
                <a:latin typeface="Garamond" panose="02020404030301010803" pitchFamily="18" charset="0"/>
              </a:rPr>
              <a:t>Wireless Ad Hoc Networks</a:t>
            </a:r>
          </a:p>
          <a:p>
            <a:pPr marL="285750" marR="0" lvl="0" indent="-285750" defTabSz="914400"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800" b="1" i="0" u="none" strike="noStrike" kern="0" cap="none" spc="0" normalizeH="0" baseline="0" noProof="0" dirty="0">
                <a:ln>
                  <a:noFill/>
                </a:ln>
                <a:solidFill>
                  <a:sysClr val="windowText" lastClr="000000"/>
                </a:solidFill>
                <a:effectLst/>
                <a:uLnTx/>
                <a:uFillTx/>
                <a:latin typeface="Garamond" panose="02020404030301010803" pitchFamily="18" charset="0"/>
              </a:rPr>
              <a:t>Sensor Networks </a:t>
            </a:r>
          </a:p>
          <a:p>
            <a:pPr marL="285750" marR="0" lvl="0" indent="-285750" defTabSz="914400"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800" b="1" i="0" u="none" strike="noStrike" kern="0" cap="none" spc="0" normalizeH="0" baseline="0" noProof="0" dirty="0">
                <a:ln>
                  <a:noFill/>
                </a:ln>
                <a:solidFill>
                  <a:sysClr val="windowText" lastClr="000000"/>
                </a:solidFill>
                <a:effectLst/>
                <a:uLnTx/>
                <a:uFillTx/>
                <a:latin typeface="Garamond" panose="02020404030301010803" pitchFamily="18" charset="0"/>
              </a:rPr>
              <a:t>Wireless Entertainment</a:t>
            </a:r>
          </a:p>
          <a:p>
            <a:pPr marL="285750" marR="0" lvl="0" indent="-285750" defTabSz="914400"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800" b="1" i="0" u="none" strike="noStrike" kern="0" cap="none" spc="0" normalizeH="0" baseline="0" noProof="0" dirty="0">
                <a:ln>
                  <a:noFill/>
                </a:ln>
                <a:solidFill>
                  <a:sysClr val="windowText" lastClr="000000"/>
                </a:solidFill>
                <a:effectLst/>
                <a:uLnTx/>
                <a:uFillTx/>
                <a:latin typeface="Garamond" panose="02020404030301010803" pitchFamily="18" charset="0"/>
              </a:rPr>
              <a:t>Smart Homes/Spaces</a:t>
            </a:r>
          </a:p>
          <a:p>
            <a:pPr marL="285750" marR="0" lvl="0" indent="-285750" defTabSz="914400"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800" b="1" i="0" u="none" strike="noStrike" kern="0" cap="none" spc="0" normalizeH="0" baseline="0" noProof="0" dirty="0">
                <a:ln>
                  <a:noFill/>
                </a:ln>
                <a:solidFill>
                  <a:sysClr val="windowText" lastClr="000000"/>
                </a:solidFill>
                <a:effectLst/>
                <a:uLnTx/>
                <a:uFillTx/>
                <a:latin typeface="Garamond" panose="02020404030301010803" pitchFamily="18" charset="0"/>
              </a:rPr>
              <a:t>Automated Highways</a:t>
            </a:r>
          </a:p>
          <a:p>
            <a:pPr marL="285750" marR="0" lvl="0" indent="-285750" defTabSz="914400"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800" b="1" i="0" u="none" strike="noStrike" kern="0" cap="none" spc="0" normalizeH="0" baseline="0" noProof="0" dirty="0">
                <a:ln>
                  <a:noFill/>
                </a:ln>
                <a:solidFill>
                  <a:sysClr val="windowText" lastClr="000000"/>
                </a:solidFill>
                <a:effectLst/>
                <a:uLnTx/>
                <a:uFillTx/>
                <a:latin typeface="Garamond" panose="02020404030301010803" pitchFamily="18" charset="0"/>
              </a:rPr>
              <a:t>All this and more…</a:t>
            </a:r>
            <a:endParaRPr kumimoji="0" lang="en-US" altLang="en-US" sz="1800" b="0" i="0" u="none" strike="noStrike" kern="0" cap="none" spc="0" normalizeH="0" baseline="0" noProof="0" dirty="0">
              <a:ln>
                <a:noFill/>
              </a:ln>
              <a:solidFill>
                <a:sysClr val="windowText" lastClr="000000"/>
              </a:solidFill>
              <a:effectLst/>
              <a:uLnTx/>
              <a:uFillTx/>
              <a:latin typeface="Times New Roman" panose="02020603050405020304" pitchFamily="18" charset="0"/>
            </a:endParaRPr>
          </a:p>
        </p:txBody>
      </p:sp>
      <p:sp>
        <p:nvSpPr>
          <p:cNvPr id="81964" name="Line 44">
            <a:extLst>
              <a:ext uri="{FF2B5EF4-FFF2-40B4-BE49-F238E27FC236}">
                <a16:creationId xmlns:a16="http://schemas.microsoft.com/office/drawing/2014/main" id="{1895754F-D15E-E8B8-EE15-103C60D79EBC}"/>
              </a:ext>
            </a:extLst>
          </p:cNvPr>
          <p:cNvSpPr>
            <a:spLocks noChangeShapeType="1"/>
          </p:cNvSpPr>
          <p:nvPr/>
        </p:nvSpPr>
        <p:spPr bwMode="auto">
          <a:xfrm>
            <a:off x="4229100" y="5105400"/>
            <a:ext cx="18288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65" name="Line 45">
            <a:extLst>
              <a:ext uri="{FF2B5EF4-FFF2-40B4-BE49-F238E27FC236}">
                <a16:creationId xmlns:a16="http://schemas.microsoft.com/office/drawing/2014/main" id="{C11B322E-96D8-659D-35CC-C9FF555EF3DE}"/>
              </a:ext>
            </a:extLst>
          </p:cNvPr>
          <p:cNvSpPr>
            <a:spLocks noChangeShapeType="1"/>
          </p:cNvSpPr>
          <p:nvPr/>
        </p:nvSpPr>
        <p:spPr bwMode="auto">
          <a:xfrm>
            <a:off x="2705100" y="2667000"/>
            <a:ext cx="1371600" cy="23622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66" name="Line 46">
            <a:extLst>
              <a:ext uri="{FF2B5EF4-FFF2-40B4-BE49-F238E27FC236}">
                <a16:creationId xmlns:a16="http://schemas.microsoft.com/office/drawing/2014/main" id="{008E9BE3-72B5-3D0D-1748-312844484603}"/>
              </a:ext>
            </a:extLst>
          </p:cNvPr>
          <p:cNvSpPr>
            <a:spLocks noChangeShapeType="1"/>
          </p:cNvSpPr>
          <p:nvPr/>
        </p:nvSpPr>
        <p:spPr bwMode="auto">
          <a:xfrm>
            <a:off x="2171700" y="5943600"/>
            <a:ext cx="6858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67" name="Line 47">
            <a:extLst>
              <a:ext uri="{FF2B5EF4-FFF2-40B4-BE49-F238E27FC236}">
                <a16:creationId xmlns:a16="http://schemas.microsoft.com/office/drawing/2014/main" id="{9E50C65A-AEA0-2E72-D256-E1F894AFD840}"/>
              </a:ext>
            </a:extLst>
          </p:cNvPr>
          <p:cNvSpPr>
            <a:spLocks noChangeShapeType="1"/>
          </p:cNvSpPr>
          <p:nvPr/>
        </p:nvSpPr>
        <p:spPr bwMode="auto">
          <a:xfrm>
            <a:off x="5753100" y="6019800"/>
            <a:ext cx="9906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68" name="Text Box 48">
            <a:extLst>
              <a:ext uri="{FF2B5EF4-FFF2-40B4-BE49-F238E27FC236}">
                <a16:creationId xmlns:a16="http://schemas.microsoft.com/office/drawing/2014/main" id="{766BCFDF-2EC9-93C9-356F-54B9B083E0CD}"/>
              </a:ext>
            </a:extLst>
          </p:cNvPr>
          <p:cNvSpPr txBox="1">
            <a:spLocks noChangeArrowheads="1"/>
          </p:cNvSpPr>
          <p:nvPr/>
        </p:nvSpPr>
        <p:spPr bwMode="auto">
          <a:xfrm>
            <a:off x="361950" y="1663700"/>
            <a:ext cx="83486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auto" latinLnBrk="0" hangingPunct="0">
              <a:lnSpc>
                <a:spcPct val="100000"/>
              </a:lnSpc>
              <a:spcBef>
                <a:spcPct val="0"/>
              </a:spcBef>
              <a:spcAft>
                <a:spcPts val="0"/>
              </a:spcAft>
              <a:buClrTx/>
              <a:buSzTx/>
              <a:buFontTx/>
              <a:buNone/>
              <a:tabLst/>
              <a:defRPr/>
            </a:pPr>
            <a:r>
              <a:rPr kumimoji="0" lang="en-US" altLang="en-US" sz="2800" b="1" i="1" u="none" strike="noStrike" kern="0" cap="none" spc="0" normalizeH="0" baseline="0" noProof="0">
                <a:ln>
                  <a:noFill/>
                </a:ln>
                <a:solidFill>
                  <a:srgbClr val="CC0000"/>
                </a:solidFill>
                <a:effectLst/>
                <a:uLnTx/>
                <a:uFillTx/>
                <a:latin typeface="Times New Roman" panose="02020603050405020304" pitchFamily="18" charset="0"/>
              </a:rPr>
              <a:t>Ubiquitous Communication Among People and Devices</a:t>
            </a:r>
            <a:endParaRPr kumimoji="0" lang="en-US" altLang="en-US" sz="2800" b="0" i="1" u="none" strike="noStrike" kern="0" cap="none" spc="0" normalizeH="0" baseline="0" noProof="0">
              <a:ln>
                <a:noFill/>
              </a:ln>
              <a:solidFill>
                <a:sysClr val="windowText" lastClr="000000"/>
              </a:solidFill>
              <a:effectLst/>
              <a:uLnTx/>
              <a:uFillTx/>
              <a:latin typeface="Times New Roman" panose="02020603050405020304" pitchFamily="18" charset="0"/>
            </a:endParaRPr>
          </a:p>
        </p:txBody>
      </p:sp>
      <p:sp>
        <p:nvSpPr>
          <p:cNvPr id="81969" name="Rectangle 49">
            <a:extLst>
              <a:ext uri="{FF2B5EF4-FFF2-40B4-BE49-F238E27FC236}">
                <a16:creationId xmlns:a16="http://schemas.microsoft.com/office/drawing/2014/main" id="{7F11A3D7-7647-7D5E-8312-17E14C527A9B}"/>
              </a:ext>
            </a:extLst>
          </p:cNvPr>
          <p:cNvSpPr>
            <a:spLocks noChangeArrowheads="1"/>
          </p:cNvSpPr>
          <p:nvPr/>
        </p:nvSpPr>
        <p:spPr bwMode="auto">
          <a:xfrm>
            <a:off x="1543050" y="3894138"/>
            <a:ext cx="157163" cy="20002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70" name="Line 50">
            <a:extLst>
              <a:ext uri="{FF2B5EF4-FFF2-40B4-BE49-F238E27FC236}">
                <a16:creationId xmlns:a16="http://schemas.microsoft.com/office/drawing/2014/main" id="{5329A2FF-3A64-C98B-5995-C5D3274886D0}"/>
              </a:ext>
            </a:extLst>
          </p:cNvPr>
          <p:cNvSpPr>
            <a:spLocks noChangeShapeType="1"/>
          </p:cNvSpPr>
          <p:nvPr/>
        </p:nvSpPr>
        <p:spPr bwMode="auto">
          <a:xfrm>
            <a:off x="1609725" y="3808413"/>
            <a:ext cx="4763" cy="128587"/>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71" name="Rectangle 51">
            <a:extLst>
              <a:ext uri="{FF2B5EF4-FFF2-40B4-BE49-F238E27FC236}">
                <a16:creationId xmlns:a16="http://schemas.microsoft.com/office/drawing/2014/main" id="{A1E2A32E-30EF-68FA-0690-B683B4B59C95}"/>
              </a:ext>
            </a:extLst>
          </p:cNvPr>
          <p:cNvSpPr>
            <a:spLocks noChangeArrowheads="1"/>
          </p:cNvSpPr>
          <p:nvPr/>
        </p:nvSpPr>
        <p:spPr bwMode="auto">
          <a:xfrm>
            <a:off x="1336675" y="4362450"/>
            <a:ext cx="157163" cy="20002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72" name="Line 52">
            <a:extLst>
              <a:ext uri="{FF2B5EF4-FFF2-40B4-BE49-F238E27FC236}">
                <a16:creationId xmlns:a16="http://schemas.microsoft.com/office/drawing/2014/main" id="{C8A4AE58-8C84-750F-E51D-AF41AD14DD9D}"/>
              </a:ext>
            </a:extLst>
          </p:cNvPr>
          <p:cNvSpPr>
            <a:spLocks noChangeShapeType="1"/>
          </p:cNvSpPr>
          <p:nvPr/>
        </p:nvSpPr>
        <p:spPr bwMode="auto">
          <a:xfrm>
            <a:off x="1417638" y="4262438"/>
            <a:ext cx="4762" cy="128587"/>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81973" name="Group 53">
            <a:extLst>
              <a:ext uri="{FF2B5EF4-FFF2-40B4-BE49-F238E27FC236}">
                <a16:creationId xmlns:a16="http://schemas.microsoft.com/office/drawing/2014/main" id="{66280A50-2C82-22B0-C503-0AA5C24F6F8C}"/>
              </a:ext>
            </a:extLst>
          </p:cNvPr>
          <p:cNvGrpSpPr>
            <a:grpSpLocks/>
          </p:cNvGrpSpPr>
          <p:nvPr/>
        </p:nvGrpSpPr>
        <p:grpSpPr bwMode="auto">
          <a:xfrm>
            <a:off x="476250" y="3986213"/>
            <a:ext cx="157163" cy="295275"/>
            <a:chOff x="4431" y="3005"/>
            <a:chExt cx="99" cy="186"/>
          </a:xfrm>
        </p:grpSpPr>
        <p:sp>
          <p:nvSpPr>
            <p:cNvPr id="81974" name="Rectangle 54">
              <a:extLst>
                <a:ext uri="{FF2B5EF4-FFF2-40B4-BE49-F238E27FC236}">
                  <a16:creationId xmlns:a16="http://schemas.microsoft.com/office/drawing/2014/main" id="{52CF7AE6-23C0-BBCB-7369-8F75DFC9928E}"/>
                </a:ext>
              </a:extLst>
            </p:cNvPr>
            <p:cNvSpPr>
              <a:spLocks noChangeArrowheads="1"/>
            </p:cNvSpPr>
            <p:nvPr/>
          </p:nvSpPr>
          <p:spPr bwMode="auto">
            <a:xfrm>
              <a:off x="4431" y="3065"/>
              <a:ext cx="99" cy="126"/>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75" name="Line 55">
              <a:extLst>
                <a:ext uri="{FF2B5EF4-FFF2-40B4-BE49-F238E27FC236}">
                  <a16:creationId xmlns:a16="http://schemas.microsoft.com/office/drawing/2014/main" id="{DEEB4E17-74D1-F0F9-F36D-B652E63A4C60}"/>
                </a:ext>
              </a:extLst>
            </p:cNvPr>
            <p:cNvSpPr>
              <a:spLocks noChangeShapeType="1"/>
            </p:cNvSpPr>
            <p:nvPr/>
          </p:nvSpPr>
          <p:spPr bwMode="auto">
            <a:xfrm>
              <a:off x="4485" y="3005"/>
              <a:ext cx="0" cy="78"/>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
        <p:nvSpPr>
          <p:cNvPr id="81976" name="Rectangle 56">
            <a:extLst>
              <a:ext uri="{FF2B5EF4-FFF2-40B4-BE49-F238E27FC236}">
                <a16:creationId xmlns:a16="http://schemas.microsoft.com/office/drawing/2014/main" id="{53628EAC-D0B9-8A0D-5A07-541CA8515DB6}"/>
              </a:ext>
            </a:extLst>
          </p:cNvPr>
          <p:cNvSpPr>
            <a:spLocks noChangeArrowheads="1"/>
          </p:cNvSpPr>
          <p:nvPr/>
        </p:nvSpPr>
        <p:spPr bwMode="auto">
          <a:xfrm>
            <a:off x="960438" y="4030663"/>
            <a:ext cx="157162" cy="20002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77" name="Line 57">
            <a:extLst>
              <a:ext uri="{FF2B5EF4-FFF2-40B4-BE49-F238E27FC236}">
                <a16:creationId xmlns:a16="http://schemas.microsoft.com/office/drawing/2014/main" id="{E05DE14C-1FBA-97BD-F0D4-4F3C706919CA}"/>
              </a:ext>
            </a:extLst>
          </p:cNvPr>
          <p:cNvSpPr>
            <a:spLocks noChangeShapeType="1"/>
          </p:cNvSpPr>
          <p:nvPr/>
        </p:nvSpPr>
        <p:spPr bwMode="auto">
          <a:xfrm>
            <a:off x="1027113" y="3944938"/>
            <a:ext cx="4762" cy="128587"/>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78" name="Rectangle 58">
            <a:extLst>
              <a:ext uri="{FF2B5EF4-FFF2-40B4-BE49-F238E27FC236}">
                <a16:creationId xmlns:a16="http://schemas.microsoft.com/office/drawing/2014/main" id="{C2B690F1-8272-255E-92F7-3224963B7D6F}"/>
              </a:ext>
            </a:extLst>
          </p:cNvPr>
          <p:cNvSpPr>
            <a:spLocks noChangeArrowheads="1"/>
          </p:cNvSpPr>
          <p:nvPr/>
        </p:nvSpPr>
        <p:spPr bwMode="auto">
          <a:xfrm>
            <a:off x="1712913" y="4648200"/>
            <a:ext cx="157162" cy="20002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79" name="Line 59">
            <a:extLst>
              <a:ext uri="{FF2B5EF4-FFF2-40B4-BE49-F238E27FC236}">
                <a16:creationId xmlns:a16="http://schemas.microsoft.com/office/drawing/2014/main" id="{05BE8D89-20AD-2DEF-144D-1FA9DA2DD628}"/>
              </a:ext>
            </a:extLst>
          </p:cNvPr>
          <p:cNvSpPr>
            <a:spLocks noChangeShapeType="1"/>
          </p:cNvSpPr>
          <p:nvPr/>
        </p:nvSpPr>
        <p:spPr bwMode="auto">
          <a:xfrm>
            <a:off x="1793875" y="4548188"/>
            <a:ext cx="4763" cy="128587"/>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0" name="Rectangle 60">
            <a:extLst>
              <a:ext uri="{FF2B5EF4-FFF2-40B4-BE49-F238E27FC236}">
                <a16:creationId xmlns:a16="http://schemas.microsoft.com/office/drawing/2014/main" id="{690DD3C8-3EE3-79A2-F3B4-734A4249E672}"/>
              </a:ext>
            </a:extLst>
          </p:cNvPr>
          <p:cNvSpPr>
            <a:spLocks noChangeArrowheads="1"/>
          </p:cNvSpPr>
          <p:nvPr/>
        </p:nvSpPr>
        <p:spPr bwMode="auto">
          <a:xfrm>
            <a:off x="808038" y="4622800"/>
            <a:ext cx="157162" cy="20002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1" name="Line 61">
            <a:extLst>
              <a:ext uri="{FF2B5EF4-FFF2-40B4-BE49-F238E27FC236}">
                <a16:creationId xmlns:a16="http://schemas.microsoft.com/office/drawing/2014/main" id="{5B1AF3C0-F920-3978-8BB5-A0A3945A71B8}"/>
              </a:ext>
            </a:extLst>
          </p:cNvPr>
          <p:cNvSpPr>
            <a:spLocks noChangeShapeType="1"/>
          </p:cNvSpPr>
          <p:nvPr/>
        </p:nvSpPr>
        <p:spPr bwMode="auto">
          <a:xfrm>
            <a:off x="893763" y="4527550"/>
            <a:ext cx="0" cy="123825"/>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2" name="Line 62">
            <a:extLst>
              <a:ext uri="{FF2B5EF4-FFF2-40B4-BE49-F238E27FC236}">
                <a16:creationId xmlns:a16="http://schemas.microsoft.com/office/drawing/2014/main" id="{96E843CE-9AE5-C90F-3EA0-E60CF6D5E1C7}"/>
              </a:ext>
            </a:extLst>
          </p:cNvPr>
          <p:cNvSpPr>
            <a:spLocks noChangeShapeType="1"/>
          </p:cNvSpPr>
          <p:nvPr/>
        </p:nvSpPr>
        <p:spPr bwMode="auto">
          <a:xfrm>
            <a:off x="622300" y="3997325"/>
            <a:ext cx="3302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3" name="Line 63">
            <a:extLst>
              <a:ext uri="{FF2B5EF4-FFF2-40B4-BE49-F238E27FC236}">
                <a16:creationId xmlns:a16="http://schemas.microsoft.com/office/drawing/2014/main" id="{DA1F5FC3-276B-4D3E-588B-4E56BB5695D6}"/>
              </a:ext>
            </a:extLst>
          </p:cNvPr>
          <p:cNvSpPr>
            <a:spLocks noChangeShapeType="1"/>
          </p:cNvSpPr>
          <p:nvPr/>
        </p:nvSpPr>
        <p:spPr bwMode="auto">
          <a:xfrm flipV="1">
            <a:off x="1071563" y="3848100"/>
            <a:ext cx="450850" cy="119063"/>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4" name="Line 64">
            <a:extLst>
              <a:ext uri="{FF2B5EF4-FFF2-40B4-BE49-F238E27FC236}">
                <a16:creationId xmlns:a16="http://schemas.microsoft.com/office/drawing/2014/main" id="{DF0313F0-C93D-5C77-24FC-8E82C951CD38}"/>
              </a:ext>
            </a:extLst>
          </p:cNvPr>
          <p:cNvSpPr>
            <a:spLocks noChangeShapeType="1"/>
          </p:cNvSpPr>
          <p:nvPr/>
        </p:nvSpPr>
        <p:spPr bwMode="auto">
          <a:xfrm>
            <a:off x="1581150" y="3922713"/>
            <a:ext cx="180975" cy="5842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5" name="Line 65">
            <a:extLst>
              <a:ext uri="{FF2B5EF4-FFF2-40B4-BE49-F238E27FC236}">
                <a16:creationId xmlns:a16="http://schemas.microsoft.com/office/drawing/2014/main" id="{5E74195C-7613-EBB7-66A6-3B87A16A2439}"/>
              </a:ext>
            </a:extLst>
          </p:cNvPr>
          <p:cNvSpPr>
            <a:spLocks noChangeShapeType="1"/>
          </p:cNvSpPr>
          <p:nvPr/>
        </p:nvSpPr>
        <p:spPr bwMode="auto">
          <a:xfrm>
            <a:off x="608013" y="4057650"/>
            <a:ext cx="223837" cy="449263"/>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6" name="Line 66">
            <a:extLst>
              <a:ext uri="{FF2B5EF4-FFF2-40B4-BE49-F238E27FC236}">
                <a16:creationId xmlns:a16="http://schemas.microsoft.com/office/drawing/2014/main" id="{A16E4AE8-97F9-DAF2-C6A0-C44065ED1A70}"/>
              </a:ext>
            </a:extLst>
          </p:cNvPr>
          <p:cNvSpPr>
            <a:spLocks noChangeShapeType="1"/>
          </p:cNvSpPr>
          <p:nvPr/>
        </p:nvSpPr>
        <p:spPr bwMode="auto">
          <a:xfrm flipV="1">
            <a:off x="831850" y="3937000"/>
            <a:ext cx="165100" cy="525463"/>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7" name="Line 67">
            <a:extLst>
              <a:ext uri="{FF2B5EF4-FFF2-40B4-BE49-F238E27FC236}">
                <a16:creationId xmlns:a16="http://schemas.microsoft.com/office/drawing/2014/main" id="{474B9FE1-1862-8792-AA84-8134B0B56F82}"/>
              </a:ext>
            </a:extLst>
          </p:cNvPr>
          <p:cNvSpPr>
            <a:spLocks noChangeShapeType="1"/>
          </p:cNvSpPr>
          <p:nvPr/>
        </p:nvSpPr>
        <p:spPr bwMode="auto">
          <a:xfrm>
            <a:off x="1027113" y="3967163"/>
            <a:ext cx="330200" cy="3302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8" name="Line 68">
            <a:extLst>
              <a:ext uri="{FF2B5EF4-FFF2-40B4-BE49-F238E27FC236}">
                <a16:creationId xmlns:a16="http://schemas.microsoft.com/office/drawing/2014/main" id="{23069FBB-BAA9-56AE-371E-DB81700D56EB}"/>
              </a:ext>
            </a:extLst>
          </p:cNvPr>
          <p:cNvSpPr>
            <a:spLocks noChangeShapeType="1"/>
          </p:cNvSpPr>
          <p:nvPr/>
        </p:nvSpPr>
        <p:spPr bwMode="auto">
          <a:xfrm flipV="1">
            <a:off x="892175" y="4311650"/>
            <a:ext cx="388938" cy="1651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89" name="Line 69">
            <a:extLst>
              <a:ext uri="{FF2B5EF4-FFF2-40B4-BE49-F238E27FC236}">
                <a16:creationId xmlns:a16="http://schemas.microsoft.com/office/drawing/2014/main" id="{E9336D90-B4FA-E374-BC45-A1F8739BA1E9}"/>
              </a:ext>
            </a:extLst>
          </p:cNvPr>
          <p:cNvSpPr>
            <a:spLocks noChangeShapeType="1"/>
          </p:cNvSpPr>
          <p:nvPr/>
        </p:nvSpPr>
        <p:spPr bwMode="auto">
          <a:xfrm>
            <a:off x="1446213" y="4297363"/>
            <a:ext cx="285750" cy="255587"/>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990" name="Line 70">
            <a:extLst>
              <a:ext uri="{FF2B5EF4-FFF2-40B4-BE49-F238E27FC236}">
                <a16:creationId xmlns:a16="http://schemas.microsoft.com/office/drawing/2014/main" id="{69655538-91E7-E06D-C4C3-BCE9126A2CA6}"/>
              </a:ext>
            </a:extLst>
          </p:cNvPr>
          <p:cNvSpPr>
            <a:spLocks noChangeShapeType="1"/>
          </p:cNvSpPr>
          <p:nvPr/>
        </p:nvSpPr>
        <p:spPr bwMode="auto">
          <a:xfrm flipH="1">
            <a:off x="1562100" y="2630488"/>
            <a:ext cx="773113" cy="357187"/>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94644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6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6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6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6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6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6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E962C064-1034-F23E-122A-F8B1D6B08E4D}"/>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D12E76C-2879-4AD5-BEFD-85F7C6D74CA5}"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06772" name="Rectangle 84">
            <a:extLst>
              <a:ext uri="{FF2B5EF4-FFF2-40B4-BE49-F238E27FC236}">
                <a16:creationId xmlns:a16="http://schemas.microsoft.com/office/drawing/2014/main" id="{AB9CAEE5-7588-8B34-D014-603793CB9652}"/>
              </a:ext>
            </a:extLst>
          </p:cNvPr>
          <p:cNvSpPr>
            <a:spLocks noGrp="1" noChangeArrowheads="1"/>
          </p:cNvSpPr>
          <p:nvPr>
            <p:ph type="title"/>
          </p:nvPr>
        </p:nvSpPr>
        <p:spPr>
          <a:ln>
            <a:solidFill>
              <a:srgbClr val="FF0000"/>
            </a:solidFill>
          </a:ln>
        </p:spPr>
        <p:txBody>
          <a:bodyPr/>
          <a:lstStyle/>
          <a:p>
            <a:r>
              <a:rPr lang="en-US" altLang="en-US" dirty="0"/>
              <a:t>Wireless Network: Wireless</a:t>
            </a:r>
            <a:r>
              <a:rPr lang="en-US" altLang="en-US" dirty="0">
                <a:solidFill>
                  <a:srgbClr val="FF0000"/>
                </a:solidFill>
              </a:rPr>
              <a:t> Link</a:t>
            </a:r>
          </a:p>
        </p:txBody>
      </p:sp>
      <p:sp>
        <p:nvSpPr>
          <p:cNvPr id="1906691" name="Oval 3">
            <a:extLst>
              <a:ext uri="{FF2B5EF4-FFF2-40B4-BE49-F238E27FC236}">
                <a16:creationId xmlns:a16="http://schemas.microsoft.com/office/drawing/2014/main" id="{66B81153-AB4E-280B-6D63-89B56E96C012}"/>
              </a:ext>
            </a:extLst>
          </p:cNvPr>
          <p:cNvSpPr>
            <a:spLocks noChangeArrowheads="1"/>
          </p:cNvSpPr>
          <p:nvPr/>
        </p:nvSpPr>
        <p:spPr bwMode="auto">
          <a:xfrm>
            <a:off x="4332288" y="4760913"/>
            <a:ext cx="1755775" cy="1625600"/>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06692" name="Group 4">
            <a:extLst>
              <a:ext uri="{FF2B5EF4-FFF2-40B4-BE49-F238E27FC236}">
                <a16:creationId xmlns:a16="http://schemas.microsoft.com/office/drawing/2014/main" id="{721D3B40-EC6A-6464-A2E0-3FF51476707F}"/>
              </a:ext>
            </a:extLst>
          </p:cNvPr>
          <p:cNvGrpSpPr>
            <a:grpSpLocks/>
          </p:cNvGrpSpPr>
          <p:nvPr/>
        </p:nvGrpSpPr>
        <p:grpSpPr bwMode="auto">
          <a:xfrm>
            <a:off x="2451100" y="2874963"/>
            <a:ext cx="2362200" cy="1762125"/>
            <a:chOff x="3839" y="1737"/>
            <a:chExt cx="1488" cy="1110"/>
          </a:xfrm>
        </p:grpSpPr>
        <p:sp>
          <p:nvSpPr>
            <p:cNvPr id="1906693" name="Freeform 5">
              <a:extLst>
                <a:ext uri="{FF2B5EF4-FFF2-40B4-BE49-F238E27FC236}">
                  <a16:creationId xmlns:a16="http://schemas.microsoft.com/office/drawing/2014/main" id="{02AFEDD4-FE79-9B58-FD1C-7FC994D50486}"/>
                </a:ext>
              </a:extLst>
            </p:cNvPr>
            <p:cNvSpPr>
              <a:spLocks/>
            </p:cNvSpPr>
            <p:nvPr/>
          </p:nvSpPr>
          <p:spPr bwMode="auto">
            <a:xfrm>
              <a:off x="3839" y="1737"/>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694" name="Text Box 6">
              <a:extLst>
                <a:ext uri="{FF2B5EF4-FFF2-40B4-BE49-F238E27FC236}">
                  <a16:creationId xmlns:a16="http://schemas.microsoft.com/office/drawing/2014/main" id="{C5F618A2-45AA-42C0-E297-B86CE6B6132C}"/>
                </a:ext>
              </a:extLst>
            </p:cNvPr>
            <p:cNvSpPr txBox="1">
              <a:spLocks noChangeArrowheads="1"/>
            </p:cNvSpPr>
            <p:nvPr/>
          </p:nvSpPr>
          <p:spPr bwMode="auto">
            <a:xfrm>
              <a:off x="4075" y="1947"/>
              <a:ext cx="109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Arial"/>
                </a:rPr>
                <a:t>network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Arial"/>
                </a:rPr>
                <a:t>infrastructure</a:t>
              </a:r>
            </a:p>
          </p:txBody>
        </p:sp>
      </p:grpSp>
      <p:pic>
        <p:nvPicPr>
          <p:cNvPr id="1906695" name="Picture 7">
            <a:extLst>
              <a:ext uri="{FF2B5EF4-FFF2-40B4-BE49-F238E27FC236}">
                <a16:creationId xmlns:a16="http://schemas.microsoft.com/office/drawing/2014/main" id="{36372025-001F-4F82-C4EC-1E1252128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7313" y="5338763"/>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6696" name="Group 8">
            <a:extLst>
              <a:ext uri="{FF2B5EF4-FFF2-40B4-BE49-F238E27FC236}">
                <a16:creationId xmlns:a16="http://schemas.microsoft.com/office/drawing/2014/main" id="{0D7748C1-4DD2-2B37-9347-094D3EA3E4B2}"/>
              </a:ext>
            </a:extLst>
          </p:cNvPr>
          <p:cNvGrpSpPr>
            <a:grpSpLocks/>
          </p:cNvGrpSpPr>
          <p:nvPr/>
        </p:nvGrpSpPr>
        <p:grpSpPr bwMode="auto">
          <a:xfrm>
            <a:off x="539750" y="1803400"/>
            <a:ext cx="1755775" cy="1625600"/>
            <a:chOff x="567" y="1326"/>
            <a:chExt cx="1106" cy="1024"/>
          </a:xfrm>
        </p:grpSpPr>
        <p:sp>
          <p:nvSpPr>
            <p:cNvPr id="1906697" name="Oval 9">
              <a:extLst>
                <a:ext uri="{FF2B5EF4-FFF2-40B4-BE49-F238E27FC236}">
                  <a16:creationId xmlns:a16="http://schemas.microsoft.com/office/drawing/2014/main" id="{4C83C71C-3E99-B7A5-94D9-E1A6A8738485}"/>
                </a:ext>
              </a:extLst>
            </p:cNvPr>
            <p:cNvSpPr>
              <a:spLocks noChangeArrowheads="1"/>
            </p:cNvSpPr>
            <p:nvPr/>
          </p:nvSpPr>
          <p:spPr bwMode="auto">
            <a:xfrm>
              <a:off x="567" y="1326"/>
              <a:ext cx="1106" cy="1024"/>
            </a:xfrm>
            <a:prstGeom prst="ellipse">
              <a:avLst/>
            </a:prstGeom>
            <a:ln>
              <a:solidFill>
                <a:srgbClr val="FF0000"/>
              </a:solidFill>
            </a:ln>
          </p:spPr>
          <p:style>
            <a:lnRef idx="2">
              <a:schemeClr val="accent5"/>
            </a:lnRef>
            <a:fillRef idx="1">
              <a:schemeClr val="lt1"/>
            </a:fillRef>
            <a:effectRef idx="0">
              <a:schemeClr val="accent5"/>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6698" name="Picture 10">
              <a:extLst>
                <a:ext uri="{FF2B5EF4-FFF2-40B4-BE49-F238E27FC236}">
                  <a16:creationId xmlns:a16="http://schemas.microsoft.com/office/drawing/2014/main" id="{911FE6A1-877F-4173-67BC-992B6962FD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035" y="1785"/>
              <a:ext cx="212" cy="135"/>
            </a:xfrm>
            <a:prstGeom prst="rect">
              <a:avLst/>
            </a:prstGeom>
            <a:ln>
              <a:solidFill>
                <a:srgbClr val="FF0000"/>
              </a:solidFill>
            </a:ln>
          </p:spPr>
          <p:style>
            <a:lnRef idx="2">
              <a:schemeClr val="accent5"/>
            </a:lnRef>
            <a:fillRef idx="1">
              <a:schemeClr val="lt1"/>
            </a:fillRef>
            <a:effectRef idx="0">
              <a:schemeClr val="accent5"/>
            </a:effectRef>
            <a:fontRef idx="minor">
              <a:schemeClr val="dk1"/>
            </a:fontRef>
          </p:style>
        </p:pic>
        <p:grpSp>
          <p:nvGrpSpPr>
            <p:cNvPr id="1906699" name="Group 11">
              <a:extLst>
                <a:ext uri="{FF2B5EF4-FFF2-40B4-BE49-F238E27FC236}">
                  <a16:creationId xmlns:a16="http://schemas.microsoft.com/office/drawing/2014/main" id="{AF7DF37F-33D6-A06F-C601-D7D054795300}"/>
                </a:ext>
              </a:extLst>
            </p:cNvPr>
            <p:cNvGrpSpPr>
              <a:grpSpLocks/>
            </p:cNvGrpSpPr>
            <p:nvPr/>
          </p:nvGrpSpPr>
          <p:grpSpPr bwMode="auto">
            <a:xfrm>
              <a:off x="1221" y="1447"/>
              <a:ext cx="252" cy="288"/>
              <a:chOff x="2870" y="1518"/>
              <a:chExt cx="292" cy="320"/>
            </a:xfrm>
          </p:grpSpPr>
          <p:graphicFrame>
            <p:nvGraphicFramePr>
              <p:cNvPr id="1906700" name="Object 12">
                <a:extLst>
                  <a:ext uri="{FF2B5EF4-FFF2-40B4-BE49-F238E27FC236}">
                    <a16:creationId xmlns:a16="http://schemas.microsoft.com/office/drawing/2014/main" id="{F87990A2-EC34-ECD5-504C-DDF5CF9B7BC0}"/>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00" name="Object 12">
                            <a:extLst>
                              <a:ext uri="{FF2B5EF4-FFF2-40B4-BE49-F238E27FC236}">
                                <a16:creationId xmlns:a16="http://schemas.microsoft.com/office/drawing/2014/main" id="{F87990A2-EC34-ECD5-504C-DDF5CF9B7B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01" name="Object 13">
                <a:extLst>
                  <a:ext uri="{FF2B5EF4-FFF2-40B4-BE49-F238E27FC236}">
                    <a16:creationId xmlns:a16="http://schemas.microsoft.com/office/drawing/2014/main" id="{581D55FD-7EDC-A1AC-BD5A-2825F1571A3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01" name="Object 13">
                            <a:extLst>
                              <a:ext uri="{FF2B5EF4-FFF2-40B4-BE49-F238E27FC236}">
                                <a16:creationId xmlns:a16="http://schemas.microsoft.com/office/drawing/2014/main" id="{581D55FD-7EDC-A1AC-BD5A-2825F1571A3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6702" name="Group 14">
              <a:extLst>
                <a:ext uri="{FF2B5EF4-FFF2-40B4-BE49-F238E27FC236}">
                  <a16:creationId xmlns:a16="http://schemas.microsoft.com/office/drawing/2014/main" id="{3397F0B9-4787-00BD-58AE-33C8E86B33D6}"/>
                </a:ext>
              </a:extLst>
            </p:cNvPr>
            <p:cNvGrpSpPr>
              <a:grpSpLocks/>
            </p:cNvGrpSpPr>
            <p:nvPr/>
          </p:nvGrpSpPr>
          <p:grpSpPr bwMode="auto">
            <a:xfrm>
              <a:off x="869" y="1379"/>
              <a:ext cx="252" cy="288"/>
              <a:chOff x="2870" y="1518"/>
              <a:chExt cx="292" cy="320"/>
            </a:xfrm>
          </p:grpSpPr>
          <p:graphicFrame>
            <p:nvGraphicFramePr>
              <p:cNvPr id="1906703" name="Object 15">
                <a:extLst>
                  <a:ext uri="{FF2B5EF4-FFF2-40B4-BE49-F238E27FC236}">
                    <a16:creationId xmlns:a16="http://schemas.microsoft.com/office/drawing/2014/main" id="{218CBA1F-B0CE-89F8-F2EC-907B1D3C3C0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03" name="Object 15">
                            <a:extLst>
                              <a:ext uri="{FF2B5EF4-FFF2-40B4-BE49-F238E27FC236}">
                                <a16:creationId xmlns:a16="http://schemas.microsoft.com/office/drawing/2014/main" id="{218CBA1F-B0CE-89F8-F2EC-907B1D3C3C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04" name="Object 16">
                <a:extLst>
                  <a:ext uri="{FF2B5EF4-FFF2-40B4-BE49-F238E27FC236}">
                    <a16:creationId xmlns:a16="http://schemas.microsoft.com/office/drawing/2014/main" id="{0FDFE15E-4F7C-99D9-DB5A-3A3B85FF739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04" name="Object 16">
                            <a:extLst>
                              <a:ext uri="{FF2B5EF4-FFF2-40B4-BE49-F238E27FC236}">
                                <a16:creationId xmlns:a16="http://schemas.microsoft.com/office/drawing/2014/main" id="{0FDFE15E-4F7C-99D9-DB5A-3A3B85FF73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6705" name="Group 17">
              <a:extLst>
                <a:ext uri="{FF2B5EF4-FFF2-40B4-BE49-F238E27FC236}">
                  <a16:creationId xmlns:a16="http://schemas.microsoft.com/office/drawing/2014/main" id="{7C393F06-E76C-4EF9-6D79-55946BA63E4C}"/>
                </a:ext>
              </a:extLst>
            </p:cNvPr>
            <p:cNvGrpSpPr>
              <a:grpSpLocks/>
            </p:cNvGrpSpPr>
            <p:nvPr/>
          </p:nvGrpSpPr>
          <p:grpSpPr bwMode="auto">
            <a:xfrm>
              <a:off x="727" y="1878"/>
              <a:ext cx="252" cy="288"/>
              <a:chOff x="2870" y="1518"/>
              <a:chExt cx="292" cy="320"/>
            </a:xfrm>
          </p:grpSpPr>
          <p:graphicFrame>
            <p:nvGraphicFramePr>
              <p:cNvPr id="1906706" name="Object 18">
                <a:extLst>
                  <a:ext uri="{FF2B5EF4-FFF2-40B4-BE49-F238E27FC236}">
                    <a16:creationId xmlns:a16="http://schemas.microsoft.com/office/drawing/2014/main" id="{0E959E44-20EF-6244-E093-C752F7494D3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06" name="Object 18">
                            <a:extLst>
                              <a:ext uri="{FF2B5EF4-FFF2-40B4-BE49-F238E27FC236}">
                                <a16:creationId xmlns:a16="http://schemas.microsoft.com/office/drawing/2014/main" id="{0E959E44-20EF-6244-E093-C752F7494D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07" name="Object 19">
                <a:extLst>
                  <a:ext uri="{FF2B5EF4-FFF2-40B4-BE49-F238E27FC236}">
                    <a16:creationId xmlns:a16="http://schemas.microsoft.com/office/drawing/2014/main" id="{2BCBDBDB-07B0-2D5C-4587-79B1553393E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07" name="Object 19">
                            <a:extLst>
                              <a:ext uri="{FF2B5EF4-FFF2-40B4-BE49-F238E27FC236}">
                                <a16:creationId xmlns:a16="http://schemas.microsoft.com/office/drawing/2014/main" id="{2BCBDBDB-07B0-2D5C-4587-79B1553393E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906708" name="Line 20">
            <a:extLst>
              <a:ext uri="{FF2B5EF4-FFF2-40B4-BE49-F238E27FC236}">
                <a16:creationId xmlns:a16="http://schemas.microsoft.com/office/drawing/2014/main" id="{F03832F4-8903-0070-217F-5E74A00CB8A8}"/>
              </a:ext>
            </a:extLst>
          </p:cNvPr>
          <p:cNvSpPr>
            <a:spLocks noChangeShapeType="1"/>
          </p:cNvSpPr>
          <p:nvPr/>
        </p:nvSpPr>
        <p:spPr bwMode="auto">
          <a:xfrm>
            <a:off x="1568450" y="2805113"/>
            <a:ext cx="900113" cy="392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09" name="Oval 21">
            <a:extLst>
              <a:ext uri="{FF2B5EF4-FFF2-40B4-BE49-F238E27FC236}">
                <a16:creationId xmlns:a16="http://schemas.microsoft.com/office/drawing/2014/main" id="{410046D0-FBDC-562F-04C6-1480D849D4A9}"/>
              </a:ext>
            </a:extLst>
          </p:cNvPr>
          <p:cNvSpPr>
            <a:spLocks noChangeArrowheads="1"/>
          </p:cNvSpPr>
          <p:nvPr/>
        </p:nvSpPr>
        <p:spPr bwMode="auto">
          <a:xfrm>
            <a:off x="635000" y="3725863"/>
            <a:ext cx="1755775" cy="1625600"/>
          </a:xfrm>
          <a:prstGeom prst="ellipse">
            <a:avLst/>
          </a:prstGeom>
          <a:ln>
            <a:solidFill>
              <a:srgbClr val="FF0000"/>
            </a:solidFill>
            <a:headEnd/>
            <a:tailEnd/>
          </a:ln>
        </p:spPr>
        <p:style>
          <a:lnRef idx="2">
            <a:schemeClr val="accent6"/>
          </a:lnRef>
          <a:fillRef idx="1">
            <a:schemeClr val="lt1"/>
          </a:fillRef>
          <a:effectRef idx="0">
            <a:schemeClr val="accent6"/>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6710" name="Picture 22">
            <a:extLst>
              <a:ext uri="{FF2B5EF4-FFF2-40B4-BE49-F238E27FC236}">
                <a16:creationId xmlns:a16="http://schemas.microsoft.com/office/drawing/2014/main" id="{B23880A3-FF83-3CD6-A392-B9D35F261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275" y="43942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6711" name="Group 23">
            <a:extLst>
              <a:ext uri="{FF2B5EF4-FFF2-40B4-BE49-F238E27FC236}">
                <a16:creationId xmlns:a16="http://schemas.microsoft.com/office/drawing/2014/main" id="{11FE52A7-4834-BF4E-5EB9-4566BD44B914}"/>
              </a:ext>
            </a:extLst>
          </p:cNvPr>
          <p:cNvGrpSpPr>
            <a:grpSpLocks/>
          </p:cNvGrpSpPr>
          <p:nvPr/>
        </p:nvGrpSpPr>
        <p:grpSpPr bwMode="auto">
          <a:xfrm>
            <a:off x="1425575" y="4745038"/>
            <a:ext cx="400050" cy="457200"/>
            <a:chOff x="2870" y="1518"/>
            <a:chExt cx="292" cy="320"/>
          </a:xfrm>
        </p:grpSpPr>
        <p:graphicFrame>
          <p:nvGraphicFramePr>
            <p:cNvPr id="1906712" name="Object 24">
              <a:extLst>
                <a:ext uri="{FF2B5EF4-FFF2-40B4-BE49-F238E27FC236}">
                  <a16:creationId xmlns:a16="http://schemas.microsoft.com/office/drawing/2014/main" id="{835BA0D1-E97A-8139-5B8D-BEBFE7FAC18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12" name="Object 24">
                          <a:extLst>
                            <a:ext uri="{FF2B5EF4-FFF2-40B4-BE49-F238E27FC236}">
                              <a16:creationId xmlns:a16="http://schemas.microsoft.com/office/drawing/2014/main" id="{835BA0D1-E97A-8139-5B8D-BEBFE7FAC1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13" name="Object 25">
              <a:extLst>
                <a:ext uri="{FF2B5EF4-FFF2-40B4-BE49-F238E27FC236}">
                  <a16:creationId xmlns:a16="http://schemas.microsoft.com/office/drawing/2014/main" id="{41F8DAC5-404E-65BC-ECF9-BAB8B3F620A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13" name="Object 25">
                          <a:extLst>
                            <a:ext uri="{FF2B5EF4-FFF2-40B4-BE49-F238E27FC236}">
                              <a16:creationId xmlns:a16="http://schemas.microsoft.com/office/drawing/2014/main" id="{41F8DAC5-404E-65BC-ECF9-BAB8B3F620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6714" name="Group 26">
            <a:extLst>
              <a:ext uri="{FF2B5EF4-FFF2-40B4-BE49-F238E27FC236}">
                <a16:creationId xmlns:a16="http://schemas.microsoft.com/office/drawing/2014/main" id="{9CD724A6-E961-08A0-F28E-C78431D569B4}"/>
              </a:ext>
            </a:extLst>
          </p:cNvPr>
          <p:cNvGrpSpPr>
            <a:grpSpLocks/>
          </p:cNvGrpSpPr>
          <p:nvPr/>
        </p:nvGrpSpPr>
        <p:grpSpPr bwMode="auto">
          <a:xfrm>
            <a:off x="1274763" y="3795713"/>
            <a:ext cx="400050" cy="457200"/>
            <a:chOff x="2870" y="1518"/>
            <a:chExt cx="292" cy="320"/>
          </a:xfrm>
        </p:grpSpPr>
        <p:graphicFrame>
          <p:nvGraphicFramePr>
            <p:cNvPr id="1906715" name="Object 27">
              <a:extLst>
                <a:ext uri="{FF2B5EF4-FFF2-40B4-BE49-F238E27FC236}">
                  <a16:creationId xmlns:a16="http://schemas.microsoft.com/office/drawing/2014/main" id="{C2740B66-2B2F-CA67-689F-8766BF5730A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15" name="Object 27">
                          <a:extLst>
                            <a:ext uri="{FF2B5EF4-FFF2-40B4-BE49-F238E27FC236}">
                              <a16:creationId xmlns:a16="http://schemas.microsoft.com/office/drawing/2014/main" id="{C2740B66-2B2F-CA67-689F-8766BF5730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16" name="Object 28">
              <a:extLst>
                <a:ext uri="{FF2B5EF4-FFF2-40B4-BE49-F238E27FC236}">
                  <a16:creationId xmlns:a16="http://schemas.microsoft.com/office/drawing/2014/main" id="{09D91686-8B89-0F86-5E08-1599AAB99A1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16" name="Object 28">
                          <a:extLst>
                            <a:ext uri="{FF2B5EF4-FFF2-40B4-BE49-F238E27FC236}">
                              <a16:creationId xmlns:a16="http://schemas.microsoft.com/office/drawing/2014/main" id="{09D91686-8B89-0F86-5E08-1599AAB99A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6717" name="Group 29">
            <a:extLst>
              <a:ext uri="{FF2B5EF4-FFF2-40B4-BE49-F238E27FC236}">
                <a16:creationId xmlns:a16="http://schemas.microsoft.com/office/drawing/2014/main" id="{BC23257E-4A86-93D7-FD33-B8BA002BAF62}"/>
              </a:ext>
            </a:extLst>
          </p:cNvPr>
          <p:cNvGrpSpPr>
            <a:grpSpLocks/>
          </p:cNvGrpSpPr>
          <p:nvPr/>
        </p:nvGrpSpPr>
        <p:grpSpPr bwMode="auto">
          <a:xfrm>
            <a:off x="889000" y="4602163"/>
            <a:ext cx="400050" cy="457200"/>
            <a:chOff x="2870" y="1518"/>
            <a:chExt cx="292" cy="320"/>
          </a:xfrm>
        </p:grpSpPr>
        <p:graphicFrame>
          <p:nvGraphicFramePr>
            <p:cNvPr id="1906718" name="Object 30">
              <a:extLst>
                <a:ext uri="{FF2B5EF4-FFF2-40B4-BE49-F238E27FC236}">
                  <a16:creationId xmlns:a16="http://schemas.microsoft.com/office/drawing/2014/main" id="{9FABC424-B606-0223-C58B-42CC0FC3E9F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18" name="Object 30">
                          <a:extLst>
                            <a:ext uri="{FF2B5EF4-FFF2-40B4-BE49-F238E27FC236}">
                              <a16:creationId xmlns:a16="http://schemas.microsoft.com/office/drawing/2014/main" id="{9FABC424-B606-0223-C58B-42CC0FC3E9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19" name="Object 31">
              <a:extLst>
                <a:ext uri="{FF2B5EF4-FFF2-40B4-BE49-F238E27FC236}">
                  <a16:creationId xmlns:a16="http://schemas.microsoft.com/office/drawing/2014/main" id="{09691389-4554-7235-B83C-2807D5C2DCC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19" name="Object 31">
                          <a:extLst>
                            <a:ext uri="{FF2B5EF4-FFF2-40B4-BE49-F238E27FC236}">
                              <a16:creationId xmlns:a16="http://schemas.microsoft.com/office/drawing/2014/main" id="{09691389-4554-7235-B83C-2807D5C2DC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6720" name="Line 32">
            <a:extLst>
              <a:ext uri="{FF2B5EF4-FFF2-40B4-BE49-F238E27FC236}">
                <a16:creationId xmlns:a16="http://schemas.microsoft.com/office/drawing/2014/main" id="{EBEE6087-DA8D-2AA4-AF3C-E0EC5A16BDA8}"/>
              </a:ext>
            </a:extLst>
          </p:cNvPr>
          <p:cNvSpPr>
            <a:spLocks noChangeShapeType="1"/>
          </p:cNvSpPr>
          <p:nvPr/>
        </p:nvSpPr>
        <p:spPr bwMode="auto">
          <a:xfrm flipV="1">
            <a:off x="1589088" y="3814763"/>
            <a:ext cx="974725" cy="725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06721" name="Group 33">
            <a:extLst>
              <a:ext uri="{FF2B5EF4-FFF2-40B4-BE49-F238E27FC236}">
                <a16:creationId xmlns:a16="http://schemas.microsoft.com/office/drawing/2014/main" id="{E5668CB3-9CFA-5703-472D-9AC40C568D2F}"/>
              </a:ext>
            </a:extLst>
          </p:cNvPr>
          <p:cNvGrpSpPr>
            <a:grpSpLocks/>
          </p:cNvGrpSpPr>
          <p:nvPr/>
        </p:nvGrpSpPr>
        <p:grpSpPr bwMode="auto">
          <a:xfrm>
            <a:off x="765175" y="4054475"/>
            <a:ext cx="400050" cy="457200"/>
            <a:chOff x="2870" y="1518"/>
            <a:chExt cx="292" cy="320"/>
          </a:xfrm>
        </p:grpSpPr>
        <p:graphicFrame>
          <p:nvGraphicFramePr>
            <p:cNvPr id="1906722" name="Object 34">
              <a:extLst>
                <a:ext uri="{FF2B5EF4-FFF2-40B4-BE49-F238E27FC236}">
                  <a16:creationId xmlns:a16="http://schemas.microsoft.com/office/drawing/2014/main" id="{C563DF67-53A4-1FD0-47C4-F787DE65260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22" name="Object 34">
                          <a:extLst>
                            <a:ext uri="{FF2B5EF4-FFF2-40B4-BE49-F238E27FC236}">
                              <a16:creationId xmlns:a16="http://schemas.microsoft.com/office/drawing/2014/main" id="{C563DF67-53A4-1FD0-47C4-F787DE6526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23" name="Object 35">
              <a:extLst>
                <a:ext uri="{FF2B5EF4-FFF2-40B4-BE49-F238E27FC236}">
                  <a16:creationId xmlns:a16="http://schemas.microsoft.com/office/drawing/2014/main" id="{FF5937BF-654B-FE03-5033-722E3ED6CBD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23" name="Object 35">
                          <a:extLst>
                            <a:ext uri="{FF2B5EF4-FFF2-40B4-BE49-F238E27FC236}">
                              <a16:creationId xmlns:a16="http://schemas.microsoft.com/office/drawing/2014/main" id="{FF5937BF-654B-FE03-5033-722E3ED6CB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6724" name="Oval 36">
            <a:extLst>
              <a:ext uri="{FF2B5EF4-FFF2-40B4-BE49-F238E27FC236}">
                <a16:creationId xmlns:a16="http://schemas.microsoft.com/office/drawing/2014/main" id="{30CB9222-F0B6-B888-273C-C280F26CB5DE}"/>
              </a:ext>
            </a:extLst>
          </p:cNvPr>
          <p:cNvSpPr>
            <a:spLocks noChangeArrowheads="1"/>
          </p:cNvSpPr>
          <p:nvPr/>
        </p:nvSpPr>
        <p:spPr bwMode="auto">
          <a:xfrm>
            <a:off x="3022600" y="4676775"/>
            <a:ext cx="1755775" cy="1625600"/>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6725" name="Picture 37">
            <a:extLst>
              <a:ext uri="{FF2B5EF4-FFF2-40B4-BE49-F238E27FC236}">
                <a16:creationId xmlns:a16="http://schemas.microsoft.com/office/drawing/2014/main" id="{AE6D8C6D-B729-26BD-FE0E-DC4767B9B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5875" y="53594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6726" name="Group 38">
            <a:extLst>
              <a:ext uri="{FF2B5EF4-FFF2-40B4-BE49-F238E27FC236}">
                <a16:creationId xmlns:a16="http://schemas.microsoft.com/office/drawing/2014/main" id="{0C38D647-CB49-96A4-F9A9-DA0A404B77C8}"/>
              </a:ext>
            </a:extLst>
          </p:cNvPr>
          <p:cNvGrpSpPr>
            <a:grpSpLocks/>
          </p:cNvGrpSpPr>
          <p:nvPr/>
        </p:nvGrpSpPr>
        <p:grpSpPr bwMode="auto">
          <a:xfrm>
            <a:off x="3813175" y="5710238"/>
            <a:ext cx="400050" cy="457200"/>
            <a:chOff x="2870" y="1518"/>
            <a:chExt cx="292" cy="320"/>
          </a:xfrm>
        </p:grpSpPr>
        <p:graphicFrame>
          <p:nvGraphicFramePr>
            <p:cNvPr id="1906727" name="Object 39">
              <a:extLst>
                <a:ext uri="{FF2B5EF4-FFF2-40B4-BE49-F238E27FC236}">
                  <a16:creationId xmlns:a16="http://schemas.microsoft.com/office/drawing/2014/main" id="{A5549737-8A39-7A61-D2C9-6AC81C92C09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27" name="Object 39">
                          <a:extLst>
                            <a:ext uri="{FF2B5EF4-FFF2-40B4-BE49-F238E27FC236}">
                              <a16:creationId xmlns:a16="http://schemas.microsoft.com/office/drawing/2014/main" id="{A5549737-8A39-7A61-D2C9-6AC81C92C0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28" name="Object 40">
              <a:extLst>
                <a:ext uri="{FF2B5EF4-FFF2-40B4-BE49-F238E27FC236}">
                  <a16:creationId xmlns:a16="http://schemas.microsoft.com/office/drawing/2014/main" id="{19247BBD-A94A-C553-5CA5-FF856C30E101}"/>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28" name="Object 40">
                          <a:extLst>
                            <a:ext uri="{FF2B5EF4-FFF2-40B4-BE49-F238E27FC236}">
                              <a16:creationId xmlns:a16="http://schemas.microsoft.com/office/drawing/2014/main" id="{19247BBD-A94A-C553-5CA5-FF856C30E10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6729" name="Group 41">
            <a:extLst>
              <a:ext uri="{FF2B5EF4-FFF2-40B4-BE49-F238E27FC236}">
                <a16:creationId xmlns:a16="http://schemas.microsoft.com/office/drawing/2014/main" id="{D91B769D-082B-F8BC-3795-7879B5DEC0B3}"/>
              </a:ext>
            </a:extLst>
          </p:cNvPr>
          <p:cNvGrpSpPr>
            <a:grpSpLocks/>
          </p:cNvGrpSpPr>
          <p:nvPr/>
        </p:nvGrpSpPr>
        <p:grpSpPr bwMode="auto">
          <a:xfrm>
            <a:off x="4014788" y="4765675"/>
            <a:ext cx="400050" cy="457200"/>
            <a:chOff x="2870" y="1518"/>
            <a:chExt cx="292" cy="320"/>
          </a:xfrm>
        </p:grpSpPr>
        <p:graphicFrame>
          <p:nvGraphicFramePr>
            <p:cNvPr id="1906730" name="Object 42">
              <a:extLst>
                <a:ext uri="{FF2B5EF4-FFF2-40B4-BE49-F238E27FC236}">
                  <a16:creationId xmlns:a16="http://schemas.microsoft.com/office/drawing/2014/main" id="{7C85C07E-CA0C-09E4-0D42-8260D1693A3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30" name="Object 42">
                          <a:extLst>
                            <a:ext uri="{FF2B5EF4-FFF2-40B4-BE49-F238E27FC236}">
                              <a16:creationId xmlns:a16="http://schemas.microsoft.com/office/drawing/2014/main" id="{7C85C07E-CA0C-09E4-0D42-8260D1693A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31" name="Object 43">
              <a:extLst>
                <a:ext uri="{FF2B5EF4-FFF2-40B4-BE49-F238E27FC236}">
                  <a16:creationId xmlns:a16="http://schemas.microsoft.com/office/drawing/2014/main" id="{D906A819-57DA-3FDD-3767-E1B85001E01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31" name="Object 43">
                          <a:extLst>
                            <a:ext uri="{FF2B5EF4-FFF2-40B4-BE49-F238E27FC236}">
                              <a16:creationId xmlns:a16="http://schemas.microsoft.com/office/drawing/2014/main" id="{D906A819-57DA-3FDD-3767-E1B85001E0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6732" name="Group 44">
            <a:extLst>
              <a:ext uri="{FF2B5EF4-FFF2-40B4-BE49-F238E27FC236}">
                <a16:creationId xmlns:a16="http://schemas.microsoft.com/office/drawing/2014/main" id="{DA8B8BC9-F69D-B9DE-4270-C0164D087504}"/>
              </a:ext>
            </a:extLst>
          </p:cNvPr>
          <p:cNvGrpSpPr>
            <a:grpSpLocks/>
          </p:cNvGrpSpPr>
          <p:nvPr/>
        </p:nvGrpSpPr>
        <p:grpSpPr bwMode="auto">
          <a:xfrm>
            <a:off x="3276600" y="5567363"/>
            <a:ext cx="400050" cy="457200"/>
            <a:chOff x="2870" y="1518"/>
            <a:chExt cx="292" cy="320"/>
          </a:xfrm>
        </p:grpSpPr>
        <p:graphicFrame>
          <p:nvGraphicFramePr>
            <p:cNvPr id="1906733" name="Object 45">
              <a:extLst>
                <a:ext uri="{FF2B5EF4-FFF2-40B4-BE49-F238E27FC236}">
                  <a16:creationId xmlns:a16="http://schemas.microsoft.com/office/drawing/2014/main" id="{D4F0C68B-CEB2-6214-FD57-0DF0BF419C70}"/>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33" name="Object 45">
                          <a:extLst>
                            <a:ext uri="{FF2B5EF4-FFF2-40B4-BE49-F238E27FC236}">
                              <a16:creationId xmlns:a16="http://schemas.microsoft.com/office/drawing/2014/main" id="{D4F0C68B-CEB2-6214-FD57-0DF0BF419C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34" name="Object 46">
              <a:extLst>
                <a:ext uri="{FF2B5EF4-FFF2-40B4-BE49-F238E27FC236}">
                  <a16:creationId xmlns:a16="http://schemas.microsoft.com/office/drawing/2014/main" id="{6780B708-B3FB-5E10-8991-7A62B234410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34" name="Object 46">
                          <a:extLst>
                            <a:ext uri="{FF2B5EF4-FFF2-40B4-BE49-F238E27FC236}">
                              <a16:creationId xmlns:a16="http://schemas.microsoft.com/office/drawing/2014/main" id="{6780B708-B3FB-5E10-8991-7A62B23441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6735" name="Group 47">
            <a:extLst>
              <a:ext uri="{FF2B5EF4-FFF2-40B4-BE49-F238E27FC236}">
                <a16:creationId xmlns:a16="http://schemas.microsoft.com/office/drawing/2014/main" id="{EF46702C-3E7E-A728-6DDC-F2825DE84AA6}"/>
              </a:ext>
            </a:extLst>
          </p:cNvPr>
          <p:cNvGrpSpPr>
            <a:grpSpLocks/>
          </p:cNvGrpSpPr>
          <p:nvPr/>
        </p:nvGrpSpPr>
        <p:grpSpPr bwMode="auto">
          <a:xfrm>
            <a:off x="3152775" y="5019675"/>
            <a:ext cx="400050" cy="457200"/>
            <a:chOff x="2870" y="1518"/>
            <a:chExt cx="292" cy="320"/>
          </a:xfrm>
        </p:grpSpPr>
        <p:graphicFrame>
          <p:nvGraphicFramePr>
            <p:cNvPr id="1906736" name="Object 48">
              <a:extLst>
                <a:ext uri="{FF2B5EF4-FFF2-40B4-BE49-F238E27FC236}">
                  <a16:creationId xmlns:a16="http://schemas.microsoft.com/office/drawing/2014/main" id="{93A99ED4-8A3C-E262-D6D8-77B7679A9CE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36" name="Object 48">
                          <a:extLst>
                            <a:ext uri="{FF2B5EF4-FFF2-40B4-BE49-F238E27FC236}">
                              <a16:creationId xmlns:a16="http://schemas.microsoft.com/office/drawing/2014/main" id="{93A99ED4-8A3C-E262-D6D8-77B7679A9C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37" name="Object 49">
              <a:extLst>
                <a:ext uri="{FF2B5EF4-FFF2-40B4-BE49-F238E27FC236}">
                  <a16:creationId xmlns:a16="http://schemas.microsoft.com/office/drawing/2014/main" id="{4A8809E0-2B62-0F62-367E-204CFC05DF3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37" name="Object 49">
                          <a:extLst>
                            <a:ext uri="{FF2B5EF4-FFF2-40B4-BE49-F238E27FC236}">
                              <a16:creationId xmlns:a16="http://schemas.microsoft.com/office/drawing/2014/main" id="{4A8809E0-2B62-0F62-367E-204CFC05DF3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6738" name="Group 50">
            <a:extLst>
              <a:ext uri="{FF2B5EF4-FFF2-40B4-BE49-F238E27FC236}">
                <a16:creationId xmlns:a16="http://schemas.microsoft.com/office/drawing/2014/main" id="{D67D7D55-F001-422B-F36F-096B313F71B9}"/>
              </a:ext>
            </a:extLst>
          </p:cNvPr>
          <p:cNvGrpSpPr>
            <a:grpSpLocks/>
          </p:cNvGrpSpPr>
          <p:nvPr/>
        </p:nvGrpSpPr>
        <p:grpSpPr bwMode="auto">
          <a:xfrm>
            <a:off x="5229225" y="5791200"/>
            <a:ext cx="400050" cy="457200"/>
            <a:chOff x="2870" y="1518"/>
            <a:chExt cx="292" cy="320"/>
          </a:xfrm>
        </p:grpSpPr>
        <p:graphicFrame>
          <p:nvGraphicFramePr>
            <p:cNvPr id="1906739" name="Object 51">
              <a:extLst>
                <a:ext uri="{FF2B5EF4-FFF2-40B4-BE49-F238E27FC236}">
                  <a16:creationId xmlns:a16="http://schemas.microsoft.com/office/drawing/2014/main" id="{52A6212A-D74C-C4B4-CCC3-E77D31E19197}"/>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39" name="Object 51">
                          <a:extLst>
                            <a:ext uri="{FF2B5EF4-FFF2-40B4-BE49-F238E27FC236}">
                              <a16:creationId xmlns:a16="http://schemas.microsoft.com/office/drawing/2014/main" id="{52A6212A-D74C-C4B4-CCC3-E77D31E191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40" name="Object 52">
              <a:extLst>
                <a:ext uri="{FF2B5EF4-FFF2-40B4-BE49-F238E27FC236}">
                  <a16:creationId xmlns:a16="http://schemas.microsoft.com/office/drawing/2014/main" id="{D4D6A5F5-1FD6-2DBA-7A62-A63CB7EC0BC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40" name="Object 52">
                          <a:extLst>
                            <a:ext uri="{FF2B5EF4-FFF2-40B4-BE49-F238E27FC236}">
                              <a16:creationId xmlns:a16="http://schemas.microsoft.com/office/drawing/2014/main" id="{D4D6A5F5-1FD6-2DBA-7A62-A63CB7EC0B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6741" name="Group 53">
            <a:extLst>
              <a:ext uri="{FF2B5EF4-FFF2-40B4-BE49-F238E27FC236}">
                <a16:creationId xmlns:a16="http://schemas.microsoft.com/office/drawing/2014/main" id="{7BBEB360-2596-E483-6B3E-439FAF536D70}"/>
              </a:ext>
            </a:extLst>
          </p:cNvPr>
          <p:cNvGrpSpPr>
            <a:grpSpLocks/>
          </p:cNvGrpSpPr>
          <p:nvPr/>
        </p:nvGrpSpPr>
        <p:grpSpPr bwMode="auto">
          <a:xfrm>
            <a:off x="4222750" y="5257800"/>
            <a:ext cx="835025" cy="457200"/>
            <a:chOff x="3345" y="3383"/>
            <a:chExt cx="526" cy="288"/>
          </a:xfrm>
        </p:grpSpPr>
        <p:grpSp>
          <p:nvGrpSpPr>
            <p:cNvPr id="1906742" name="Group 54">
              <a:extLst>
                <a:ext uri="{FF2B5EF4-FFF2-40B4-BE49-F238E27FC236}">
                  <a16:creationId xmlns:a16="http://schemas.microsoft.com/office/drawing/2014/main" id="{B023CAB6-B5AE-56E4-551B-1400DE1A69C1}"/>
                </a:ext>
              </a:extLst>
            </p:cNvPr>
            <p:cNvGrpSpPr>
              <a:grpSpLocks/>
            </p:cNvGrpSpPr>
            <p:nvPr/>
          </p:nvGrpSpPr>
          <p:grpSpPr bwMode="auto">
            <a:xfrm>
              <a:off x="3426" y="3383"/>
              <a:ext cx="252" cy="288"/>
              <a:chOff x="2870" y="1518"/>
              <a:chExt cx="292" cy="320"/>
            </a:xfrm>
          </p:grpSpPr>
          <p:graphicFrame>
            <p:nvGraphicFramePr>
              <p:cNvPr id="1906743" name="Object 55">
                <a:extLst>
                  <a:ext uri="{FF2B5EF4-FFF2-40B4-BE49-F238E27FC236}">
                    <a16:creationId xmlns:a16="http://schemas.microsoft.com/office/drawing/2014/main" id="{1E2B49BF-FA09-BF56-722D-9059B0BD3E9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6743" name="Object 55">
                            <a:extLst>
                              <a:ext uri="{FF2B5EF4-FFF2-40B4-BE49-F238E27FC236}">
                                <a16:creationId xmlns:a16="http://schemas.microsoft.com/office/drawing/2014/main" id="{1E2B49BF-FA09-BF56-722D-9059B0BD3E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6744" name="Object 56">
                <a:extLst>
                  <a:ext uri="{FF2B5EF4-FFF2-40B4-BE49-F238E27FC236}">
                    <a16:creationId xmlns:a16="http://schemas.microsoft.com/office/drawing/2014/main" id="{8D70FB4B-CBF3-C79F-1974-342EC344010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6744" name="Object 56">
                            <a:extLst>
                              <a:ext uri="{FF2B5EF4-FFF2-40B4-BE49-F238E27FC236}">
                                <a16:creationId xmlns:a16="http://schemas.microsoft.com/office/drawing/2014/main" id="{8D70FB4B-CBF3-C79F-1974-342EC34401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6745" name="Line 57">
              <a:extLst>
                <a:ext uri="{FF2B5EF4-FFF2-40B4-BE49-F238E27FC236}">
                  <a16:creationId xmlns:a16="http://schemas.microsoft.com/office/drawing/2014/main" id="{BD03DE81-3B08-06DB-0E1F-77237F2FEB14}"/>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46" name="Line 58">
              <a:extLst>
                <a:ext uri="{FF2B5EF4-FFF2-40B4-BE49-F238E27FC236}">
                  <a16:creationId xmlns:a16="http://schemas.microsoft.com/office/drawing/2014/main" id="{22B3D1BD-9784-82DF-EEFD-E293AB1EE3F5}"/>
                </a:ext>
              </a:extLst>
            </p:cNvPr>
            <p:cNvSpPr>
              <a:spLocks noChangeShapeType="1"/>
            </p:cNvSpPr>
            <p:nvPr/>
          </p:nvSpPr>
          <p:spPr bwMode="auto">
            <a:xfrm flipH="1">
              <a:off x="3372" y="348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47" name="Line 59">
              <a:extLst>
                <a:ext uri="{FF2B5EF4-FFF2-40B4-BE49-F238E27FC236}">
                  <a16:creationId xmlns:a16="http://schemas.microsoft.com/office/drawing/2014/main" id="{7220EC67-199E-7AFF-F180-06A673EEA8DA}"/>
                </a:ext>
              </a:extLst>
            </p:cNvPr>
            <p:cNvSpPr>
              <a:spLocks noChangeShapeType="1"/>
            </p:cNvSpPr>
            <p:nvPr/>
          </p:nvSpPr>
          <p:spPr bwMode="auto">
            <a:xfrm flipH="1">
              <a:off x="3381" y="3534"/>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48" name="Line 60">
              <a:extLst>
                <a:ext uri="{FF2B5EF4-FFF2-40B4-BE49-F238E27FC236}">
                  <a16:creationId xmlns:a16="http://schemas.microsoft.com/office/drawing/2014/main" id="{339FE70A-70F5-6798-617C-8FB38C2691CB}"/>
                </a:ext>
              </a:extLst>
            </p:cNvPr>
            <p:cNvSpPr>
              <a:spLocks noChangeShapeType="1"/>
            </p:cNvSpPr>
            <p:nvPr/>
          </p:nvSpPr>
          <p:spPr bwMode="auto">
            <a:xfrm flipH="1">
              <a:off x="3345" y="357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sp>
        <p:nvSpPr>
          <p:cNvPr id="1906749" name="Line 61">
            <a:extLst>
              <a:ext uri="{FF2B5EF4-FFF2-40B4-BE49-F238E27FC236}">
                <a16:creationId xmlns:a16="http://schemas.microsoft.com/office/drawing/2014/main" id="{F84457E4-F114-8E8D-FDCF-93834D1E17D8}"/>
              </a:ext>
            </a:extLst>
          </p:cNvPr>
          <p:cNvSpPr>
            <a:spLocks noChangeShapeType="1"/>
          </p:cNvSpPr>
          <p:nvPr/>
        </p:nvSpPr>
        <p:spPr bwMode="auto">
          <a:xfrm flipH="1" flipV="1">
            <a:off x="4460875" y="4397375"/>
            <a:ext cx="747713" cy="1095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50" name="Line 62">
            <a:extLst>
              <a:ext uri="{FF2B5EF4-FFF2-40B4-BE49-F238E27FC236}">
                <a16:creationId xmlns:a16="http://schemas.microsoft.com/office/drawing/2014/main" id="{E0A04622-4344-9F46-E36E-1C424F09BE49}"/>
              </a:ext>
            </a:extLst>
          </p:cNvPr>
          <p:cNvSpPr>
            <a:spLocks noChangeShapeType="1"/>
          </p:cNvSpPr>
          <p:nvPr/>
        </p:nvSpPr>
        <p:spPr bwMode="auto">
          <a:xfrm flipH="1" flipV="1">
            <a:off x="3689350" y="4545013"/>
            <a:ext cx="176213"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52" name="Rectangle 64">
            <a:extLst>
              <a:ext uri="{FF2B5EF4-FFF2-40B4-BE49-F238E27FC236}">
                <a16:creationId xmlns:a16="http://schemas.microsoft.com/office/drawing/2014/main" id="{5B99009F-2674-0222-6C31-E330160D7659}"/>
              </a:ext>
            </a:extLst>
          </p:cNvPr>
          <p:cNvSpPr>
            <a:spLocks noChangeArrowheads="1"/>
          </p:cNvSpPr>
          <p:nvPr/>
        </p:nvSpPr>
        <p:spPr bwMode="auto">
          <a:xfrm>
            <a:off x="5538788" y="1403350"/>
            <a:ext cx="1912937" cy="280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53" name="Rectangle 65">
            <a:extLst>
              <a:ext uri="{FF2B5EF4-FFF2-40B4-BE49-F238E27FC236}">
                <a16:creationId xmlns:a16="http://schemas.microsoft.com/office/drawing/2014/main" id="{476B9CE5-4F7F-7988-9C7B-68F0E5F2741E}"/>
              </a:ext>
            </a:extLst>
          </p:cNvPr>
          <p:cNvSpPr>
            <a:spLocks noChangeArrowheads="1"/>
          </p:cNvSpPr>
          <p:nvPr/>
        </p:nvSpPr>
        <p:spPr bwMode="auto">
          <a:xfrm>
            <a:off x="5110163" y="1508125"/>
            <a:ext cx="3649662" cy="2297113"/>
          </a:xfrm>
          <a:prstGeom prst="rect">
            <a:avLst/>
          </a:prstGeom>
          <a:noFill/>
          <a:ln w="25400">
            <a:solidFill>
              <a:srgbClr val="FF33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23838" indent="-223838" algn="l" eaLnBrk="0" hangingPunct="0">
              <a:spcBef>
                <a:spcPct val="50000"/>
              </a:spcBef>
              <a:buChar char="•"/>
              <a:defRPr sz="2400">
                <a:solidFill>
                  <a:srgbClr val="0000FF"/>
                </a:solidFill>
                <a:latin typeface="Arial" panose="020B0604020202020204" pitchFamily="34" charset="0"/>
                <a:cs typeface="Arial" panose="020B0604020202020204" pitchFamily="34" charset="0"/>
              </a:defRPr>
            </a:lvl1pPr>
            <a:lvl2pPr marL="563563" indent="-223838" algn="l" eaLnBrk="0" hangingPunct="0">
              <a:spcBef>
                <a:spcPct val="10000"/>
              </a:spcBef>
              <a:buFont typeface="Helvetica" panose="020B0604020202020204" pitchFamily="34" charset="0"/>
              <a:buChar char="–"/>
              <a:defRPr sz="2000">
                <a:solidFill>
                  <a:schemeClr val="accent2"/>
                </a:solidFill>
                <a:latin typeface="Arial" panose="020B0604020202020204" pitchFamily="34" charset="0"/>
                <a:cs typeface="Arial" panose="020B0604020202020204" pitchFamily="34" charset="0"/>
              </a:defRPr>
            </a:lvl2pPr>
            <a:lvl3pPr marL="911225" indent="-233363" algn="l" eaLnBrk="0" hangingPunct="0">
              <a:spcBef>
                <a:spcPct val="1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258888" indent="-233363" algn="l" eaLnBrk="0" hangingPunct="0">
              <a:spcBef>
                <a:spcPct val="10000"/>
              </a:spcBef>
              <a:buChar char="•"/>
              <a:defRPr>
                <a:solidFill>
                  <a:schemeClr val="accent2"/>
                </a:solidFill>
                <a:latin typeface="Helvetica" panose="020B0604020202020204" pitchFamily="34" charset="0"/>
                <a:cs typeface="Arial" panose="020B0604020202020204" pitchFamily="34" charset="0"/>
              </a:defRPr>
            </a:lvl4pPr>
            <a:lvl5pPr marL="1597025" indent="-223838" algn="l" eaLnBrk="0" hangingPunct="0">
              <a:spcBef>
                <a:spcPct val="10000"/>
              </a:spcBef>
              <a:buChar char="•"/>
              <a:defRPr>
                <a:solidFill>
                  <a:schemeClr val="tx1"/>
                </a:solidFill>
                <a:latin typeface="Helvetica" panose="020B0604020202020204" pitchFamily="34" charset="0"/>
                <a:cs typeface="Arial" panose="020B0604020202020204" pitchFamily="34" charset="0"/>
              </a:defRPr>
            </a:lvl5pPr>
            <a:lvl6pPr marL="20542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6pPr>
            <a:lvl7pPr marL="25114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7pPr>
            <a:lvl8pPr marL="29686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8pPr>
            <a:lvl9pPr marL="34258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9pPr>
          </a:lstStyle>
          <a:p>
            <a:pPr marL="223838" marR="0" lvl="0" indent="-223838" algn="l" defTabSz="914400" rtl="0" eaLnBrk="0" fontAlgn="base" latinLnBrk="0" hangingPunct="0">
              <a:lnSpc>
                <a:spcPct val="90000"/>
              </a:lnSpc>
              <a:spcBef>
                <a:spcPct val="50000"/>
              </a:spcBef>
              <a:spcAft>
                <a:spcPct val="0"/>
              </a:spcAft>
              <a:buClrTx/>
              <a:buSzTx/>
              <a:buFontTx/>
              <a:buNone/>
              <a:tabLst/>
              <a:defRPr/>
            </a:pPr>
            <a:r>
              <a:rPr kumimoji="0" lang="en-US" altLang="en-US" sz="2000" b="0" i="0" u="sng"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Wireless link</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Typically used to connect mobile(s) to base station</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Also used as backbone link </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Multiple access protocol coordinates link access </a:t>
            </a:r>
          </a:p>
        </p:txBody>
      </p:sp>
      <p:sp>
        <p:nvSpPr>
          <p:cNvPr id="1906755" name="AutoShape 67">
            <a:extLst>
              <a:ext uri="{FF2B5EF4-FFF2-40B4-BE49-F238E27FC236}">
                <a16:creationId xmlns:a16="http://schemas.microsoft.com/office/drawing/2014/main" id="{AF7DCFFD-78AA-DE61-3D69-0ACD33F5EB18}"/>
              </a:ext>
            </a:extLst>
          </p:cNvPr>
          <p:cNvSpPr>
            <a:spLocks noChangeAspect="1" noChangeArrowheads="1" noTextEdit="1"/>
          </p:cNvSpPr>
          <p:nvPr/>
        </p:nvSpPr>
        <p:spPr bwMode="auto">
          <a:xfrm>
            <a:off x="7759700" y="1316038"/>
            <a:ext cx="735013" cy="2206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06756" name="Group 68">
            <a:extLst>
              <a:ext uri="{FF2B5EF4-FFF2-40B4-BE49-F238E27FC236}">
                <a16:creationId xmlns:a16="http://schemas.microsoft.com/office/drawing/2014/main" id="{94EC5CDE-4F95-E376-FC17-3C98D020DAA7}"/>
              </a:ext>
            </a:extLst>
          </p:cNvPr>
          <p:cNvGrpSpPr>
            <a:grpSpLocks/>
          </p:cNvGrpSpPr>
          <p:nvPr/>
        </p:nvGrpSpPr>
        <p:grpSpPr bwMode="auto">
          <a:xfrm>
            <a:off x="7815263" y="1347788"/>
            <a:ext cx="722312" cy="303212"/>
            <a:chOff x="4750" y="264"/>
            <a:chExt cx="455" cy="191"/>
          </a:xfrm>
        </p:grpSpPr>
        <p:sp>
          <p:nvSpPr>
            <p:cNvPr id="1906757" name="Freeform 69">
              <a:extLst>
                <a:ext uri="{FF2B5EF4-FFF2-40B4-BE49-F238E27FC236}">
                  <a16:creationId xmlns:a16="http://schemas.microsoft.com/office/drawing/2014/main" id="{90DDF8C0-D0E7-75E4-61D7-032E00231363}"/>
                </a:ext>
              </a:extLst>
            </p:cNvPr>
            <p:cNvSpPr>
              <a:spLocks/>
            </p:cNvSpPr>
            <p:nvPr/>
          </p:nvSpPr>
          <p:spPr bwMode="auto">
            <a:xfrm>
              <a:off x="4872" y="298"/>
              <a:ext cx="82" cy="104"/>
            </a:xfrm>
            <a:custGeom>
              <a:avLst/>
              <a:gdLst>
                <a:gd name="T0" fmla="*/ 87 w 247"/>
                <a:gd name="T1" fmla="*/ 27 h 209"/>
                <a:gd name="T2" fmla="*/ 68 w 247"/>
                <a:gd name="T3" fmla="*/ 35 h 209"/>
                <a:gd name="T4" fmla="*/ 52 w 247"/>
                <a:gd name="T5" fmla="*/ 46 h 209"/>
                <a:gd name="T6" fmla="*/ 37 w 247"/>
                <a:gd name="T7" fmla="*/ 57 h 209"/>
                <a:gd name="T8" fmla="*/ 24 w 247"/>
                <a:gd name="T9" fmla="*/ 69 h 209"/>
                <a:gd name="T10" fmla="*/ 14 w 247"/>
                <a:gd name="T11" fmla="*/ 83 h 209"/>
                <a:gd name="T12" fmla="*/ 7 w 247"/>
                <a:gd name="T13" fmla="*/ 97 h 209"/>
                <a:gd name="T14" fmla="*/ 2 w 247"/>
                <a:gd name="T15" fmla="*/ 113 h 209"/>
                <a:gd name="T16" fmla="*/ 0 w 247"/>
                <a:gd name="T17" fmla="*/ 128 h 209"/>
                <a:gd name="T18" fmla="*/ 2 w 247"/>
                <a:gd name="T19" fmla="*/ 150 h 209"/>
                <a:gd name="T20" fmla="*/ 14 w 247"/>
                <a:gd name="T21" fmla="*/ 167 h 209"/>
                <a:gd name="T22" fmla="*/ 32 w 247"/>
                <a:gd name="T23" fmla="*/ 183 h 209"/>
                <a:gd name="T24" fmla="*/ 55 w 247"/>
                <a:gd name="T25" fmla="*/ 194 h 209"/>
                <a:gd name="T26" fmla="*/ 81 w 247"/>
                <a:gd name="T27" fmla="*/ 203 h 209"/>
                <a:gd name="T28" fmla="*/ 109 w 247"/>
                <a:gd name="T29" fmla="*/ 208 h 209"/>
                <a:gd name="T30" fmla="*/ 138 w 247"/>
                <a:gd name="T31" fmla="*/ 209 h 209"/>
                <a:gd name="T32" fmla="*/ 165 w 247"/>
                <a:gd name="T33" fmla="*/ 206 h 209"/>
                <a:gd name="T34" fmla="*/ 171 w 247"/>
                <a:gd name="T35" fmla="*/ 206 h 209"/>
                <a:gd name="T36" fmla="*/ 177 w 247"/>
                <a:gd name="T37" fmla="*/ 203 h 209"/>
                <a:gd name="T38" fmla="*/ 181 w 247"/>
                <a:gd name="T39" fmla="*/ 200 h 209"/>
                <a:gd name="T40" fmla="*/ 183 w 247"/>
                <a:gd name="T41" fmla="*/ 196 h 209"/>
                <a:gd name="T42" fmla="*/ 180 w 247"/>
                <a:gd name="T43" fmla="*/ 191 h 209"/>
                <a:gd name="T44" fmla="*/ 174 w 247"/>
                <a:gd name="T45" fmla="*/ 187 h 209"/>
                <a:gd name="T46" fmla="*/ 167 w 247"/>
                <a:gd name="T47" fmla="*/ 183 h 209"/>
                <a:gd name="T48" fmla="*/ 159 w 247"/>
                <a:gd name="T49" fmla="*/ 181 h 209"/>
                <a:gd name="T50" fmla="*/ 145 w 247"/>
                <a:gd name="T51" fmla="*/ 178 h 209"/>
                <a:gd name="T52" fmla="*/ 130 w 247"/>
                <a:gd name="T53" fmla="*/ 176 h 209"/>
                <a:gd name="T54" fmla="*/ 116 w 247"/>
                <a:gd name="T55" fmla="*/ 174 h 209"/>
                <a:gd name="T56" fmla="*/ 103 w 247"/>
                <a:gd name="T57" fmla="*/ 171 h 209"/>
                <a:gd name="T58" fmla="*/ 90 w 247"/>
                <a:gd name="T59" fmla="*/ 168 h 209"/>
                <a:gd name="T60" fmla="*/ 77 w 247"/>
                <a:gd name="T61" fmla="*/ 164 h 209"/>
                <a:gd name="T62" fmla="*/ 65 w 247"/>
                <a:gd name="T63" fmla="*/ 159 h 209"/>
                <a:gd name="T64" fmla="*/ 53 w 247"/>
                <a:gd name="T65" fmla="*/ 151 h 209"/>
                <a:gd name="T66" fmla="*/ 49 w 247"/>
                <a:gd name="T67" fmla="*/ 116 h 209"/>
                <a:gd name="T68" fmla="*/ 61 w 247"/>
                <a:gd name="T69" fmla="*/ 87 h 209"/>
                <a:gd name="T70" fmla="*/ 84 w 247"/>
                <a:gd name="T71" fmla="*/ 64 h 209"/>
                <a:gd name="T72" fmla="*/ 116 w 247"/>
                <a:gd name="T73" fmla="*/ 46 h 209"/>
                <a:gd name="T74" fmla="*/ 151 w 247"/>
                <a:gd name="T75" fmla="*/ 31 h 209"/>
                <a:gd name="T76" fmla="*/ 187 w 247"/>
                <a:gd name="T77" fmla="*/ 20 h 209"/>
                <a:gd name="T78" fmla="*/ 220 w 247"/>
                <a:gd name="T79" fmla="*/ 12 h 209"/>
                <a:gd name="T80" fmla="*/ 247 w 247"/>
                <a:gd name="T81" fmla="*/ 5 h 209"/>
                <a:gd name="T82" fmla="*/ 231 w 247"/>
                <a:gd name="T83" fmla="*/ 1 h 209"/>
                <a:gd name="T84" fmla="*/ 213 w 247"/>
                <a:gd name="T85" fmla="*/ 0 h 209"/>
                <a:gd name="T86" fmla="*/ 193 w 247"/>
                <a:gd name="T87" fmla="*/ 2 h 209"/>
                <a:gd name="T88" fmla="*/ 171 w 247"/>
                <a:gd name="T89" fmla="*/ 5 h 209"/>
                <a:gd name="T90" fmla="*/ 149 w 247"/>
                <a:gd name="T91" fmla="*/ 10 h 209"/>
                <a:gd name="T92" fmla="*/ 127 w 247"/>
                <a:gd name="T93" fmla="*/ 15 h 209"/>
                <a:gd name="T94" fmla="*/ 106 w 247"/>
                <a:gd name="T95" fmla="*/ 21 h 209"/>
                <a:gd name="T96" fmla="*/ 87 w 247"/>
                <a:gd name="T97" fmla="*/ 2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7" h="209">
                  <a:moveTo>
                    <a:pt x="87" y="27"/>
                  </a:moveTo>
                  <a:lnTo>
                    <a:pt x="68" y="35"/>
                  </a:lnTo>
                  <a:lnTo>
                    <a:pt x="52" y="46"/>
                  </a:lnTo>
                  <a:lnTo>
                    <a:pt x="37" y="57"/>
                  </a:lnTo>
                  <a:lnTo>
                    <a:pt x="24" y="69"/>
                  </a:lnTo>
                  <a:lnTo>
                    <a:pt x="14" y="83"/>
                  </a:lnTo>
                  <a:lnTo>
                    <a:pt x="7" y="97"/>
                  </a:lnTo>
                  <a:lnTo>
                    <a:pt x="2" y="113"/>
                  </a:lnTo>
                  <a:lnTo>
                    <a:pt x="0" y="128"/>
                  </a:lnTo>
                  <a:lnTo>
                    <a:pt x="2" y="150"/>
                  </a:lnTo>
                  <a:lnTo>
                    <a:pt x="14" y="167"/>
                  </a:lnTo>
                  <a:lnTo>
                    <a:pt x="32" y="183"/>
                  </a:lnTo>
                  <a:lnTo>
                    <a:pt x="55" y="194"/>
                  </a:lnTo>
                  <a:lnTo>
                    <a:pt x="81" y="203"/>
                  </a:lnTo>
                  <a:lnTo>
                    <a:pt x="109" y="208"/>
                  </a:lnTo>
                  <a:lnTo>
                    <a:pt x="138" y="209"/>
                  </a:lnTo>
                  <a:lnTo>
                    <a:pt x="165" y="206"/>
                  </a:lnTo>
                  <a:lnTo>
                    <a:pt x="171" y="206"/>
                  </a:lnTo>
                  <a:lnTo>
                    <a:pt x="177" y="203"/>
                  </a:lnTo>
                  <a:lnTo>
                    <a:pt x="181" y="200"/>
                  </a:lnTo>
                  <a:lnTo>
                    <a:pt x="183" y="196"/>
                  </a:lnTo>
                  <a:lnTo>
                    <a:pt x="180" y="191"/>
                  </a:lnTo>
                  <a:lnTo>
                    <a:pt x="174" y="187"/>
                  </a:lnTo>
                  <a:lnTo>
                    <a:pt x="167" y="183"/>
                  </a:lnTo>
                  <a:lnTo>
                    <a:pt x="159" y="181"/>
                  </a:lnTo>
                  <a:lnTo>
                    <a:pt x="145" y="178"/>
                  </a:lnTo>
                  <a:lnTo>
                    <a:pt x="130" y="176"/>
                  </a:lnTo>
                  <a:lnTo>
                    <a:pt x="116" y="174"/>
                  </a:lnTo>
                  <a:lnTo>
                    <a:pt x="103" y="171"/>
                  </a:lnTo>
                  <a:lnTo>
                    <a:pt x="90" y="168"/>
                  </a:lnTo>
                  <a:lnTo>
                    <a:pt x="77" y="164"/>
                  </a:lnTo>
                  <a:lnTo>
                    <a:pt x="65" y="159"/>
                  </a:lnTo>
                  <a:lnTo>
                    <a:pt x="53" y="151"/>
                  </a:lnTo>
                  <a:lnTo>
                    <a:pt x="49" y="116"/>
                  </a:lnTo>
                  <a:lnTo>
                    <a:pt x="61" y="87"/>
                  </a:lnTo>
                  <a:lnTo>
                    <a:pt x="84" y="64"/>
                  </a:lnTo>
                  <a:lnTo>
                    <a:pt x="116" y="46"/>
                  </a:lnTo>
                  <a:lnTo>
                    <a:pt x="151" y="31"/>
                  </a:lnTo>
                  <a:lnTo>
                    <a:pt x="187" y="20"/>
                  </a:lnTo>
                  <a:lnTo>
                    <a:pt x="220" y="12"/>
                  </a:lnTo>
                  <a:lnTo>
                    <a:pt x="247" y="5"/>
                  </a:lnTo>
                  <a:lnTo>
                    <a:pt x="231" y="1"/>
                  </a:lnTo>
                  <a:lnTo>
                    <a:pt x="213" y="0"/>
                  </a:lnTo>
                  <a:lnTo>
                    <a:pt x="193" y="2"/>
                  </a:lnTo>
                  <a:lnTo>
                    <a:pt x="171" y="5"/>
                  </a:lnTo>
                  <a:lnTo>
                    <a:pt x="149" y="10"/>
                  </a:lnTo>
                  <a:lnTo>
                    <a:pt x="127" y="15"/>
                  </a:lnTo>
                  <a:lnTo>
                    <a:pt x="106" y="21"/>
                  </a:lnTo>
                  <a:lnTo>
                    <a:pt x="87" y="2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58" name="Freeform 70">
              <a:extLst>
                <a:ext uri="{FF2B5EF4-FFF2-40B4-BE49-F238E27FC236}">
                  <a16:creationId xmlns:a16="http://schemas.microsoft.com/office/drawing/2014/main" id="{0CB6A279-E2E1-1925-927E-6529D73B4D5D}"/>
                </a:ext>
              </a:extLst>
            </p:cNvPr>
            <p:cNvSpPr>
              <a:spLocks/>
            </p:cNvSpPr>
            <p:nvPr/>
          </p:nvSpPr>
          <p:spPr bwMode="auto">
            <a:xfrm>
              <a:off x="5012" y="297"/>
              <a:ext cx="53" cy="81"/>
            </a:xfrm>
            <a:custGeom>
              <a:avLst/>
              <a:gdLst>
                <a:gd name="T0" fmla="*/ 134 w 158"/>
                <a:gd name="T1" fmla="*/ 53 h 162"/>
                <a:gd name="T2" fmla="*/ 140 w 158"/>
                <a:gd name="T3" fmla="*/ 69 h 162"/>
                <a:gd name="T4" fmla="*/ 138 w 158"/>
                <a:gd name="T5" fmla="*/ 85 h 162"/>
                <a:gd name="T6" fmla="*/ 128 w 158"/>
                <a:gd name="T7" fmla="*/ 97 h 162"/>
                <a:gd name="T8" fmla="*/ 113 w 158"/>
                <a:gd name="T9" fmla="*/ 109 h 162"/>
                <a:gd name="T10" fmla="*/ 96 w 158"/>
                <a:gd name="T11" fmla="*/ 119 h 162"/>
                <a:gd name="T12" fmla="*/ 76 w 158"/>
                <a:gd name="T13" fmla="*/ 129 h 162"/>
                <a:gd name="T14" fmla="*/ 55 w 158"/>
                <a:gd name="T15" fmla="*/ 138 h 162"/>
                <a:gd name="T16" fmla="*/ 38 w 158"/>
                <a:gd name="T17" fmla="*/ 148 h 162"/>
                <a:gd name="T18" fmla="*/ 35 w 158"/>
                <a:gd name="T19" fmla="*/ 151 h 162"/>
                <a:gd name="T20" fmla="*/ 33 w 158"/>
                <a:gd name="T21" fmla="*/ 153 h 162"/>
                <a:gd name="T22" fmla="*/ 33 w 158"/>
                <a:gd name="T23" fmla="*/ 156 h 162"/>
                <a:gd name="T24" fmla="*/ 35 w 158"/>
                <a:gd name="T25" fmla="*/ 159 h 162"/>
                <a:gd name="T26" fmla="*/ 39 w 158"/>
                <a:gd name="T27" fmla="*/ 161 h 162"/>
                <a:gd name="T28" fmla="*/ 44 w 158"/>
                <a:gd name="T29" fmla="*/ 162 h 162"/>
                <a:gd name="T30" fmla="*/ 46 w 158"/>
                <a:gd name="T31" fmla="*/ 162 h 162"/>
                <a:gd name="T32" fmla="*/ 51 w 158"/>
                <a:gd name="T33" fmla="*/ 161 h 162"/>
                <a:gd name="T34" fmla="*/ 74 w 158"/>
                <a:gd name="T35" fmla="*/ 152 h 162"/>
                <a:gd name="T36" fmla="*/ 96 w 158"/>
                <a:gd name="T37" fmla="*/ 142 h 162"/>
                <a:gd name="T38" fmla="*/ 116 w 158"/>
                <a:gd name="T39" fmla="*/ 130 h 162"/>
                <a:gd name="T40" fmla="*/ 135 w 158"/>
                <a:gd name="T41" fmla="*/ 117 h 162"/>
                <a:gd name="T42" fmla="*/ 148 w 158"/>
                <a:gd name="T43" fmla="*/ 102 h 162"/>
                <a:gd name="T44" fmla="*/ 157 w 158"/>
                <a:gd name="T45" fmla="*/ 86 h 162"/>
                <a:gd name="T46" fmla="*/ 158 w 158"/>
                <a:gd name="T47" fmla="*/ 68 h 162"/>
                <a:gd name="T48" fmla="*/ 153 w 158"/>
                <a:gd name="T49" fmla="*/ 50 h 162"/>
                <a:gd name="T50" fmla="*/ 140 w 158"/>
                <a:gd name="T51" fmla="*/ 35 h 162"/>
                <a:gd name="T52" fmla="*/ 121 w 158"/>
                <a:gd name="T53" fmla="*/ 23 h 162"/>
                <a:gd name="T54" fmla="*/ 97 w 158"/>
                <a:gd name="T55" fmla="*/ 14 h 162"/>
                <a:gd name="T56" fmla="*/ 71 w 158"/>
                <a:gd name="T57" fmla="*/ 6 h 162"/>
                <a:gd name="T58" fmla="*/ 45 w 158"/>
                <a:gd name="T59" fmla="*/ 2 h 162"/>
                <a:gd name="T60" fmla="*/ 23 w 158"/>
                <a:gd name="T61" fmla="*/ 0 h 162"/>
                <a:gd name="T62" fmla="*/ 7 w 158"/>
                <a:gd name="T63" fmla="*/ 0 h 162"/>
                <a:gd name="T64" fmla="*/ 0 w 158"/>
                <a:gd name="T65" fmla="*/ 3 h 162"/>
                <a:gd name="T66" fmla="*/ 17 w 158"/>
                <a:gd name="T67" fmla="*/ 9 h 162"/>
                <a:gd name="T68" fmla="*/ 36 w 158"/>
                <a:gd name="T69" fmla="*/ 13 h 162"/>
                <a:gd name="T70" fmla="*/ 57 w 158"/>
                <a:gd name="T71" fmla="*/ 17 h 162"/>
                <a:gd name="T72" fmla="*/ 76 w 158"/>
                <a:gd name="T73" fmla="*/ 21 h 162"/>
                <a:gd name="T74" fmla="*/ 94 w 158"/>
                <a:gd name="T75" fmla="*/ 26 h 162"/>
                <a:gd name="T76" fmla="*/ 110 w 158"/>
                <a:gd name="T77" fmla="*/ 33 h 162"/>
                <a:gd name="T78" fmla="*/ 124 w 158"/>
                <a:gd name="T79" fmla="*/ 42 h 162"/>
                <a:gd name="T80" fmla="*/ 134 w 158"/>
                <a:gd name="T81" fmla="*/ 5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62">
                  <a:moveTo>
                    <a:pt x="134" y="53"/>
                  </a:moveTo>
                  <a:lnTo>
                    <a:pt x="140" y="69"/>
                  </a:lnTo>
                  <a:lnTo>
                    <a:pt x="138" y="85"/>
                  </a:lnTo>
                  <a:lnTo>
                    <a:pt x="128" y="97"/>
                  </a:lnTo>
                  <a:lnTo>
                    <a:pt x="113" y="109"/>
                  </a:lnTo>
                  <a:lnTo>
                    <a:pt x="96" y="119"/>
                  </a:lnTo>
                  <a:lnTo>
                    <a:pt x="76" y="129"/>
                  </a:lnTo>
                  <a:lnTo>
                    <a:pt x="55" y="138"/>
                  </a:lnTo>
                  <a:lnTo>
                    <a:pt x="38" y="148"/>
                  </a:lnTo>
                  <a:lnTo>
                    <a:pt x="35" y="151"/>
                  </a:lnTo>
                  <a:lnTo>
                    <a:pt x="33" y="153"/>
                  </a:lnTo>
                  <a:lnTo>
                    <a:pt x="33" y="156"/>
                  </a:lnTo>
                  <a:lnTo>
                    <a:pt x="35" y="159"/>
                  </a:lnTo>
                  <a:lnTo>
                    <a:pt x="39" y="161"/>
                  </a:lnTo>
                  <a:lnTo>
                    <a:pt x="44" y="162"/>
                  </a:lnTo>
                  <a:lnTo>
                    <a:pt x="46" y="162"/>
                  </a:lnTo>
                  <a:lnTo>
                    <a:pt x="51" y="161"/>
                  </a:lnTo>
                  <a:lnTo>
                    <a:pt x="74" y="152"/>
                  </a:lnTo>
                  <a:lnTo>
                    <a:pt x="96" y="142"/>
                  </a:lnTo>
                  <a:lnTo>
                    <a:pt x="116" y="130"/>
                  </a:lnTo>
                  <a:lnTo>
                    <a:pt x="135" y="117"/>
                  </a:lnTo>
                  <a:lnTo>
                    <a:pt x="148" y="102"/>
                  </a:lnTo>
                  <a:lnTo>
                    <a:pt x="157" y="86"/>
                  </a:lnTo>
                  <a:lnTo>
                    <a:pt x="158" y="68"/>
                  </a:lnTo>
                  <a:lnTo>
                    <a:pt x="153" y="50"/>
                  </a:lnTo>
                  <a:lnTo>
                    <a:pt x="140" y="35"/>
                  </a:lnTo>
                  <a:lnTo>
                    <a:pt x="121" y="23"/>
                  </a:lnTo>
                  <a:lnTo>
                    <a:pt x="97" y="14"/>
                  </a:lnTo>
                  <a:lnTo>
                    <a:pt x="71" y="6"/>
                  </a:lnTo>
                  <a:lnTo>
                    <a:pt x="45" y="2"/>
                  </a:lnTo>
                  <a:lnTo>
                    <a:pt x="23" y="0"/>
                  </a:lnTo>
                  <a:lnTo>
                    <a:pt x="7" y="0"/>
                  </a:lnTo>
                  <a:lnTo>
                    <a:pt x="0" y="3"/>
                  </a:lnTo>
                  <a:lnTo>
                    <a:pt x="17" y="9"/>
                  </a:lnTo>
                  <a:lnTo>
                    <a:pt x="36" y="13"/>
                  </a:lnTo>
                  <a:lnTo>
                    <a:pt x="57" y="17"/>
                  </a:lnTo>
                  <a:lnTo>
                    <a:pt x="76" y="21"/>
                  </a:lnTo>
                  <a:lnTo>
                    <a:pt x="94" y="26"/>
                  </a:lnTo>
                  <a:lnTo>
                    <a:pt x="110" y="33"/>
                  </a:lnTo>
                  <a:lnTo>
                    <a:pt x="124" y="42"/>
                  </a:lnTo>
                  <a:lnTo>
                    <a:pt x="134" y="53"/>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59" name="Freeform 71">
              <a:extLst>
                <a:ext uri="{FF2B5EF4-FFF2-40B4-BE49-F238E27FC236}">
                  <a16:creationId xmlns:a16="http://schemas.microsoft.com/office/drawing/2014/main" id="{1031D8A9-998F-6689-A490-A8CA17CAD9C6}"/>
                </a:ext>
              </a:extLst>
            </p:cNvPr>
            <p:cNvSpPr>
              <a:spLocks/>
            </p:cNvSpPr>
            <p:nvPr/>
          </p:nvSpPr>
          <p:spPr bwMode="auto">
            <a:xfrm>
              <a:off x="4820" y="278"/>
              <a:ext cx="133" cy="169"/>
            </a:xfrm>
            <a:custGeom>
              <a:avLst/>
              <a:gdLst>
                <a:gd name="T0" fmla="*/ 125 w 400"/>
                <a:gd name="T1" fmla="*/ 63 h 339"/>
                <a:gd name="T2" fmla="*/ 67 w 400"/>
                <a:gd name="T3" fmla="*/ 103 h 339"/>
                <a:gd name="T4" fmla="*/ 22 w 400"/>
                <a:gd name="T5" fmla="*/ 150 h 339"/>
                <a:gd name="T6" fmla="*/ 0 w 400"/>
                <a:gd name="T7" fmla="*/ 203 h 339"/>
                <a:gd name="T8" fmla="*/ 4 w 400"/>
                <a:gd name="T9" fmla="*/ 239 h 339"/>
                <a:gd name="T10" fmla="*/ 12 w 400"/>
                <a:gd name="T11" fmla="*/ 254 h 339"/>
                <a:gd name="T12" fmla="*/ 25 w 400"/>
                <a:gd name="T13" fmla="*/ 267 h 339"/>
                <a:gd name="T14" fmla="*/ 41 w 400"/>
                <a:gd name="T15" fmla="*/ 278 h 339"/>
                <a:gd name="T16" fmla="*/ 70 w 400"/>
                <a:gd name="T17" fmla="*/ 291 h 339"/>
                <a:gd name="T18" fmla="*/ 108 w 400"/>
                <a:gd name="T19" fmla="*/ 304 h 339"/>
                <a:gd name="T20" fmla="*/ 148 w 400"/>
                <a:gd name="T21" fmla="*/ 315 h 339"/>
                <a:gd name="T22" fmla="*/ 189 w 400"/>
                <a:gd name="T23" fmla="*/ 323 h 339"/>
                <a:gd name="T24" fmla="*/ 231 w 400"/>
                <a:gd name="T25" fmla="*/ 329 h 339"/>
                <a:gd name="T26" fmla="*/ 273 w 400"/>
                <a:gd name="T27" fmla="*/ 333 h 339"/>
                <a:gd name="T28" fmla="*/ 315 w 400"/>
                <a:gd name="T29" fmla="*/ 336 h 339"/>
                <a:gd name="T30" fmla="*/ 359 w 400"/>
                <a:gd name="T31" fmla="*/ 338 h 339"/>
                <a:gd name="T32" fmla="*/ 387 w 400"/>
                <a:gd name="T33" fmla="*/ 339 h 339"/>
                <a:gd name="T34" fmla="*/ 397 w 400"/>
                <a:gd name="T35" fmla="*/ 333 h 339"/>
                <a:gd name="T36" fmla="*/ 400 w 400"/>
                <a:gd name="T37" fmla="*/ 324 h 339"/>
                <a:gd name="T38" fmla="*/ 391 w 400"/>
                <a:gd name="T39" fmla="*/ 317 h 339"/>
                <a:gd name="T40" fmla="*/ 365 w 400"/>
                <a:gd name="T41" fmla="*/ 311 h 339"/>
                <a:gd name="T42" fmla="*/ 327 w 400"/>
                <a:gd name="T43" fmla="*/ 306 h 339"/>
                <a:gd name="T44" fmla="*/ 288 w 400"/>
                <a:gd name="T45" fmla="*/ 302 h 339"/>
                <a:gd name="T46" fmla="*/ 249 w 400"/>
                <a:gd name="T47" fmla="*/ 298 h 339"/>
                <a:gd name="T48" fmla="*/ 211 w 400"/>
                <a:gd name="T49" fmla="*/ 293 h 339"/>
                <a:gd name="T50" fmla="*/ 173 w 400"/>
                <a:gd name="T51" fmla="*/ 286 h 339"/>
                <a:gd name="T52" fmla="*/ 137 w 400"/>
                <a:gd name="T53" fmla="*/ 277 h 339"/>
                <a:gd name="T54" fmla="*/ 100 w 400"/>
                <a:gd name="T55" fmla="*/ 267 h 339"/>
                <a:gd name="T56" fmla="*/ 68 w 400"/>
                <a:gd name="T57" fmla="*/ 253 h 339"/>
                <a:gd name="T58" fmla="*/ 48 w 400"/>
                <a:gd name="T59" fmla="*/ 233 h 339"/>
                <a:gd name="T60" fmla="*/ 42 w 400"/>
                <a:gd name="T61" fmla="*/ 208 h 339"/>
                <a:gd name="T62" fmla="*/ 48 w 400"/>
                <a:gd name="T63" fmla="*/ 180 h 339"/>
                <a:gd name="T64" fmla="*/ 64 w 400"/>
                <a:gd name="T65" fmla="*/ 153 h 339"/>
                <a:gd name="T66" fmla="*/ 89 w 400"/>
                <a:gd name="T67" fmla="*/ 124 h 339"/>
                <a:gd name="T68" fmla="*/ 118 w 400"/>
                <a:gd name="T69" fmla="*/ 99 h 339"/>
                <a:gd name="T70" fmla="*/ 153 w 400"/>
                <a:gd name="T71" fmla="*/ 74 h 339"/>
                <a:gd name="T72" fmla="*/ 190 w 400"/>
                <a:gd name="T73" fmla="*/ 52 h 339"/>
                <a:gd name="T74" fmla="*/ 243 w 400"/>
                <a:gd name="T75" fmla="*/ 34 h 339"/>
                <a:gd name="T76" fmla="*/ 295 w 400"/>
                <a:gd name="T77" fmla="*/ 19 h 339"/>
                <a:gd name="T78" fmla="*/ 328 w 400"/>
                <a:gd name="T79" fmla="*/ 6 h 339"/>
                <a:gd name="T80" fmla="*/ 318 w 400"/>
                <a:gd name="T81" fmla="*/ 0 h 339"/>
                <a:gd name="T82" fmla="*/ 275 w 400"/>
                <a:gd name="T83" fmla="*/ 4 h 339"/>
                <a:gd name="T84" fmla="*/ 224 w 400"/>
                <a:gd name="T85" fmla="*/ 17 h 339"/>
                <a:gd name="T86" fmla="*/ 176 w 400"/>
                <a:gd name="T87" fmla="*/ 34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0" h="339">
                  <a:moveTo>
                    <a:pt x="156" y="44"/>
                  </a:moveTo>
                  <a:lnTo>
                    <a:pt x="125" y="63"/>
                  </a:lnTo>
                  <a:lnTo>
                    <a:pt x="95" y="82"/>
                  </a:lnTo>
                  <a:lnTo>
                    <a:pt x="67" y="103"/>
                  </a:lnTo>
                  <a:lnTo>
                    <a:pt x="42" y="126"/>
                  </a:lnTo>
                  <a:lnTo>
                    <a:pt x="22" y="150"/>
                  </a:lnTo>
                  <a:lnTo>
                    <a:pt x="7" y="175"/>
                  </a:lnTo>
                  <a:lnTo>
                    <a:pt x="0" y="203"/>
                  </a:lnTo>
                  <a:lnTo>
                    <a:pt x="2" y="232"/>
                  </a:lnTo>
                  <a:lnTo>
                    <a:pt x="4" y="239"/>
                  </a:lnTo>
                  <a:lnTo>
                    <a:pt x="7" y="248"/>
                  </a:lnTo>
                  <a:lnTo>
                    <a:pt x="12" y="254"/>
                  </a:lnTo>
                  <a:lnTo>
                    <a:pt x="18" y="261"/>
                  </a:lnTo>
                  <a:lnTo>
                    <a:pt x="25" y="267"/>
                  </a:lnTo>
                  <a:lnTo>
                    <a:pt x="33" y="273"/>
                  </a:lnTo>
                  <a:lnTo>
                    <a:pt x="41" y="278"/>
                  </a:lnTo>
                  <a:lnTo>
                    <a:pt x="51" y="283"/>
                  </a:lnTo>
                  <a:lnTo>
                    <a:pt x="70" y="291"/>
                  </a:lnTo>
                  <a:lnTo>
                    <a:pt x="89" y="298"/>
                  </a:lnTo>
                  <a:lnTo>
                    <a:pt x="108" y="304"/>
                  </a:lnTo>
                  <a:lnTo>
                    <a:pt x="128" y="309"/>
                  </a:lnTo>
                  <a:lnTo>
                    <a:pt x="148" y="315"/>
                  </a:lnTo>
                  <a:lnTo>
                    <a:pt x="169" y="319"/>
                  </a:lnTo>
                  <a:lnTo>
                    <a:pt x="189" y="323"/>
                  </a:lnTo>
                  <a:lnTo>
                    <a:pt x="209" y="326"/>
                  </a:lnTo>
                  <a:lnTo>
                    <a:pt x="231" y="329"/>
                  </a:lnTo>
                  <a:lnTo>
                    <a:pt x="251" y="331"/>
                  </a:lnTo>
                  <a:lnTo>
                    <a:pt x="273" y="333"/>
                  </a:lnTo>
                  <a:lnTo>
                    <a:pt x="295" y="335"/>
                  </a:lnTo>
                  <a:lnTo>
                    <a:pt x="315" y="336"/>
                  </a:lnTo>
                  <a:lnTo>
                    <a:pt x="337" y="337"/>
                  </a:lnTo>
                  <a:lnTo>
                    <a:pt x="359" y="338"/>
                  </a:lnTo>
                  <a:lnTo>
                    <a:pt x="379" y="339"/>
                  </a:lnTo>
                  <a:lnTo>
                    <a:pt x="387" y="339"/>
                  </a:lnTo>
                  <a:lnTo>
                    <a:pt x="392" y="337"/>
                  </a:lnTo>
                  <a:lnTo>
                    <a:pt x="397" y="333"/>
                  </a:lnTo>
                  <a:lnTo>
                    <a:pt x="400" y="329"/>
                  </a:lnTo>
                  <a:lnTo>
                    <a:pt x="400" y="324"/>
                  </a:lnTo>
                  <a:lnTo>
                    <a:pt x="397" y="320"/>
                  </a:lnTo>
                  <a:lnTo>
                    <a:pt x="391" y="317"/>
                  </a:lnTo>
                  <a:lnTo>
                    <a:pt x="384" y="315"/>
                  </a:lnTo>
                  <a:lnTo>
                    <a:pt x="365" y="311"/>
                  </a:lnTo>
                  <a:lnTo>
                    <a:pt x="346" y="309"/>
                  </a:lnTo>
                  <a:lnTo>
                    <a:pt x="327" y="306"/>
                  </a:lnTo>
                  <a:lnTo>
                    <a:pt x="307" y="304"/>
                  </a:lnTo>
                  <a:lnTo>
                    <a:pt x="288" y="302"/>
                  </a:lnTo>
                  <a:lnTo>
                    <a:pt x="269" y="300"/>
                  </a:lnTo>
                  <a:lnTo>
                    <a:pt x="249" y="298"/>
                  </a:lnTo>
                  <a:lnTo>
                    <a:pt x="230" y="295"/>
                  </a:lnTo>
                  <a:lnTo>
                    <a:pt x="211" y="293"/>
                  </a:lnTo>
                  <a:lnTo>
                    <a:pt x="192" y="290"/>
                  </a:lnTo>
                  <a:lnTo>
                    <a:pt x="173" y="286"/>
                  </a:lnTo>
                  <a:lnTo>
                    <a:pt x="154" y="283"/>
                  </a:lnTo>
                  <a:lnTo>
                    <a:pt x="137" y="277"/>
                  </a:lnTo>
                  <a:lnTo>
                    <a:pt x="118" y="272"/>
                  </a:lnTo>
                  <a:lnTo>
                    <a:pt x="100" y="267"/>
                  </a:lnTo>
                  <a:lnTo>
                    <a:pt x="83" y="260"/>
                  </a:lnTo>
                  <a:lnTo>
                    <a:pt x="68" y="253"/>
                  </a:lnTo>
                  <a:lnTo>
                    <a:pt x="57" y="243"/>
                  </a:lnTo>
                  <a:lnTo>
                    <a:pt x="48" y="233"/>
                  </a:lnTo>
                  <a:lnTo>
                    <a:pt x="44" y="221"/>
                  </a:lnTo>
                  <a:lnTo>
                    <a:pt x="42" y="208"/>
                  </a:lnTo>
                  <a:lnTo>
                    <a:pt x="44" y="194"/>
                  </a:lnTo>
                  <a:lnTo>
                    <a:pt x="48" y="180"/>
                  </a:lnTo>
                  <a:lnTo>
                    <a:pt x="54" y="168"/>
                  </a:lnTo>
                  <a:lnTo>
                    <a:pt x="64" y="153"/>
                  </a:lnTo>
                  <a:lnTo>
                    <a:pt x="76" y="137"/>
                  </a:lnTo>
                  <a:lnTo>
                    <a:pt x="89" y="124"/>
                  </a:lnTo>
                  <a:lnTo>
                    <a:pt x="103" y="111"/>
                  </a:lnTo>
                  <a:lnTo>
                    <a:pt x="118" y="99"/>
                  </a:lnTo>
                  <a:lnTo>
                    <a:pt x="134" y="87"/>
                  </a:lnTo>
                  <a:lnTo>
                    <a:pt x="153" y="74"/>
                  </a:lnTo>
                  <a:lnTo>
                    <a:pt x="172" y="62"/>
                  </a:lnTo>
                  <a:lnTo>
                    <a:pt x="190" y="52"/>
                  </a:lnTo>
                  <a:lnTo>
                    <a:pt x="215" y="42"/>
                  </a:lnTo>
                  <a:lnTo>
                    <a:pt x="243" y="34"/>
                  </a:lnTo>
                  <a:lnTo>
                    <a:pt x="270" y="26"/>
                  </a:lnTo>
                  <a:lnTo>
                    <a:pt x="295" y="19"/>
                  </a:lnTo>
                  <a:lnTo>
                    <a:pt x="315" y="13"/>
                  </a:lnTo>
                  <a:lnTo>
                    <a:pt x="328" y="6"/>
                  </a:lnTo>
                  <a:lnTo>
                    <a:pt x="333" y="2"/>
                  </a:lnTo>
                  <a:lnTo>
                    <a:pt x="318" y="0"/>
                  </a:lnTo>
                  <a:lnTo>
                    <a:pt x="298" y="1"/>
                  </a:lnTo>
                  <a:lnTo>
                    <a:pt x="275" y="4"/>
                  </a:lnTo>
                  <a:lnTo>
                    <a:pt x="250" y="9"/>
                  </a:lnTo>
                  <a:lnTo>
                    <a:pt x="224" y="17"/>
                  </a:lnTo>
                  <a:lnTo>
                    <a:pt x="199" y="25"/>
                  </a:lnTo>
                  <a:lnTo>
                    <a:pt x="176" y="34"/>
                  </a:lnTo>
                  <a:lnTo>
                    <a:pt x="156"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0" name="Freeform 72">
              <a:extLst>
                <a:ext uri="{FF2B5EF4-FFF2-40B4-BE49-F238E27FC236}">
                  <a16:creationId xmlns:a16="http://schemas.microsoft.com/office/drawing/2014/main" id="{60FEBAE8-4FD0-7604-5E64-20D8CF16AA3D}"/>
                </a:ext>
              </a:extLst>
            </p:cNvPr>
            <p:cNvSpPr>
              <a:spLocks/>
            </p:cNvSpPr>
            <p:nvPr/>
          </p:nvSpPr>
          <p:spPr bwMode="auto">
            <a:xfrm>
              <a:off x="5007" y="272"/>
              <a:ext cx="117" cy="113"/>
            </a:xfrm>
            <a:custGeom>
              <a:avLst/>
              <a:gdLst>
                <a:gd name="T0" fmla="*/ 291 w 351"/>
                <a:gd name="T1" fmla="*/ 69 h 226"/>
                <a:gd name="T2" fmla="*/ 307 w 351"/>
                <a:gd name="T3" fmla="*/ 81 h 226"/>
                <a:gd name="T4" fmla="*/ 317 w 351"/>
                <a:gd name="T5" fmla="*/ 96 h 226"/>
                <a:gd name="T6" fmla="*/ 322 w 351"/>
                <a:gd name="T7" fmla="*/ 111 h 226"/>
                <a:gd name="T8" fmla="*/ 322 w 351"/>
                <a:gd name="T9" fmla="*/ 128 h 226"/>
                <a:gd name="T10" fmla="*/ 319 w 351"/>
                <a:gd name="T11" fmla="*/ 141 h 226"/>
                <a:gd name="T12" fmla="*/ 313 w 351"/>
                <a:gd name="T13" fmla="*/ 152 h 226"/>
                <a:gd name="T14" fmla="*/ 303 w 351"/>
                <a:gd name="T15" fmla="*/ 164 h 226"/>
                <a:gd name="T16" fmla="*/ 293 w 351"/>
                <a:gd name="T17" fmla="*/ 173 h 226"/>
                <a:gd name="T18" fmla="*/ 279 w 351"/>
                <a:gd name="T19" fmla="*/ 183 h 226"/>
                <a:gd name="T20" fmla="*/ 266 w 351"/>
                <a:gd name="T21" fmla="*/ 192 h 226"/>
                <a:gd name="T22" fmla="*/ 253 w 351"/>
                <a:gd name="T23" fmla="*/ 201 h 226"/>
                <a:gd name="T24" fmla="*/ 240 w 351"/>
                <a:gd name="T25" fmla="*/ 210 h 226"/>
                <a:gd name="T26" fmla="*/ 237 w 351"/>
                <a:gd name="T27" fmla="*/ 213 h 226"/>
                <a:gd name="T28" fmla="*/ 237 w 351"/>
                <a:gd name="T29" fmla="*/ 216 h 226"/>
                <a:gd name="T30" fmla="*/ 237 w 351"/>
                <a:gd name="T31" fmla="*/ 219 h 226"/>
                <a:gd name="T32" fmla="*/ 240 w 351"/>
                <a:gd name="T33" fmla="*/ 222 h 226"/>
                <a:gd name="T34" fmla="*/ 245 w 351"/>
                <a:gd name="T35" fmla="*/ 225 h 226"/>
                <a:gd name="T36" fmla="*/ 250 w 351"/>
                <a:gd name="T37" fmla="*/ 226 h 226"/>
                <a:gd name="T38" fmla="*/ 255 w 351"/>
                <a:gd name="T39" fmla="*/ 225 h 226"/>
                <a:gd name="T40" fmla="*/ 259 w 351"/>
                <a:gd name="T41" fmla="*/ 222 h 226"/>
                <a:gd name="T42" fmla="*/ 288 w 351"/>
                <a:gd name="T43" fmla="*/ 209 h 226"/>
                <a:gd name="T44" fmla="*/ 313 w 351"/>
                <a:gd name="T45" fmla="*/ 192 h 226"/>
                <a:gd name="T46" fmla="*/ 332 w 351"/>
                <a:gd name="T47" fmla="*/ 172 h 226"/>
                <a:gd name="T48" fmla="*/ 345 w 351"/>
                <a:gd name="T49" fmla="*/ 149 h 226"/>
                <a:gd name="T50" fmla="*/ 351 w 351"/>
                <a:gd name="T51" fmla="*/ 127 h 226"/>
                <a:gd name="T52" fmla="*/ 348 w 351"/>
                <a:gd name="T53" fmla="*/ 103 h 226"/>
                <a:gd name="T54" fmla="*/ 336 w 351"/>
                <a:gd name="T55" fmla="*/ 81 h 226"/>
                <a:gd name="T56" fmla="*/ 313 w 351"/>
                <a:gd name="T57" fmla="*/ 62 h 226"/>
                <a:gd name="T58" fmla="*/ 295 w 351"/>
                <a:gd name="T59" fmla="*/ 51 h 226"/>
                <a:gd name="T60" fmla="*/ 275 w 351"/>
                <a:gd name="T61" fmla="*/ 43 h 226"/>
                <a:gd name="T62" fmla="*/ 253 w 351"/>
                <a:gd name="T63" fmla="*/ 35 h 226"/>
                <a:gd name="T64" fmla="*/ 229 w 351"/>
                <a:gd name="T65" fmla="*/ 28 h 226"/>
                <a:gd name="T66" fmla="*/ 204 w 351"/>
                <a:gd name="T67" fmla="*/ 20 h 226"/>
                <a:gd name="T68" fmla="*/ 179 w 351"/>
                <a:gd name="T69" fmla="*/ 15 h 226"/>
                <a:gd name="T70" fmla="*/ 153 w 351"/>
                <a:gd name="T71" fmla="*/ 11 h 226"/>
                <a:gd name="T72" fmla="*/ 128 w 351"/>
                <a:gd name="T73" fmla="*/ 7 h 226"/>
                <a:gd name="T74" fmla="*/ 104 w 351"/>
                <a:gd name="T75" fmla="*/ 4 h 226"/>
                <a:gd name="T76" fmla="*/ 82 w 351"/>
                <a:gd name="T77" fmla="*/ 2 h 226"/>
                <a:gd name="T78" fmla="*/ 60 w 351"/>
                <a:gd name="T79" fmla="*/ 0 h 226"/>
                <a:gd name="T80" fmla="*/ 43 w 351"/>
                <a:gd name="T81" fmla="*/ 0 h 226"/>
                <a:gd name="T82" fmla="*/ 27 w 351"/>
                <a:gd name="T83" fmla="*/ 0 h 226"/>
                <a:gd name="T84" fmla="*/ 14 w 351"/>
                <a:gd name="T85" fmla="*/ 0 h 226"/>
                <a:gd name="T86" fmla="*/ 5 w 351"/>
                <a:gd name="T87" fmla="*/ 2 h 226"/>
                <a:gd name="T88" fmla="*/ 0 w 351"/>
                <a:gd name="T89" fmla="*/ 4 h 226"/>
                <a:gd name="T90" fmla="*/ 15 w 351"/>
                <a:gd name="T91" fmla="*/ 6 h 226"/>
                <a:gd name="T92" fmla="*/ 30 w 351"/>
                <a:gd name="T93" fmla="*/ 7 h 226"/>
                <a:gd name="T94" fmla="*/ 47 w 351"/>
                <a:gd name="T95" fmla="*/ 9 h 226"/>
                <a:gd name="T96" fmla="*/ 64 w 351"/>
                <a:gd name="T97" fmla="*/ 11 h 226"/>
                <a:gd name="T98" fmla="*/ 82 w 351"/>
                <a:gd name="T99" fmla="*/ 14 h 226"/>
                <a:gd name="T100" fmla="*/ 102 w 351"/>
                <a:gd name="T101" fmla="*/ 16 h 226"/>
                <a:gd name="T102" fmla="*/ 121 w 351"/>
                <a:gd name="T103" fmla="*/ 19 h 226"/>
                <a:gd name="T104" fmla="*/ 141 w 351"/>
                <a:gd name="T105" fmla="*/ 23 h 226"/>
                <a:gd name="T106" fmla="*/ 160 w 351"/>
                <a:gd name="T107" fmla="*/ 27 h 226"/>
                <a:gd name="T108" fmla="*/ 181 w 351"/>
                <a:gd name="T109" fmla="*/ 31 h 226"/>
                <a:gd name="T110" fmla="*/ 201 w 351"/>
                <a:gd name="T111" fmla="*/ 35 h 226"/>
                <a:gd name="T112" fmla="*/ 220 w 351"/>
                <a:gd name="T113" fmla="*/ 40 h 226"/>
                <a:gd name="T114" fmla="*/ 239 w 351"/>
                <a:gd name="T115" fmla="*/ 46 h 226"/>
                <a:gd name="T116" fmla="*/ 258 w 351"/>
                <a:gd name="T117" fmla="*/ 53 h 226"/>
                <a:gd name="T118" fmla="*/ 275 w 351"/>
                <a:gd name="T119" fmla="*/ 61 h 226"/>
                <a:gd name="T120" fmla="*/ 291 w 351"/>
                <a:gd name="T121" fmla="*/ 6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1" h="226">
                  <a:moveTo>
                    <a:pt x="291" y="69"/>
                  </a:moveTo>
                  <a:lnTo>
                    <a:pt x="307" y="81"/>
                  </a:lnTo>
                  <a:lnTo>
                    <a:pt x="317" y="96"/>
                  </a:lnTo>
                  <a:lnTo>
                    <a:pt x="322" y="111"/>
                  </a:lnTo>
                  <a:lnTo>
                    <a:pt x="322" y="128"/>
                  </a:lnTo>
                  <a:lnTo>
                    <a:pt x="319" y="141"/>
                  </a:lnTo>
                  <a:lnTo>
                    <a:pt x="313" y="152"/>
                  </a:lnTo>
                  <a:lnTo>
                    <a:pt x="303" y="164"/>
                  </a:lnTo>
                  <a:lnTo>
                    <a:pt x="293" y="173"/>
                  </a:lnTo>
                  <a:lnTo>
                    <a:pt x="279" y="183"/>
                  </a:lnTo>
                  <a:lnTo>
                    <a:pt x="266" y="192"/>
                  </a:lnTo>
                  <a:lnTo>
                    <a:pt x="253" y="201"/>
                  </a:lnTo>
                  <a:lnTo>
                    <a:pt x="240" y="210"/>
                  </a:lnTo>
                  <a:lnTo>
                    <a:pt x="237" y="213"/>
                  </a:lnTo>
                  <a:lnTo>
                    <a:pt x="237" y="216"/>
                  </a:lnTo>
                  <a:lnTo>
                    <a:pt x="237" y="219"/>
                  </a:lnTo>
                  <a:lnTo>
                    <a:pt x="240" y="222"/>
                  </a:lnTo>
                  <a:lnTo>
                    <a:pt x="245" y="225"/>
                  </a:lnTo>
                  <a:lnTo>
                    <a:pt x="250" y="226"/>
                  </a:lnTo>
                  <a:lnTo>
                    <a:pt x="255" y="225"/>
                  </a:lnTo>
                  <a:lnTo>
                    <a:pt x="259" y="222"/>
                  </a:lnTo>
                  <a:lnTo>
                    <a:pt x="288" y="209"/>
                  </a:lnTo>
                  <a:lnTo>
                    <a:pt x="313" y="192"/>
                  </a:lnTo>
                  <a:lnTo>
                    <a:pt x="332" y="172"/>
                  </a:lnTo>
                  <a:lnTo>
                    <a:pt x="345" y="149"/>
                  </a:lnTo>
                  <a:lnTo>
                    <a:pt x="351" y="127"/>
                  </a:lnTo>
                  <a:lnTo>
                    <a:pt x="348" y="103"/>
                  </a:lnTo>
                  <a:lnTo>
                    <a:pt x="336" y="81"/>
                  </a:lnTo>
                  <a:lnTo>
                    <a:pt x="313" y="62"/>
                  </a:lnTo>
                  <a:lnTo>
                    <a:pt x="295" y="51"/>
                  </a:lnTo>
                  <a:lnTo>
                    <a:pt x="275" y="43"/>
                  </a:lnTo>
                  <a:lnTo>
                    <a:pt x="253" y="35"/>
                  </a:lnTo>
                  <a:lnTo>
                    <a:pt x="229" y="28"/>
                  </a:lnTo>
                  <a:lnTo>
                    <a:pt x="204" y="20"/>
                  </a:lnTo>
                  <a:lnTo>
                    <a:pt x="179" y="15"/>
                  </a:lnTo>
                  <a:lnTo>
                    <a:pt x="153" y="11"/>
                  </a:lnTo>
                  <a:lnTo>
                    <a:pt x="128" y="7"/>
                  </a:lnTo>
                  <a:lnTo>
                    <a:pt x="104" y="4"/>
                  </a:lnTo>
                  <a:lnTo>
                    <a:pt x="82" y="2"/>
                  </a:lnTo>
                  <a:lnTo>
                    <a:pt x="60" y="0"/>
                  </a:lnTo>
                  <a:lnTo>
                    <a:pt x="43" y="0"/>
                  </a:lnTo>
                  <a:lnTo>
                    <a:pt x="27" y="0"/>
                  </a:lnTo>
                  <a:lnTo>
                    <a:pt x="14" y="0"/>
                  </a:lnTo>
                  <a:lnTo>
                    <a:pt x="5" y="2"/>
                  </a:lnTo>
                  <a:lnTo>
                    <a:pt x="0" y="4"/>
                  </a:lnTo>
                  <a:lnTo>
                    <a:pt x="15" y="6"/>
                  </a:lnTo>
                  <a:lnTo>
                    <a:pt x="30" y="7"/>
                  </a:lnTo>
                  <a:lnTo>
                    <a:pt x="47" y="9"/>
                  </a:lnTo>
                  <a:lnTo>
                    <a:pt x="64" y="11"/>
                  </a:lnTo>
                  <a:lnTo>
                    <a:pt x="82" y="14"/>
                  </a:lnTo>
                  <a:lnTo>
                    <a:pt x="102" y="16"/>
                  </a:lnTo>
                  <a:lnTo>
                    <a:pt x="121" y="19"/>
                  </a:lnTo>
                  <a:lnTo>
                    <a:pt x="141" y="23"/>
                  </a:lnTo>
                  <a:lnTo>
                    <a:pt x="160" y="27"/>
                  </a:lnTo>
                  <a:lnTo>
                    <a:pt x="181" y="31"/>
                  </a:lnTo>
                  <a:lnTo>
                    <a:pt x="201" y="35"/>
                  </a:lnTo>
                  <a:lnTo>
                    <a:pt x="220" y="40"/>
                  </a:lnTo>
                  <a:lnTo>
                    <a:pt x="239" y="46"/>
                  </a:lnTo>
                  <a:lnTo>
                    <a:pt x="258" y="53"/>
                  </a:lnTo>
                  <a:lnTo>
                    <a:pt x="275" y="61"/>
                  </a:lnTo>
                  <a:lnTo>
                    <a:pt x="291" y="6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1" name="Freeform 73">
              <a:extLst>
                <a:ext uri="{FF2B5EF4-FFF2-40B4-BE49-F238E27FC236}">
                  <a16:creationId xmlns:a16="http://schemas.microsoft.com/office/drawing/2014/main" id="{0F386438-1D36-66D0-74D8-E9B705929BEB}"/>
                </a:ext>
              </a:extLst>
            </p:cNvPr>
            <p:cNvSpPr>
              <a:spLocks/>
            </p:cNvSpPr>
            <p:nvPr/>
          </p:nvSpPr>
          <p:spPr bwMode="auto">
            <a:xfrm>
              <a:off x="4769" y="324"/>
              <a:ext cx="48" cy="107"/>
            </a:xfrm>
            <a:custGeom>
              <a:avLst/>
              <a:gdLst>
                <a:gd name="T0" fmla="*/ 0 w 142"/>
                <a:gd name="T1" fmla="*/ 116 h 213"/>
                <a:gd name="T2" fmla="*/ 0 w 142"/>
                <a:gd name="T3" fmla="*/ 134 h 213"/>
                <a:gd name="T4" fmla="*/ 6 w 142"/>
                <a:gd name="T5" fmla="*/ 150 h 213"/>
                <a:gd name="T6" fmla="*/ 16 w 142"/>
                <a:gd name="T7" fmla="*/ 166 h 213"/>
                <a:gd name="T8" fmla="*/ 30 w 142"/>
                <a:gd name="T9" fmla="*/ 179 h 213"/>
                <a:gd name="T10" fmla="*/ 48 w 142"/>
                <a:gd name="T11" fmla="*/ 191 h 213"/>
                <a:gd name="T12" fmla="*/ 68 w 142"/>
                <a:gd name="T13" fmla="*/ 201 h 213"/>
                <a:gd name="T14" fmla="*/ 91 w 142"/>
                <a:gd name="T15" fmla="*/ 208 h 213"/>
                <a:gd name="T16" fmla="*/ 115 w 142"/>
                <a:gd name="T17" fmla="*/ 212 h 213"/>
                <a:gd name="T18" fmla="*/ 122 w 142"/>
                <a:gd name="T19" fmla="*/ 213 h 213"/>
                <a:gd name="T20" fmla="*/ 129 w 142"/>
                <a:gd name="T21" fmla="*/ 211 h 213"/>
                <a:gd name="T22" fmla="*/ 135 w 142"/>
                <a:gd name="T23" fmla="*/ 208 h 213"/>
                <a:gd name="T24" fmla="*/ 138 w 142"/>
                <a:gd name="T25" fmla="*/ 204 h 213"/>
                <a:gd name="T26" fmla="*/ 138 w 142"/>
                <a:gd name="T27" fmla="*/ 199 h 213"/>
                <a:gd name="T28" fmla="*/ 137 w 142"/>
                <a:gd name="T29" fmla="*/ 194 h 213"/>
                <a:gd name="T30" fmla="*/ 132 w 142"/>
                <a:gd name="T31" fmla="*/ 190 h 213"/>
                <a:gd name="T32" fmla="*/ 125 w 142"/>
                <a:gd name="T33" fmla="*/ 188 h 213"/>
                <a:gd name="T34" fmla="*/ 102 w 142"/>
                <a:gd name="T35" fmla="*/ 181 h 213"/>
                <a:gd name="T36" fmla="*/ 80 w 142"/>
                <a:gd name="T37" fmla="*/ 173 h 213"/>
                <a:gd name="T38" fmla="*/ 62 w 142"/>
                <a:gd name="T39" fmla="*/ 162 h 213"/>
                <a:gd name="T40" fmla="*/ 49 w 142"/>
                <a:gd name="T41" fmla="*/ 149 h 213"/>
                <a:gd name="T42" fmla="*/ 41 w 142"/>
                <a:gd name="T43" fmla="*/ 134 h 213"/>
                <a:gd name="T44" fmla="*/ 36 w 142"/>
                <a:gd name="T45" fmla="*/ 117 h 213"/>
                <a:gd name="T46" fmla="*/ 36 w 142"/>
                <a:gd name="T47" fmla="*/ 100 h 213"/>
                <a:gd name="T48" fmla="*/ 44 w 142"/>
                <a:gd name="T49" fmla="*/ 81 h 213"/>
                <a:gd name="T50" fmla="*/ 52 w 142"/>
                <a:gd name="T51" fmla="*/ 68 h 213"/>
                <a:gd name="T52" fmla="*/ 64 w 142"/>
                <a:gd name="T53" fmla="*/ 56 h 213"/>
                <a:gd name="T54" fmla="*/ 77 w 142"/>
                <a:gd name="T55" fmla="*/ 44 h 213"/>
                <a:gd name="T56" fmla="*/ 91 w 142"/>
                <a:gd name="T57" fmla="*/ 34 h 213"/>
                <a:gd name="T58" fmla="*/ 105 w 142"/>
                <a:gd name="T59" fmla="*/ 25 h 213"/>
                <a:gd name="T60" fmla="*/ 119 w 142"/>
                <a:gd name="T61" fmla="*/ 16 h 213"/>
                <a:gd name="T62" fmla="*/ 132 w 142"/>
                <a:gd name="T63" fmla="*/ 8 h 213"/>
                <a:gd name="T64" fmla="*/ 142 w 142"/>
                <a:gd name="T65" fmla="*/ 1 h 213"/>
                <a:gd name="T66" fmla="*/ 132 w 142"/>
                <a:gd name="T67" fmla="*/ 0 h 213"/>
                <a:gd name="T68" fmla="*/ 116 w 142"/>
                <a:gd name="T69" fmla="*/ 5 h 213"/>
                <a:gd name="T70" fmla="*/ 94 w 142"/>
                <a:gd name="T71" fmla="*/ 16 h 213"/>
                <a:gd name="T72" fmla="*/ 70 w 142"/>
                <a:gd name="T73" fmla="*/ 32 h 213"/>
                <a:gd name="T74" fmla="*/ 46 w 142"/>
                <a:gd name="T75" fmla="*/ 51 h 213"/>
                <a:gd name="T76" fmla="*/ 25 w 142"/>
                <a:gd name="T77" fmla="*/ 72 h 213"/>
                <a:gd name="T78" fmla="*/ 9 w 142"/>
                <a:gd name="T79" fmla="*/ 95 h 213"/>
                <a:gd name="T80" fmla="*/ 0 w 142"/>
                <a:gd name="T81" fmla="*/ 11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13">
                  <a:moveTo>
                    <a:pt x="0" y="116"/>
                  </a:moveTo>
                  <a:lnTo>
                    <a:pt x="0" y="134"/>
                  </a:lnTo>
                  <a:lnTo>
                    <a:pt x="6" y="150"/>
                  </a:lnTo>
                  <a:lnTo>
                    <a:pt x="16" y="166"/>
                  </a:lnTo>
                  <a:lnTo>
                    <a:pt x="30" y="179"/>
                  </a:lnTo>
                  <a:lnTo>
                    <a:pt x="48" y="191"/>
                  </a:lnTo>
                  <a:lnTo>
                    <a:pt x="68" y="201"/>
                  </a:lnTo>
                  <a:lnTo>
                    <a:pt x="91" y="208"/>
                  </a:lnTo>
                  <a:lnTo>
                    <a:pt x="115" y="212"/>
                  </a:lnTo>
                  <a:lnTo>
                    <a:pt x="122" y="213"/>
                  </a:lnTo>
                  <a:lnTo>
                    <a:pt x="129" y="211"/>
                  </a:lnTo>
                  <a:lnTo>
                    <a:pt x="135" y="208"/>
                  </a:lnTo>
                  <a:lnTo>
                    <a:pt x="138" y="204"/>
                  </a:lnTo>
                  <a:lnTo>
                    <a:pt x="138" y="199"/>
                  </a:lnTo>
                  <a:lnTo>
                    <a:pt x="137" y="194"/>
                  </a:lnTo>
                  <a:lnTo>
                    <a:pt x="132" y="190"/>
                  </a:lnTo>
                  <a:lnTo>
                    <a:pt x="125" y="188"/>
                  </a:lnTo>
                  <a:lnTo>
                    <a:pt x="102" y="181"/>
                  </a:lnTo>
                  <a:lnTo>
                    <a:pt x="80" y="173"/>
                  </a:lnTo>
                  <a:lnTo>
                    <a:pt x="62" y="162"/>
                  </a:lnTo>
                  <a:lnTo>
                    <a:pt x="49" y="149"/>
                  </a:lnTo>
                  <a:lnTo>
                    <a:pt x="41" y="134"/>
                  </a:lnTo>
                  <a:lnTo>
                    <a:pt x="36" y="117"/>
                  </a:lnTo>
                  <a:lnTo>
                    <a:pt x="36" y="100"/>
                  </a:lnTo>
                  <a:lnTo>
                    <a:pt x="44" y="81"/>
                  </a:lnTo>
                  <a:lnTo>
                    <a:pt x="52" y="68"/>
                  </a:lnTo>
                  <a:lnTo>
                    <a:pt x="64" y="56"/>
                  </a:lnTo>
                  <a:lnTo>
                    <a:pt x="77" y="44"/>
                  </a:lnTo>
                  <a:lnTo>
                    <a:pt x="91" y="34"/>
                  </a:lnTo>
                  <a:lnTo>
                    <a:pt x="105" y="25"/>
                  </a:lnTo>
                  <a:lnTo>
                    <a:pt x="119" y="16"/>
                  </a:lnTo>
                  <a:lnTo>
                    <a:pt x="132" y="8"/>
                  </a:lnTo>
                  <a:lnTo>
                    <a:pt x="142" y="1"/>
                  </a:lnTo>
                  <a:lnTo>
                    <a:pt x="132" y="0"/>
                  </a:lnTo>
                  <a:lnTo>
                    <a:pt x="116" y="5"/>
                  </a:lnTo>
                  <a:lnTo>
                    <a:pt x="94" y="16"/>
                  </a:lnTo>
                  <a:lnTo>
                    <a:pt x="70" y="32"/>
                  </a:lnTo>
                  <a:lnTo>
                    <a:pt x="46" y="51"/>
                  </a:lnTo>
                  <a:lnTo>
                    <a:pt x="25" y="72"/>
                  </a:lnTo>
                  <a:lnTo>
                    <a:pt x="9" y="95"/>
                  </a:lnTo>
                  <a:lnTo>
                    <a:pt x="0"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2" name="Freeform 74">
              <a:extLst>
                <a:ext uri="{FF2B5EF4-FFF2-40B4-BE49-F238E27FC236}">
                  <a16:creationId xmlns:a16="http://schemas.microsoft.com/office/drawing/2014/main" id="{8123A7F9-FE7C-F8ED-9B52-B79EACD86BF1}"/>
                </a:ext>
              </a:extLst>
            </p:cNvPr>
            <p:cNvSpPr>
              <a:spLocks/>
            </p:cNvSpPr>
            <p:nvPr/>
          </p:nvSpPr>
          <p:spPr bwMode="auto">
            <a:xfrm>
              <a:off x="5104" y="264"/>
              <a:ext cx="101" cy="139"/>
            </a:xfrm>
            <a:custGeom>
              <a:avLst/>
              <a:gdLst>
                <a:gd name="T0" fmla="*/ 257 w 305"/>
                <a:gd name="T1" fmla="*/ 112 h 279"/>
                <a:gd name="T2" fmla="*/ 271 w 305"/>
                <a:gd name="T3" fmla="*/ 129 h 279"/>
                <a:gd name="T4" fmla="*/ 279 w 305"/>
                <a:gd name="T5" fmla="*/ 148 h 279"/>
                <a:gd name="T6" fmla="*/ 274 w 305"/>
                <a:gd name="T7" fmla="*/ 168 h 279"/>
                <a:gd name="T8" fmla="*/ 258 w 305"/>
                <a:gd name="T9" fmla="*/ 188 h 279"/>
                <a:gd name="T10" fmla="*/ 234 w 305"/>
                <a:gd name="T11" fmla="*/ 205 h 279"/>
                <a:gd name="T12" fmla="*/ 206 w 305"/>
                <a:gd name="T13" fmla="*/ 221 h 279"/>
                <a:gd name="T14" fmla="*/ 177 w 305"/>
                <a:gd name="T15" fmla="*/ 237 h 279"/>
                <a:gd name="T16" fmla="*/ 160 w 305"/>
                <a:gd name="T17" fmla="*/ 250 h 279"/>
                <a:gd name="T18" fmla="*/ 154 w 305"/>
                <a:gd name="T19" fmla="*/ 258 h 279"/>
                <a:gd name="T20" fmla="*/ 149 w 305"/>
                <a:gd name="T21" fmla="*/ 266 h 279"/>
                <a:gd name="T22" fmla="*/ 151 w 305"/>
                <a:gd name="T23" fmla="*/ 275 h 279"/>
                <a:gd name="T24" fmla="*/ 161 w 305"/>
                <a:gd name="T25" fmla="*/ 279 h 279"/>
                <a:gd name="T26" fmla="*/ 173 w 305"/>
                <a:gd name="T27" fmla="*/ 278 h 279"/>
                <a:gd name="T28" fmla="*/ 191 w 305"/>
                <a:gd name="T29" fmla="*/ 263 h 279"/>
                <a:gd name="T30" fmla="*/ 223 w 305"/>
                <a:gd name="T31" fmla="*/ 242 h 279"/>
                <a:gd name="T32" fmla="*/ 257 w 305"/>
                <a:gd name="T33" fmla="*/ 221 h 279"/>
                <a:gd name="T34" fmla="*/ 286 w 305"/>
                <a:gd name="T35" fmla="*/ 197 h 279"/>
                <a:gd name="T36" fmla="*/ 303 w 305"/>
                <a:gd name="T37" fmla="*/ 168 h 279"/>
                <a:gd name="T38" fmla="*/ 300 w 305"/>
                <a:gd name="T39" fmla="*/ 137 h 279"/>
                <a:gd name="T40" fmla="*/ 282 w 305"/>
                <a:gd name="T41" fmla="*/ 109 h 279"/>
                <a:gd name="T42" fmla="*/ 250 w 305"/>
                <a:gd name="T43" fmla="*/ 85 h 279"/>
                <a:gd name="T44" fmla="*/ 219 w 305"/>
                <a:gd name="T45" fmla="*/ 67 h 279"/>
                <a:gd name="T46" fmla="*/ 189 w 305"/>
                <a:gd name="T47" fmla="*/ 54 h 279"/>
                <a:gd name="T48" fmla="*/ 157 w 305"/>
                <a:gd name="T49" fmla="*/ 40 h 279"/>
                <a:gd name="T50" fmla="*/ 122 w 305"/>
                <a:gd name="T51" fmla="*/ 26 h 279"/>
                <a:gd name="T52" fmla="*/ 90 w 305"/>
                <a:gd name="T53" fmla="*/ 15 h 279"/>
                <a:gd name="T54" fmla="*/ 58 w 305"/>
                <a:gd name="T55" fmla="*/ 7 h 279"/>
                <a:gd name="T56" fmla="*/ 30 w 305"/>
                <a:gd name="T57" fmla="*/ 1 h 279"/>
                <a:gd name="T58" fmla="*/ 8 w 305"/>
                <a:gd name="T59" fmla="*/ 1 h 279"/>
                <a:gd name="T60" fmla="*/ 10 w 305"/>
                <a:gd name="T61" fmla="*/ 6 h 279"/>
                <a:gd name="T62" fmla="*/ 35 w 305"/>
                <a:gd name="T63" fmla="*/ 13 h 279"/>
                <a:gd name="T64" fmla="*/ 64 w 305"/>
                <a:gd name="T65" fmla="*/ 22 h 279"/>
                <a:gd name="T66" fmla="*/ 97 w 305"/>
                <a:gd name="T67" fmla="*/ 33 h 279"/>
                <a:gd name="T68" fmla="*/ 132 w 305"/>
                <a:gd name="T69" fmla="*/ 47 h 279"/>
                <a:gd name="T70" fmla="*/ 167 w 305"/>
                <a:gd name="T71" fmla="*/ 62 h 279"/>
                <a:gd name="T72" fmla="*/ 202 w 305"/>
                <a:gd name="T73" fmla="*/ 79 h 279"/>
                <a:gd name="T74" fmla="*/ 232 w 305"/>
                <a:gd name="T75" fmla="*/ 95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5" h="279">
                  <a:moveTo>
                    <a:pt x="247" y="104"/>
                  </a:moveTo>
                  <a:lnTo>
                    <a:pt x="257" y="112"/>
                  </a:lnTo>
                  <a:lnTo>
                    <a:pt x="266" y="120"/>
                  </a:lnTo>
                  <a:lnTo>
                    <a:pt x="271" y="129"/>
                  </a:lnTo>
                  <a:lnTo>
                    <a:pt x="277" y="138"/>
                  </a:lnTo>
                  <a:lnTo>
                    <a:pt x="279" y="148"/>
                  </a:lnTo>
                  <a:lnTo>
                    <a:pt x="279" y="158"/>
                  </a:lnTo>
                  <a:lnTo>
                    <a:pt x="274" y="168"/>
                  </a:lnTo>
                  <a:lnTo>
                    <a:pt x="268" y="178"/>
                  </a:lnTo>
                  <a:lnTo>
                    <a:pt x="258" y="188"/>
                  </a:lnTo>
                  <a:lnTo>
                    <a:pt x="247" y="197"/>
                  </a:lnTo>
                  <a:lnTo>
                    <a:pt x="234" y="205"/>
                  </a:lnTo>
                  <a:lnTo>
                    <a:pt x="219" y="214"/>
                  </a:lnTo>
                  <a:lnTo>
                    <a:pt x="206" y="221"/>
                  </a:lnTo>
                  <a:lnTo>
                    <a:pt x="191" y="229"/>
                  </a:lnTo>
                  <a:lnTo>
                    <a:pt x="177" y="237"/>
                  </a:lnTo>
                  <a:lnTo>
                    <a:pt x="164" y="247"/>
                  </a:lnTo>
                  <a:lnTo>
                    <a:pt x="160" y="250"/>
                  </a:lnTo>
                  <a:lnTo>
                    <a:pt x="157" y="254"/>
                  </a:lnTo>
                  <a:lnTo>
                    <a:pt x="154" y="258"/>
                  </a:lnTo>
                  <a:lnTo>
                    <a:pt x="151" y="262"/>
                  </a:lnTo>
                  <a:lnTo>
                    <a:pt x="149" y="266"/>
                  </a:lnTo>
                  <a:lnTo>
                    <a:pt x="149" y="270"/>
                  </a:lnTo>
                  <a:lnTo>
                    <a:pt x="151" y="275"/>
                  </a:lnTo>
                  <a:lnTo>
                    <a:pt x="155" y="278"/>
                  </a:lnTo>
                  <a:lnTo>
                    <a:pt x="161" y="279"/>
                  </a:lnTo>
                  <a:lnTo>
                    <a:pt x="167" y="279"/>
                  </a:lnTo>
                  <a:lnTo>
                    <a:pt x="173" y="278"/>
                  </a:lnTo>
                  <a:lnTo>
                    <a:pt x="177" y="275"/>
                  </a:lnTo>
                  <a:lnTo>
                    <a:pt x="191" y="263"/>
                  </a:lnTo>
                  <a:lnTo>
                    <a:pt x="207" y="252"/>
                  </a:lnTo>
                  <a:lnTo>
                    <a:pt x="223" y="242"/>
                  </a:lnTo>
                  <a:lnTo>
                    <a:pt x="241" y="231"/>
                  </a:lnTo>
                  <a:lnTo>
                    <a:pt x="257" y="221"/>
                  </a:lnTo>
                  <a:lnTo>
                    <a:pt x="271" y="210"/>
                  </a:lnTo>
                  <a:lnTo>
                    <a:pt x="286" y="197"/>
                  </a:lnTo>
                  <a:lnTo>
                    <a:pt x="296" y="184"/>
                  </a:lnTo>
                  <a:lnTo>
                    <a:pt x="303" y="168"/>
                  </a:lnTo>
                  <a:lnTo>
                    <a:pt x="305" y="153"/>
                  </a:lnTo>
                  <a:lnTo>
                    <a:pt x="300" y="137"/>
                  </a:lnTo>
                  <a:lnTo>
                    <a:pt x="293" y="123"/>
                  </a:lnTo>
                  <a:lnTo>
                    <a:pt x="282" y="109"/>
                  </a:lnTo>
                  <a:lnTo>
                    <a:pt x="267" y="96"/>
                  </a:lnTo>
                  <a:lnTo>
                    <a:pt x="250" y="85"/>
                  </a:lnTo>
                  <a:lnTo>
                    <a:pt x="232" y="75"/>
                  </a:lnTo>
                  <a:lnTo>
                    <a:pt x="219" y="67"/>
                  </a:lnTo>
                  <a:lnTo>
                    <a:pt x="205" y="61"/>
                  </a:lnTo>
                  <a:lnTo>
                    <a:pt x="189" y="54"/>
                  </a:lnTo>
                  <a:lnTo>
                    <a:pt x="173" y="47"/>
                  </a:lnTo>
                  <a:lnTo>
                    <a:pt x="157" y="40"/>
                  </a:lnTo>
                  <a:lnTo>
                    <a:pt x="139" y="32"/>
                  </a:lnTo>
                  <a:lnTo>
                    <a:pt x="122" y="26"/>
                  </a:lnTo>
                  <a:lnTo>
                    <a:pt x="106" y="20"/>
                  </a:lnTo>
                  <a:lnTo>
                    <a:pt x="90" y="15"/>
                  </a:lnTo>
                  <a:lnTo>
                    <a:pt x="74" y="10"/>
                  </a:lnTo>
                  <a:lnTo>
                    <a:pt x="58" y="7"/>
                  </a:lnTo>
                  <a:lnTo>
                    <a:pt x="43" y="3"/>
                  </a:lnTo>
                  <a:lnTo>
                    <a:pt x="30" y="1"/>
                  </a:lnTo>
                  <a:lnTo>
                    <a:pt x="19" y="0"/>
                  </a:lnTo>
                  <a:lnTo>
                    <a:pt x="8" y="1"/>
                  </a:lnTo>
                  <a:lnTo>
                    <a:pt x="0" y="3"/>
                  </a:lnTo>
                  <a:lnTo>
                    <a:pt x="10" y="6"/>
                  </a:lnTo>
                  <a:lnTo>
                    <a:pt x="21" y="9"/>
                  </a:lnTo>
                  <a:lnTo>
                    <a:pt x="35" y="13"/>
                  </a:lnTo>
                  <a:lnTo>
                    <a:pt x="48" y="17"/>
                  </a:lnTo>
                  <a:lnTo>
                    <a:pt x="64" y="22"/>
                  </a:lnTo>
                  <a:lnTo>
                    <a:pt x="80" y="27"/>
                  </a:lnTo>
                  <a:lnTo>
                    <a:pt x="97" y="33"/>
                  </a:lnTo>
                  <a:lnTo>
                    <a:pt x="114" y="40"/>
                  </a:lnTo>
                  <a:lnTo>
                    <a:pt x="132" y="47"/>
                  </a:lnTo>
                  <a:lnTo>
                    <a:pt x="149" y="54"/>
                  </a:lnTo>
                  <a:lnTo>
                    <a:pt x="167" y="62"/>
                  </a:lnTo>
                  <a:lnTo>
                    <a:pt x="184" y="70"/>
                  </a:lnTo>
                  <a:lnTo>
                    <a:pt x="202" y="79"/>
                  </a:lnTo>
                  <a:lnTo>
                    <a:pt x="218" y="87"/>
                  </a:lnTo>
                  <a:lnTo>
                    <a:pt x="232" y="95"/>
                  </a:lnTo>
                  <a:lnTo>
                    <a:pt x="247" y="10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3" name="Freeform 75">
              <a:extLst>
                <a:ext uri="{FF2B5EF4-FFF2-40B4-BE49-F238E27FC236}">
                  <a16:creationId xmlns:a16="http://schemas.microsoft.com/office/drawing/2014/main" id="{C59DCDDF-6FB3-5661-EE63-3387AD9F4869}"/>
                </a:ext>
              </a:extLst>
            </p:cNvPr>
            <p:cNvSpPr>
              <a:spLocks/>
            </p:cNvSpPr>
            <p:nvPr/>
          </p:nvSpPr>
          <p:spPr bwMode="auto">
            <a:xfrm>
              <a:off x="4976" y="382"/>
              <a:ext cx="18" cy="42"/>
            </a:xfrm>
            <a:custGeom>
              <a:avLst/>
              <a:gdLst>
                <a:gd name="T0" fmla="*/ 28 w 54"/>
                <a:gd name="T1" fmla="*/ 10 h 85"/>
                <a:gd name="T2" fmla="*/ 27 w 54"/>
                <a:gd name="T3" fmla="*/ 6 h 85"/>
                <a:gd name="T4" fmla="*/ 22 w 54"/>
                <a:gd name="T5" fmla="*/ 2 h 85"/>
                <a:gd name="T6" fmla="*/ 18 w 54"/>
                <a:gd name="T7" fmla="*/ 0 h 85"/>
                <a:gd name="T8" fmla="*/ 12 w 54"/>
                <a:gd name="T9" fmla="*/ 0 h 85"/>
                <a:gd name="T10" fmla="*/ 8 w 54"/>
                <a:gd name="T11" fmla="*/ 1 h 85"/>
                <a:gd name="T12" fmla="*/ 3 w 54"/>
                <a:gd name="T13" fmla="*/ 3 h 85"/>
                <a:gd name="T14" fmla="*/ 0 w 54"/>
                <a:gd name="T15" fmla="*/ 7 h 85"/>
                <a:gd name="T16" fmla="*/ 0 w 54"/>
                <a:gd name="T17" fmla="*/ 11 h 85"/>
                <a:gd name="T18" fmla="*/ 0 w 54"/>
                <a:gd name="T19" fmla="*/ 22 h 85"/>
                <a:gd name="T20" fmla="*/ 5 w 54"/>
                <a:gd name="T21" fmla="*/ 34 h 85"/>
                <a:gd name="T22" fmla="*/ 11 w 54"/>
                <a:gd name="T23" fmla="*/ 47 h 85"/>
                <a:gd name="T24" fmla="*/ 18 w 54"/>
                <a:gd name="T25" fmla="*/ 59 h 85"/>
                <a:gd name="T26" fmla="*/ 27 w 54"/>
                <a:gd name="T27" fmla="*/ 70 h 85"/>
                <a:gd name="T28" fmla="*/ 35 w 54"/>
                <a:gd name="T29" fmla="*/ 79 h 85"/>
                <a:gd name="T30" fmla="*/ 46 w 54"/>
                <a:gd name="T31" fmla="*/ 84 h 85"/>
                <a:gd name="T32" fmla="*/ 53 w 54"/>
                <a:gd name="T33" fmla="*/ 85 h 85"/>
                <a:gd name="T34" fmla="*/ 54 w 54"/>
                <a:gd name="T35" fmla="*/ 68 h 85"/>
                <a:gd name="T36" fmla="*/ 47 w 54"/>
                <a:gd name="T37" fmla="*/ 49 h 85"/>
                <a:gd name="T38" fmla="*/ 38 w 54"/>
                <a:gd name="T39" fmla="*/ 29 h 85"/>
                <a:gd name="T40" fmla="*/ 28 w 54"/>
                <a:gd name="T41" fmla="*/ 1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85">
                  <a:moveTo>
                    <a:pt x="28" y="10"/>
                  </a:moveTo>
                  <a:lnTo>
                    <a:pt x="27" y="6"/>
                  </a:lnTo>
                  <a:lnTo>
                    <a:pt x="22" y="2"/>
                  </a:lnTo>
                  <a:lnTo>
                    <a:pt x="18" y="0"/>
                  </a:lnTo>
                  <a:lnTo>
                    <a:pt x="12" y="0"/>
                  </a:lnTo>
                  <a:lnTo>
                    <a:pt x="8" y="1"/>
                  </a:lnTo>
                  <a:lnTo>
                    <a:pt x="3" y="3"/>
                  </a:lnTo>
                  <a:lnTo>
                    <a:pt x="0" y="7"/>
                  </a:lnTo>
                  <a:lnTo>
                    <a:pt x="0" y="11"/>
                  </a:lnTo>
                  <a:lnTo>
                    <a:pt x="0" y="22"/>
                  </a:lnTo>
                  <a:lnTo>
                    <a:pt x="5" y="34"/>
                  </a:lnTo>
                  <a:lnTo>
                    <a:pt x="11" y="47"/>
                  </a:lnTo>
                  <a:lnTo>
                    <a:pt x="18" y="59"/>
                  </a:lnTo>
                  <a:lnTo>
                    <a:pt x="27" y="70"/>
                  </a:lnTo>
                  <a:lnTo>
                    <a:pt x="35" y="79"/>
                  </a:lnTo>
                  <a:lnTo>
                    <a:pt x="46" y="84"/>
                  </a:lnTo>
                  <a:lnTo>
                    <a:pt x="53" y="85"/>
                  </a:lnTo>
                  <a:lnTo>
                    <a:pt x="54" y="68"/>
                  </a:lnTo>
                  <a:lnTo>
                    <a:pt x="47" y="49"/>
                  </a:lnTo>
                  <a:lnTo>
                    <a:pt x="38" y="29"/>
                  </a:lnTo>
                  <a:lnTo>
                    <a:pt x="28"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4" name="Freeform 76">
              <a:extLst>
                <a:ext uri="{FF2B5EF4-FFF2-40B4-BE49-F238E27FC236}">
                  <a16:creationId xmlns:a16="http://schemas.microsoft.com/office/drawing/2014/main" id="{1C0AC16A-8E34-2C6A-7180-1428462A5623}"/>
                </a:ext>
              </a:extLst>
            </p:cNvPr>
            <p:cNvSpPr>
              <a:spLocks/>
            </p:cNvSpPr>
            <p:nvPr/>
          </p:nvSpPr>
          <p:spPr bwMode="auto">
            <a:xfrm>
              <a:off x="4962" y="351"/>
              <a:ext cx="15" cy="24"/>
            </a:xfrm>
            <a:custGeom>
              <a:avLst/>
              <a:gdLst>
                <a:gd name="T0" fmla="*/ 25 w 46"/>
                <a:gd name="T1" fmla="*/ 6 h 48"/>
                <a:gd name="T2" fmla="*/ 25 w 46"/>
                <a:gd name="T3" fmla="*/ 7 h 48"/>
                <a:gd name="T4" fmla="*/ 25 w 46"/>
                <a:gd name="T5" fmla="*/ 7 h 48"/>
                <a:gd name="T6" fmla="*/ 25 w 46"/>
                <a:gd name="T7" fmla="*/ 7 h 48"/>
                <a:gd name="T8" fmla="*/ 25 w 46"/>
                <a:gd name="T9" fmla="*/ 7 h 48"/>
                <a:gd name="T10" fmla="*/ 23 w 46"/>
                <a:gd name="T11" fmla="*/ 4 h 48"/>
                <a:gd name="T12" fmla="*/ 19 w 46"/>
                <a:gd name="T13" fmla="*/ 1 h 48"/>
                <a:gd name="T14" fmla="*/ 14 w 46"/>
                <a:gd name="T15" fmla="*/ 0 h 48"/>
                <a:gd name="T16" fmla="*/ 9 w 46"/>
                <a:gd name="T17" fmla="*/ 0 h 48"/>
                <a:gd name="T18" fmla="*/ 4 w 46"/>
                <a:gd name="T19" fmla="*/ 1 h 48"/>
                <a:gd name="T20" fmla="*/ 1 w 46"/>
                <a:gd name="T21" fmla="*/ 4 h 48"/>
                <a:gd name="T22" fmla="*/ 0 w 46"/>
                <a:gd name="T23" fmla="*/ 7 h 48"/>
                <a:gd name="T24" fmla="*/ 0 w 46"/>
                <a:gd name="T25" fmla="*/ 10 h 48"/>
                <a:gd name="T26" fmla="*/ 1 w 46"/>
                <a:gd name="T27" fmla="*/ 15 h 48"/>
                <a:gd name="T28" fmla="*/ 4 w 46"/>
                <a:gd name="T29" fmla="*/ 21 h 48"/>
                <a:gd name="T30" fmla="*/ 10 w 46"/>
                <a:gd name="T31" fmla="*/ 28 h 48"/>
                <a:gd name="T32" fmla="*/ 17 w 46"/>
                <a:gd name="T33" fmla="*/ 35 h 48"/>
                <a:gd name="T34" fmla="*/ 25 w 46"/>
                <a:gd name="T35" fmla="*/ 41 h 48"/>
                <a:gd name="T36" fmla="*/ 33 w 46"/>
                <a:gd name="T37" fmla="*/ 45 h 48"/>
                <a:gd name="T38" fmla="*/ 41 w 46"/>
                <a:gd name="T39" fmla="*/ 48 h 48"/>
                <a:gd name="T40" fmla="*/ 46 w 46"/>
                <a:gd name="T41" fmla="*/ 48 h 48"/>
                <a:gd name="T42" fmla="*/ 45 w 46"/>
                <a:gd name="T43" fmla="*/ 38 h 48"/>
                <a:gd name="T44" fmla="*/ 39 w 46"/>
                <a:gd name="T45" fmla="*/ 25 h 48"/>
                <a:gd name="T46" fmla="*/ 30 w 46"/>
                <a:gd name="T47" fmla="*/ 14 h 48"/>
                <a:gd name="T48" fmla="*/ 25 w 46"/>
                <a:gd name="T49"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48">
                  <a:moveTo>
                    <a:pt x="25" y="6"/>
                  </a:moveTo>
                  <a:lnTo>
                    <a:pt x="25" y="7"/>
                  </a:lnTo>
                  <a:lnTo>
                    <a:pt x="25" y="7"/>
                  </a:lnTo>
                  <a:lnTo>
                    <a:pt x="25" y="7"/>
                  </a:lnTo>
                  <a:lnTo>
                    <a:pt x="25" y="7"/>
                  </a:lnTo>
                  <a:lnTo>
                    <a:pt x="23" y="4"/>
                  </a:lnTo>
                  <a:lnTo>
                    <a:pt x="19" y="1"/>
                  </a:lnTo>
                  <a:lnTo>
                    <a:pt x="14" y="0"/>
                  </a:lnTo>
                  <a:lnTo>
                    <a:pt x="9" y="0"/>
                  </a:lnTo>
                  <a:lnTo>
                    <a:pt x="4" y="1"/>
                  </a:lnTo>
                  <a:lnTo>
                    <a:pt x="1" y="4"/>
                  </a:lnTo>
                  <a:lnTo>
                    <a:pt x="0" y="7"/>
                  </a:lnTo>
                  <a:lnTo>
                    <a:pt x="0" y="10"/>
                  </a:lnTo>
                  <a:lnTo>
                    <a:pt x="1" y="15"/>
                  </a:lnTo>
                  <a:lnTo>
                    <a:pt x="4" y="21"/>
                  </a:lnTo>
                  <a:lnTo>
                    <a:pt x="10" y="28"/>
                  </a:lnTo>
                  <a:lnTo>
                    <a:pt x="17" y="35"/>
                  </a:lnTo>
                  <a:lnTo>
                    <a:pt x="25" y="41"/>
                  </a:lnTo>
                  <a:lnTo>
                    <a:pt x="33" y="45"/>
                  </a:lnTo>
                  <a:lnTo>
                    <a:pt x="41" y="48"/>
                  </a:lnTo>
                  <a:lnTo>
                    <a:pt x="46" y="48"/>
                  </a:lnTo>
                  <a:lnTo>
                    <a:pt x="45" y="38"/>
                  </a:lnTo>
                  <a:lnTo>
                    <a:pt x="39" y="25"/>
                  </a:lnTo>
                  <a:lnTo>
                    <a:pt x="30" y="14"/>
                  </a:lnTo>
                  <a:lnTo>
                    <a:pt x="2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5" name="Freeform 77">
              <a:extLst>
                <a:ext uri="{FF2B5EF4-FFF2-40B4-BE49-F238E27FC236}">
                  <a16:creationId xmlns:a16="http://schemas.microsoft.com/office/drawing/2014/main" id="{35E117BD-5ACE-313C-E5C7-B9CA8B337F6B}"/>
                </a:ext>
              </a:extLst>
            </p:cNvPr>
            <p:cNvSpPr>
              <a:spLocks/>
            </p:cNvSpPr>
            <p:nvPr/>
          </p:nvSpPr>
          <p:spPr bwMode="auto">
            <a:xfrm>
              <a:off x="4949" y="331"/>
              <a:ext cx="21" cy="16"/>
            </a:xfrm>
            <a:custGeom>
              <a:avLst/>
              <a:gdLst>
                <a:gd name="T0" fmla="*/ 50 w 64"/>
                <a:gd name="T1" fmla="*/ 24 h 32"/>
                <a:gd name="T2" fmla="*/ 56 w 64"/>
                <a:gd name="T3" fmla="*/ 22 h 32"/>
                <a:gd name="T4" fmla="*/ 62 w 64"/>
                <a:gd name="T5" fmla="*/ 19 h 32"/>
                <a:gd name="T6" fmla="*/ 64 w 64"/>
                <a:gd name="T7" fmla="*/ 15 h 32"/>
                <a:gd name="T8" fmla="*/ 64 w 64"/>
                <a:gd name="T9" fmla="*/ 11 h 32"/>
                <a:gd name="T10" fmla="*/ 61 w 64"/>
                <a:gd name="T11" fmla="*/ 6 h 32"/>
                <a:gd name="T12" fmla="*/ 56 w 64"/>
                <a:gd name="T13" fmla="*/ 2 h 32"/>
                <a:gd name="T14" fmla="*/ 50 w 64"/>
                <a:gd name="T15" fmla="*/ 0 h 32"/>
                <a:gd name="T16" fmla="*/ 43 w 64"/>
                <a:gd name="T17" fmla="*/ 0 h 32"/>
                <a:gd name="T18" fmla="*/ 40 w 64"/>
                <a:gd name="T19" fmla="*/ 0 h 32"/>
                <a:gd name="T20" fmla="*/ 35 w 64"/>
                <a:gd name="T21" fmla="*/ 1 h 32"/>
                <a:gd name="T22" fmla="*/ 26 w 64"/>
                <a:gd name="T23" fmla="*/ 3 h 32"/>
                <a:gd name="T24" fmla="*/ 16 w 64"/>
                <a:gd name="T25" fmla="*/ 8 h 32"/>
                <a:gd name="T26" fmla="*/ 7 w 64"/>
                <a:gd name="T27" fmla="*/ 14 h 32"/>
                <a:gd name="T28" fmla="*/ 3 w 64"/>
                <a:gd name="T29" fmla="*/ 20 h 32"/>
                <a:gd name="T30" fmla="*/ 0 w 64"/>
                <a:gd name="T31" fmla="*/ 26 h 32"/>
                <a:gd name="T32" fmla="*/ 0 w 64"/>
                <a:gd name="T33" fmla="*/ 28 h 32"/>
                <a:gd name="T34" fmla="*/ 4 w 64"/>
                <a:gd name="T35" fmla="*/ 30 h 32"/>
                <a:gd name="T36" fmla="*/ 10 w 64"/>
                <a:gd name="T37" fmla="*/ 32 h 32"/>
                <a:gd name="T38" fmla="*/ 16 w 64"/>
                <a:gd name="T39" fmla="*/ 32 h 32"/>
                <a:gd name="T40" fmla="*/ 21 w 64"/>
                <a:gd name="T41" fmla="*/ 32 h 32"/>
                <a:gd name="T42" fmla="*/ 29 w 64"/>
                <a:gd name="T43" fmla="*/ 30 h 32"/>
                <a:gd name="T44" fmla="*/ 36 w 64"/>
                <a:gd name="T45" fmla="*/ 29 h 32"/>
                <a:gd name="T46" fmla="*/ 43 w 64"/>
                <a:gd name="T47" fmla="*/ 27 h 32"/>
                <a:gd name="T48" fmla="*/ 50 w 64"/>
                <a:gd name="T49" fmla="*/ 2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 h="32">
                  <a:moveTo>
                    <a:pt x="50" y="24"/>
                  </a:moveTo>
                  <a:lnTo>
                    <a:pt x="56" y="22"/>
                  </a:lnTo>
                  <a:lnTo>
                    <a:pt x="62" y="19"/>
                  </a:lnTo>
                  <a:lnTo>
                    <a:pt x="64" y="15"/>
                  </a:lnTo>
                  <a:lnTo>
                    <a:pt x="64" y="11"/>
                  </a:lnTo>
                  <a:lnTo>
                    <a:pt x="61" y="6"/>
                  </a:lnTo>
                  <a:lnTo>
                    <a:pt x="56" y="2"/>
                  </a:lnTo>
                  <a:lnTo>
                    <a:pt x="50" y="0"/>
                  </a:lnTo>
                  <a:lnTo>
                    <a:pt x="43" y="0"/>
                  </a:lnTo>
                  <a:lnTo>
                    <a:pt x="40" y="0"/>
                  </a:lnTo>
                  <a:lnTo>
                    <a:pt x="35" y="1"/>
                  </a:lnTo>
                  <a:lnTo>
                    <a:pt x="26" y="3"/>
                  </a:lnTo>
                  <a:lnTo>
                    <a:pt x="16" y="8"/>
                  </a:lnTo>
                  <a:lnTo>
                    <a:pt x="7" y="14"/>
                  </a:lnTo>
                  <a:lnTo>
                    <a:pt x="3" y="20"/>
                  </a:lnTo>
                  <a:lnTo>
                    <a:pt x="0" y="26"/>
                  </a:lnTo>
                  <a:lnTo>
                    <a:pt x="0" y="28"/>
                  </a:lnTo>
                  <a:lnTo>
                    <a:pt x="4" y="30"/>
                  </a:lnTo>
                  <a:lnTo>
                    <a:pt x="10" y="32"/>
                  </a:lnTo>
                  <a:lnTo>
                    <a:pt x="16" y="32"/>
                  </a:lnTo>
                  <a:lnTo>
                    <a:pt x="21" y="32"/>
                  </a:lnTo>
                  <a:lnTo>
                    <a:pt x="29" y="30"/>
                  </a:lnTo>
                  <a:lnTo>
                    <a:pt x="36" y="29"/>
                  </a:lnTo>
                  <a:lnTo>
                    <a:pt x="43" y="27"/>
                  </a:lnTo>
                  <a:lnTo>
                    <a:pt x="5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6" name="Freeform 78">
              <a:extLst>
                <a:ext uri="{FF2B5EF4-FFF2-40B4-BE49-F238E27FC236}">
                  <a16:creationId xmlns:a16="http://schemas.microsoft.com/office/drawing/2014/main" id="{22BA6744-07EB-A87F-F17B-1D116482D91D}"/>
                </a:ext>
              </a:extLst>
            </p:cNvPr>
            <p:cNvSpPr>
              <a:spLocks/>
            </p:cNvSpPr>
            <p:nvPr/>
          </p:nvSpPr>
          <p:spPr bwMode="auto">
            <a:xfrm>
              <a:off x="4849" y="304"/>
              <a:ext cx="82" cy="106"/>
            </a:xfrm>
            <a:custGeom>
              <a:avLst/>
              <a:gdLst>
                <a:gd name="T0" fmla="*/ 90 w 246"/>
                <a:gd name="T1" fmla="*/ 32 h 211"/>
                <a:gd name="T2" fmla="*/ 73 w 246"/>
                <a:gd name="T3" fmla="*/ 41 h 211"/>
                <a:gd name="T4" fmla="*/ 57 w 246"/>
                <a:gd name="T5" fmla="*/ 51 h 211"/>
                <a:gd name="T6" fmla="*/ 41 w 246"/>
                <a:gd name="T7" fmla="*/ 64 h 211"/>
                <a:gd name="T8" fmla="*/ 28 w 246"/>
                <a:gd name="T9" fmla="*/ 76 h 211"/>
                <a:gd name="T10" fmla="*/ 18 w 246"/>
                <a:gd name="T11" fmla="*/ 89 h 211"/>
                <a:gd name="T12" fmla="*/ 9 w 246"/>
                <a:gd name="T13" fmla="*/ 103 h 211"/>
                <a:gd name="T14" fmla="*/ 3 w 246"/>
                <a:gd name="T15" fmla="*/ 116 h 211"/>
                <a:gd name="T16" fmla="*/ 0 w 246"/>
                <a:gd name="T17" fmla="*/ 131 h 211"/>
                <a:gd name="T18" fmla="*/ 3 w 246"/>
                <a:gd name="T19" fmla="*/ 152 h 211"/>
                <a:gd name="T20" fmla="*/ 15 w 246"/>
                <a:gd name="T21" fmla="*/ 170 h 211"/>
                <a:gd name="T22" fmla="*/ 32 w 246"/>
                <a:gd name="T23" fmla="*/ 185 h 211"/>
                <a:gd name="T24" fmla="*/ 54 w 246"/>
                <a:gd name="T25" fmla="*/ 197 h 211"/>
                <a:gd name="T26" fmla="*/ 80 w 246"/>
                <a:gd name="T27" fmla="*/ 205 h 211"/>
                <a:gd name="T28" fmla="*/ 109 w 246"/>
                <a:gd name="T29" fmla="*/ 210 h 211"/>
                <a:gd name="T30" fmla="*/ 137 w 246"/>
                <a:gd name="T31" fmla="*/ 211 h 211"/>
                <a:gd name="T32" fmla="*/ 164 w 246"/>
                <a:gd name="T33" fmla="*/ 208 h 211"/>
                <a:gd name="T34" fmla="*/ 170 w 246"/>
                <a:gd name="T35" fmla="*/ 208 h 211"/>
                <a:gd name="T36" fmla="*/ 176 w 246"/>
                <a:gd name="T37" fmla="*/ 206 h 211"/>
                <a:gd name="T38" fmla="*/ 180 w 246"/>
                <a:gd name="T39" fmla="*/ 202 h 211"/>
                <a:gd name="T40" fmla="*/ 182 w 246"/>
                <a:gd name="T41" fmla="*/ 198 h 211"/>
                <a:gd name="T42" fmla="*/ 180 w 246"/>
                <a:gd name="T43" fmla="*/ 196 h 211"/>
                <a:gd name="T44" fmla="*/ 176 w 246"/>
                <a:gd name="T45" fmla="*/ 196 h 211"/>
                <a:gd name="T46" fmla="*/ 170 w 246"/>
                <a:gd name="T47" fmla="*/ 195 h 211"/>
                <a:gd name="T48" fmla="*/ 163 w 246"/>
                <a:gd name="T49" fmla="*/ 195 h 211"/>
                <a:gd name="T50" fmla="*/ 154 w 246"/>
                <a:gd name="T51" fmla="*/ 195 h 211"/>
                <a:gd name="T52" fmla="*/ 147 w 246"/>
                <a:gd name="T53" fmla="*/ 195 h 211"/>
                <a:gd name="T54" fmla="*/ 140 w 246"/>
                <a:gd name="T55" fmla="*/ 195 h 211"/>
                <a:gd name="T56" fmla="*/ 135 w 246"/>
                <a:gd name="T57" fmla="*/ 195 h 211"/>
                <a:gd name="T58" fmla="*/ 121 w 246"/>
                <a:gd name="T59" fmla="*/ 194 h 211"/>
                <a:gd name="T60" fmla="*/ 108 w 246"/>
                <a:gd name="T61" fmla="*/ 193 h 211"/>
                <a:gd name="T62" fmla="*/ 93 w 246"/>
                <a:gd name="T63" fmla="*/ 191 h 211"/>
                <a:gd name="T64" fmla="*/ 79 w 246"/>
                <a:gd name="T65" fmla="*/ 188 h 211"/>
                <a:gd name="T66" fmla="*/ 64 w 246"/>
                <a:gd name="T67" fmla="*/ 185 h 211"/>
                <a:gd name="T68" fmla="*/ 50 w 246"/>
                <a:gd name="T69" fmla="*/ 178 h 211"/>
                <a:gd name="T70" fmla="*/ 37 w 246"/>
                <a:gd name="T71" fmla="*/ 169 h 211"/>
                <a:gd name="T72" fmla="*/ 22 w 246"/>
                <a:gd name="T73" fmla="*/ 155 h 211"/>
                <a:gd name="T74" fmla="*/ 19 w 246"/>
                <a:gd name="T75" fmla="*/ 140 h 211"/>
                <a:gd name="T76" fmla="*/ 21 w 246"/>
                <a:gd name="T77" fmla="*/ 126 h 211"/>
                <a:gd name="T78" fmla="*/ 26 w 246"/>
                <a:gd name="T79" fmla="*/ 111 h 211"/>
                <a:gd name="T80" fmla="*/ 35 w 246"/>
                <a:gd name="T81" fmla="*/ 98 h 211"/>
                <a:gd name="T82" fmla="*/ 48 w 246"/>
                <a:gd name="T83" fmla="*/ 85 h 211"/>
                <a:gd name="T84" fmla="*/ 63 w 246"/>
                <a:gd name="T85" fmla="*/ 73 h 211"/>
                <a:gd name="T86" fmla="*/ 79 w 246"/>
                <a:gd name="T87" fmla="*/ 63 h 211"/>
                <a:gd name="T88" fmla="*/ 98 w 246"/>
                <a:gd name="T89" fmla="*/ 52 h 211"/>
                <a:gd name="T90" fmla="*/ 117 w 246"/>
                <a:gd name="T91" fmla="*/ 43 h 211"/>
                <a:gd name="T92" fmla="*/ 137 w 246"/>
                <a:gd name="T93" fmla="*/ 35 h 211"/>
                <a:gd name="T94" fmla="*/ 157 w 246"/>
                <a:gd name="T95" fmla="*/ 28 h 211"/>
                <a:gd name="T96" fmla="*/ 176 w 246"/>
                <a:gd name="T97" fmla="*/ 21 h 211"/>
                <a:gd name="T98" fmla="*/ 196 w 246"/>
                <a:gd name="T99" fmla="*/ 16 h 211"/>
                <a:gd name="T100" fmla="*/ 214 w 246"/>
                <a:gd name="T101" fmla="*/ 11 h 211"/>
                <a:gd name="T102" fmla="*/ 231 w 246"/>
                <a:gd name="T103" fmla="*/ 8 h 211"/>
                <a:gd name="T104" fmla="*/ 246 w 246"/>
                <a:gd name="T105" fmla="*/ 6 h 211"/>
                <a:gd name="T106" fmla="*/ 236 w 246"/>
                <a:gd name="T107" fmla="*/ 2 h 211"/>
                <a:gd name="T108" fmla="*/ 220 w 246"/>
                <a:gd name="T109" fmla="*/ 0 h 211"/>
                <a:gd name="T110" fmla="*/ 201 w 246"/>
                <a:gd name="T111" fmla="*/ 2 h 211"/>
                <a:gd name="T112" fmla="*/ 179 w 246"/>
                <a:gd name="T113" fmla="*/ 5 h 211"/>
                <a:gd name="T114" fmla="*/ 154 w 246"/>
                <a:gd name="T115" fmla="*/ 10 h 211"/>
                <a:gd name="T116" fmla="*/ 131 w 246"/>
                <a:gd name="T117" fmla="*/ 16 h 211"/>
                <a:gd name="T118" fmla="*/ 109 w 246"/>
                <a:gd name="T119" fmla="*/ 24 h 211"/>
                <a:gd name="T120" fmla="*/ 90 w 246"/>
                <a:gd name="T121" fmla="*/ 32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6" h="211">
                  <a:moveTo>
                    <a:pt x="90" y="32"/>
                  </a:moveTo>
                  <a:lnTo>
                    <a:pt x="73" y="41"/>
                  </a:lnTo>
                  <a:lnTo>
                    <a:pt x="57" y="51"/>
                  </a:lnTo>
                  <a:lnTo>
                    <a:pt x="41" y="64"/>
                  </a:lnTo>
                  <a:lnTo>
                    <a:pt x="28" y="76"/>
                  </a:lnTo>
                  <a:lnTo>
                    <a:pt x="18" y="89"/>
                  </a:lnTo>
                  <a:lnTo>
                    <a:pt x="9" y="103"/>
                  </a:lnTo>
                  <a:lnTo>
                    <a:pt x="3" y="116"/>
                  </a:lnTo>
                  <a:lnTo>
                    <a:pt x="0" y="131"/>
                  </a:lnTo>
                  <a:lnTo>
                    <a:pt x="3" y="152"/>
                  </a:lnTo>
                  <a:lnTo>
                    <a:pt x="15" y="170"/>
                  </a:lnTo>
                  <a:lnTo>
                    <a:pt x="32" y="185"/>
                  </a:lnTo>
                  <a:lnTo>
                    <a:pt x="54" y="197"/>
                  </a:lnTo>
                  <a:lnTo>
                    <a:pt x="80" y="205"/>
                  </a:lnTo>
                  <a:lnTo>
                    <a:pt x="109" y="210"/>
                  </a:lnTo>
                  <a:lnTo>
                    <a:pt x="137" y="211"/>
                  </a:lnTo>
                  <a:lnTo>
                    <a:pt x="164" y="208"/>
                  </a:lnTo>
                  <a:lnTo>
                    <a:pt x="170" y="208"/>
                  </a:lnTo>
                  <a:lnTo>
                    <a:pt x="176" y="206"/>
                  </a:lnTo>
                  <a:lnTo>
                    <a:pt x="180" y="202"/>
                  </a:lnTo>
                  <a:lnTo>
                    <a:pt x="182" y="198"/>
                  </a:lnTo>
                  <a:lnTo>
                    <a:pt x="180" y="196"/>
                  </a:lnTo>
                  <a:lnTo>
                    <a:pt x="176" y="196"/>
                  </a:lnTo>
                  <a:lnTo>
                    <a:pt x="170" y="195"/>
                  </a:lnTo>
                  <a:lnTo>
                    <a:pt x="163" y="195"/>
                  </a:lnTo>
                  <a:lnTo>
                    <a:pt x="154" y="195"/>
                  </a:lnTo>
                  <a:lnTo>
                    <a:pt x="147" y="195"/>
                  </a:lnTo>
                  <a:lnTo>
                    <a:pt x="140" y="195"/>
                  </a:lnTo>
                  <a:lnTo>
                    <a:pt x="135" y="195"/>
                  </a:lnTo>
                  <a:lnTo>
                    <a:pt x="121" y="194"/>
                  </a:lnTo>
                  <a:lnTo>
                    <a:pt x="108" y="193"/>
                  </a:lnTo>
                  <a:lnTo>
                    <a:pt x="93" y="191"/>
                  </a:lnTo>
                  <a:lnTo>
                    <a:pt x="79" y="188"/>
                  </a:lnTo>
                  <a:lnTo>
                    <a:pt x="64" y="185"/>
                  </a:lnTo>
                  <a:lnTo>
                    <a:pt x="50" y="178"/>
                  </a:lnTo>
                  <a:lnTo>
                    <a:pt x="37" y="169"/>
                  </a:lnTo>
                  <a:lnTo>
                    <a:pt x="22" y="155"/>
                  </a:lnTo>
                  <a:lnTo>
                    <a:pt x="19" y="140"/>
                  </a:lnTo>
                  <a:lnTo>
                    <a:pt x="21" y="126"/>
                  </a:lnTo>
                  <a:lnTo>
                    <a:pt x="26" y="111"/>
                  </a:lnTo>
                  <a:lnTo>
                    <a:pt x="35" y="98"/>
                  </a:lnTo>
                  <a:lnTo>
                    <a:pt x="48" y="85"/>
                  </a:lnTo>
                  <a:lnTo>
                    <a:pt x="63" y="73"/>
                  </a:lnTo>
                  <a:lnTo>
                    <a:pt x="79" y="63"/>
                  </a:lnTo>
                  <a:lnTo>
                    <a:pt x="98" y="52"/>
                  </a:lnTo>
                  <a:lnTo>
                    <a:pt x="117" y="43"/>
                  </a:lnTo>
                  <a:lnTo>
                    <a:pt x="137" y="35"/>
                  </a:lnTo>
                  <a:lnTo>
                    <a:pt x="157" y="28"/>
                  </a:lnTo>
                  <a:lnTo>
                    <a:pt x="176" y="21"/>
                  </a:lnTo>
                  <a:lnTo>
                    <a:pt x="196" y="16"/>
                  </a:lnTo>
                  <a:lnTo>
                    <a:pt x="214" y="11"/>
                  </a:lnTo>
                  <a:lnTo>
                    <a:pt x="231" y="8"/>
                  </a:lnTo>
                  <a:lnTo>
                    <a:pt x="246" y="6"/>
                  </a:lnTo>
                  <a:lnTo>
                    <a:pt x="236" y="2"/>
                  </a:lnTo>
                  <a:lnTo>
                    <a:pt x="220" y="0"/>
                  </a:lnTo>
                  <a:lnTo>
                    <a:pt x="201" y="2"/>
                  </a:lnTo>
                  <a:lnTo>
                    <a:pt x="179" y="5"/>
                  </a:lnTo>
                  <a:lnTo>
                    <a:pt x="154" y="10"/>
                  </a:lnTo>
                  <a:lnTo>
                    <a:pt x="131" y="16"/>
                  </a:lnTo>
                  <a:lnTo>
                    <a:pt x="109" y="24"/>
                  </a:lnTo>
                  <a:lnTo>
                    <a:pt x="90"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7" name="Freeform 79">
              <a:extLst>
                <a:ext uri="{FF2B5EF4-FFF2-40B4-BE49-F238E27FC236}">
                  <a16:creationId xmlns:a16="http://schemas.microsoft.com/office/drawing/2014/main" id="{BF05A810-514F-5026-DEB1-98D9CBF80DD8}"/>
                </a:ext>
              </a:extLst>
            </p:cNvPr>
            <p:cNvSpPr>
              <a:spLocks/>
            </p:cNvSpPr>
            <p:nvPr/>
          </p:nvSpPr>
          <p:spPr bwMode="auto">
            <a:xfrm>
              <a:off x="4989" y="303"/>
              <a:ext cx="53" cy="82"/>
            </a:xfrm>
            <a:custGeom>
              <a:avLst/>
              <a:gdLst>
                <a:gd name="T0" fmla="*/ 133 w 158"/>
                <a:gd name="T1" fmla="*/ 54 h 164"/>
                <a:gd name="T2" fmla="*/ 138 w 158"/>
                <a:gd name="T3" fmla="*/ 72 h 164"/>
                <a:gd name="T4" fmla="*/ 135 w 158"/>
                <a:gd name="T5" fmla="*/ 86 h 164"/>
                <a:gd name="T6" fmla="*/ 125 w 158"/>
                <a:gd name="T7" fmla="*/ 99 h 164"/>
                <a:gd name="T8" fmla="*/ 110 w 158"/>
                <a:gd name="T9" fmla="*/ 110 h 164"/>
                <a:gd name="T10" fmla="*/ 93 w 158"/>
                <a:gd name="T11" fmla="*/ 120 h 164"/>
                <a:gd name="T12" fmla="*/ 74 w 158"/>
                <a:gd name="T13" fmla="*/ 130 h 164"/>
                <a:gd name="T14" fmla="*/ 53 w 158"/>
                <a:gd name="T15" fmla="*/ 140 h 164"/>
                <a:gd name="T16" fmla="*/ 36 w 158"/>
                <a:gd name="T17" fmla="*/ 149 h 164"/>
                <a:gd name="T18" fmla="*/ 33 w 158"/>
                <a:gd name="T19" fmla="*/ 152 h 164"/>
                <a:gd name="T20" fmla="*/ 32 w 158"/>
                <a:gd name="T21" fmla="*/ 154 h 164"/>
                <a:gd name="T22" fmla="*/ 32 w 158"/>
                <a:gd name="T23" fmla="*/ 157 h 164"/>
                <a:gd name="T24" fmla="*/ 35 w 158"/>
                <a:gd name="T25" fmla="*/ 160 h 164"/>
                <a:gd name="T26" fmla="*/ 37 w 158"/>
                <a:gd name="T27" fmla="*/ 163 h 164"/>
                <a:gd name="T28" fmla="*/ 42 w 158"/>
                <a:gd name="T29" fmla="*/ 164 h 164"/>
                <a:gd name="T30" fmla="*/ 46 w 158"/>
                <a:gd name="T31" fmla="*/ 164 h 164"/>
                <a:gd name="T32" fmla="*/ 51 w 158"/>
                <a:gd name="T33" fmla="*/ 163 h 164"/>
                <a:gd name="T34" fmla="*/ 72 w 158"/>
                <a:gd name="T35" fmla="*/ 153 h 164"/>
                <a:gd name="T36" fmla="*/ 94 w 158"/>
                <a:gd name="T37" fmla="*/ 143 h 164"/>
                <a:gd name="T38" fmla="*/ 114 w 158"/>
                <a:gd name="T39" fmla="*/ 132 h 164"/>
                <a:gd name="T40" fmla="*/ 133 w 158"/>
                <a:gd name="T41" fmla="*/ 118 h 164"/>
                <a:gd name="T42" fmla="*/ 146 w 158"/>
                <a:gd name="T43" fmla="*/ 104 h 164"/>
                <a:gd name="T44" fmla="*/ 155 w 158"/>
                <a:gd name="T45" fmla="*/ 87 h 164"/>
                <a:gd name="T46" fmla="*/ 158 w 158"/>
                <a:gd name="T47" fmla="*/ 70 h 164"/>
                <a:gd name="T48" fmla="*/ 152 w 158"/>
                <a:gd name="T49" fmla="*/ 51 h 164"/>
                <a:gd name="T50" fmla="*/ 139 w 158"/>
                <a:gd name="T51" fmla="*/ 37 h 164"/>
                <a:gd name="T52" fmla="*/ 122 w 158"/>
                <a:gd name="T53" fmla="*/ 24 h 164"/>
                <a:gd name="T54" fmla="*/ 99 w 158"/>
                <a:gd name="T55" fmla="*/ 14 h 164"/>
                <a:gd name="T56" fmla="*/ 75 w 158"/>
                <a:gd name="T57" fmla="*/ 7 h 164"/>
                <a:gd name="T58" fmla="*/ 51 w 158"/>
                <a:gd name="T59" fmla="*/ 2 h 164"/>
                <a:gd name="T60" fmla="*/ 29 w 158"/>
                <a:gd name="T61" fmla="*/ 0 h 164"/>
                <a:gd name="T62" fmla="*/ 11 w 158"/>
                <a:gd name="T63" fmla="*/ 1 h 164"/>
                <a:gd name="T64" fmla="*/ 0 w 158"/>
                <a:gd name="T65" fmla="*/ 5 h 164"/>
                <a:gd name="T66" fmla="*/ 20 w 158"/>
                <a:gd name="T67" fmla="*/ 9 h 164"/>
                <a:gd name="T68" fmla="*/ 40 w 158"/>
                <a:gd name="T69" fmla="*/ 12 h 164"/>
                <a:gd name="T70" fmla="*/ 59 w 158"/>
                <a:gd name="T71" fmla="*/ 15 h 164"/>
                <a:gd name="T72" fmla="*/ 78 w 158"/>
                <a:gd name="T73" fmla="*/ 19 h 164"/>
                <a:gd name="T74" fmla="*/ 96 w 158"/>
                <a:gd name="T75" fmla="*/ 24 h 164"/>
                <a:gd name="T76" fmla="*/ 112 w 158"/>
                <a:gd name="T77" fmla="*/ 32 h 164"/>
                <a:gd name="T78" fmla="*/ 125 w 158"/>
                <a:gd name="T79" fmla="*/ 41 h 164"/>
                <a:gd name="T80" fmla="*/ 133 w 158"/>
                <a:gd name="T81" fmla="*/ 5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64">
                  <a:moveTo>
                    <a:pt x="133" y="54"/>
                  </a:moveTo>
                  <a:lnTo>
                    <a:pt x="138" y="72"/>
                  </a:lnTo>
                  <a:lnTo>
                    <a:pt x="135" y="86"/>
                  </a:lnTo>
                  <a:lnTo>
                    <a:pt x="125" y="99"/>
                  </a:lnTo>
                  <a:lnTo>
                    <a:pt x="110" y="110"/>
                  </a:lnTo>
                  <a:lnTo>
                    <a:pt x="93" y="120"/>
                  </a:lnTo>
                  <a:lnTo>
                    <a:pt x="74" y="130"/>
                  </a:lnTo>
                  <a:lnTo>
                    <a:pt x="53" y="140"/>
                  </a:lnTo>
                  <a:lnTo>
                    <a:pt x="36" y="149"/>
                  </a:lnTo>
                  <a:lnTo>
                    <a:pt x="33" y="152"/>
                  </a:lnTo>
                  <a:lnTo>
                    <a:pt x="32" y="154"/>
                  </a:lnTo>
                  <a:lnTo>
                    <a:pt x="32" y="157"/>
                  </a:lnTo>
                  <a:lnTo>
                    <a:pt x="35" y="160"/>
                  </a:lnTo>
                  <a:lnTo>
                    <a:pt x="37" y="163"/>
                  </a:lnTo>
                  <a:lnTo>
                    <a:pt x="42" y="164"/>
                  </a:lnTo>
                  <a:lnTo>
                    <a:pt x="46" y="164"/>
                  </a:lnTo>
                  <a:lnTo>
                    <a:pt x="51" y="163"/>
                  </a:lnTo>
                  <a:lnTo>
                    <a:pt x="72" y="153"/>
                  </a:lnTo>
                  <a:lnTo>
                    <a:pt x="94" y="143"/>
                  </a:lnTo>
                  <a:lnTo>
                    <a:pt x="114" y="132"/>
                  </a:lnTo>
                  <a:lnTo>
                    <a:pt x="133" y="118"/>
                  </a:lnTo>
                  <a:lnTo>
                    <a:pt x="146" y="104"/>
                  </a:lnTo>
                  <a:lnTo>
                    <a:pt x="155" y="87"/>
                  </a:lnTo>
                  <a:lnTo>
                    <a:pt x="158" y="70"/>
                  </a:lnTo>
                  <a:lnTo>
                    <a:pt x="152" y="51"/>
                  </a:lnTo>
                  <a:lnTo>
                    <a:pt x="139" y="37"/>
                  </a:lnTo>
                  <a:lnTo>
                    <a:pt x="122" y="24"/>
                  </a:lnTo>
                  <a:lnTo>
                    <a:pt x="99" y="14"/>
                  </a:lnTo>
                  <a:lnTo>
                    <a:pt x="75" y="7"/>
                  </a:lnTo>
                  <a:lnTo>
                    <a:pt x="51" y="2"/>
                  </a:lnTo>
                  <a:lnTo>
                    <a:pt x="29" y="0"/>
                  </a:lnTo>
                  <a:lnTo>
                    <a:pt x="11" y="1"/>
                  </a:lnTo>
                  <a:lnTo>
                    <a:pt x="0" y="5"/>
                  </a:lnTo>
                  <a:lnTo>
                    <a:pt x="20" y="9"/>
                  </a:lnTo>
                  <a:lnTo>
                    <a:pt x="40" y="12"/>
                  </a:lnTo>
                  <a:lnTo>
                    <a:pt x="59" y="15"/>
                  </a:lnTo>
                  <a:lnTo>
                    <a:pt x="78" y="19"/>
                  </a:lnTo>
                  <a:lnTo>
                    <a:pt x="96" y="24"/>
                  </a:lnTo>
                  <a:lnTo>
                    <a:pt x="112" y="32"/>
                  </a:lnTo>
                  <a:lnTo>
                    <a:pt x="125" y="41"/>
                  </a:lnTo>
                  <a:lnTo>
                    <a:pt x="133"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8" name="Freeform 80">
              <a:extLst>
                <a:ext uri="{FF2B5EF4-FFF2-40B4-BE49-F238E27FC236}">
                  <a16:creationId xmlns:a16="http://schemas.microsoft.com/office/drawing/2014/main" id="{2FB98097-7DA6-FF9A-A75B-740A0BF8BA05}"/>
                </a:ext>
              </a:extLst>
            </p:cNvPr>
            <p:cNvSpPr>
              <a:spLocks/>
            </p:cNvSpPr>
            <p:nvPr/>
          </p:nvSpPr>
          <p:spPr bwMode="auto">
            <a:xfrm>
              <a:off x="4796" y="285"/>
              <a:ext cx="134" cy="170"/>
            </a:xfrm>
            <a:custGeom>
              <a:avLst/>
              <a:gdLst>
                <a:gd name="T0" fmla="*/ 125 w 400"/>
                <a:gd name="T1" fmla="*/ 62 h 340"/>
                <a:gd name="T2" fmla="*/ 67 w 400"/>
                <a:gd name="T3" fmla="*/ 103 h 340"/>
                <a:gd name="T4" fmla="*/ 22 w 400"/>
                <a:gd name="T5" fmla="*/ 150 h 340"/>
                <a:gd name="T6" fmla="*/ 0 w 400"/>
                <a:gd name="T7" fmla="*/ 204 h 340"/>
                <a:gd name="T8" fmla="*/ 5 w 400"/>
                <a:gd name="T9" fmla="*/ 240 h 340"/>
                <a:gd name="T10" fmla="*/ 13 w 400"/>
                <a:gd name="T11" fmla="*/ 254 h 340"/>
                <a:gd name="T12" fmla="*/ 26 w 400"/>
                <a:gd name="T13" fmla="*/ 268 h 340"/>
                <a:gd name="T14" fmla="*/ 42 w 400"/>
                <a:gd name="T15" fmla="*/ 279 h 340"/>
                <a:gd name="T16" fmla="*/ 70 w 400"/>
                <a:gd name="T17" fmla="*/ 291 h 340"/>
                <a:gd name="T18" fmla="*/ 108 w 400"/>
                <a:gd name="T19" fmla="*/ 305 h 340"/>
                <a:gd name="T20" fmla="*/ 149 w 400"/>
                <a:gd name="T21" fmla="*/ 315 h 340"/>
                <a:gd name="T22" fmla="*/ 189 w 400"/>
                <a:gd name="T23" fmla="*/ 323 h 340"/>
                <a:gd name="T24" fmla="*/ 231 w 400"/>
                <a:gd name="T25" fmla="*/ 329 h 340"/>
                <a:gd name="T26" fmla="*/ 274 w 400"/>
                <a:gd name="T27" fmla="*/ 334 h 340"/>
                <a:gd name="T28" fmla="*/ 317 w 400"/>
                <a:gd name="T29" fmla="*/ 337 h 340"/>
                <a:gd name="T30" fmla="*/ 359 w 400"/>
                <a:gd name="T31" fmla="*/ 339 h 340"/>
                <a:gd name="T32" fmla="*/ 387 w 400"/>
                <a:gd name="T33" fmla="*/ 340 h 340"/>
                <a:gd name="T34" fmla="*/ 397 w 400"/>
                <a:gd name="T35" fmla="*/ 334 h 340"/>
                <a:gd name="T36" fmla="*/ 400 w 400"/>
                <a:gd name="T37" fmla="*/ 323 h 340"/>
                <a:gd name="T38" fmla="*/ 391 w 400"/>
                <a:gd name="T39" fmla="*/ 316 h 340"/>
                <a:gd name="T40" fmla="*/ 365 w 400"/>
                <a:gd name="T41" fmla="*/ 315 h 340"/>
                <a:gd name="T42" fmla="*/ 326 w 400"/>
                <a:gd name="T43" fmla="*/ 314 h 340"/>
                <a:gd name="T44" fmla="*/ 287 w 400"/>
                <a:gd name="T45" fmla="*/ 312 h 340"/>
                <a:gd name="T46" fmla="*/ 247 w 400"/>
                <a:gd name="T47" fmla="*/ 308 h 340"/>
                <a:gd name="T48" fmla="*/ 208 w 400"/>
                <a:gd name="T49" fmla="*/ 303 h 340"/>
                <a:gd name="T50" fmla="*/ 169 w 400"/>
                <a:gd name="T51" fmla="*/ 295 h 340"/>
                <a:gd name="T52" fmla="*/ 131 w 400"/>
                <a:gd name="T53" fmla="*/ 287 h 340"/>
                <a:gd name="T54" fmla="*/ 95 w 400"/>
                <a:gd name="T55" fmla="*/ 275 h 340"/>
                <a:gd name="T56" fmla="*/ 63 w 400"/>
                <a:gd name="T57" fmla="*/ 261 h 340"/>
                <a:gd name="T58" fmla="*/ 44 w 400"/>
                <a:gd name="T59" fmla="*/ 241 h 340"/>
                <a:gd name="T60" fmla="*/ 38 w 400"/>
                <a:gd name="T61" fmla="*/ 214 h 340"/>
                <a:gd name="T62" fmla="*/ 47 w 400"/>
                <a:gd name="T63" fmla="*/ 177 h 340"/>
                <a:gd name="T64" fmla="*/ 63 w 400"/>
                <a:gd name="T65" fmla="*/ 148 h 340"/>
                <a:gd name="T66" fmla="*/ 85 w 400"/>
                <a:gd name="T67" fmla="*/ 122 h 340"/>
                <a:gd name="T68" fmla="*/ 111 w 400"/>
                <a:gd name="T69" fmla="*/ 100 h 340"/>
                <a:gd name="T70" fmla="*/ 141 w 400"/>
                <a:gd name="T71" fmla="*/ 79 h 340"/>
                <a:gd name="T72" fmla="*/ 179 w 400"/>
                <a:gd name="T73" fmla="*/ 57 h 340"/>
                <a:gd name="T74" fmla="*/ 224 w 400"/>
                <a:gd name="T75" fmla="*/ 37 h 340"/>
                <a:gd name="T76" fmla="*/ 272 w 400"/>
                <a:gd name="T77" fmla="*/ 19 h 340"/>
                <a:gd name="T78" fmla="*/ 314 w 400"/>
                <a:gd name="T79" fmla="*/ 6 h 340"/>
                <a:gd name="T80" fmla="*/ 316 w 400"/>
                <a:gd name="T81" fmla="*/ 0 h 340"/>
                <a:gd name="T82" fmla="*/ 274 w 400"/>
                <a:gd name="T83" fmla="*/ 5 h 340"/>
                <a:gd name="T84" fmla="*/ 224 w 400"/>
                <a:gd name="T85" fmla="*/ 17 h 340"/>
                <a:gd name="T86" fmla="*/ 176 w 400"/>
                <a:gd name="T87" fmla="*/ 3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0" h="340">
                  <a:moveTo>
                    <a:pt x="156" y="45"/>
                  </a:moveTo>
                  <a:lnTo>
                    <a:pt x="125" y="62"/>
                  </a:lnTo>
                  <a:lnTo>
                    <a:pt x="95" y="82"/>
                  </a:lnTo>
                  <a:lnTo>
                    <a:pt x="67" y="103"/>
                  </a:lnTo>
                  <a:lnTo>
                    <a:pt x="42" y="125"/>
                  </a:lnTo>
                  <a:lnTo>
                    <a:pt x="22" y="150"/>
                  </a:lnTo>
                  <a:lnTo>
                    <a:pt x="8" y="176"/>
                  </a:lnTo>
                  <a:lnTo>
                    <a:pt x="0" y="204"/>
                  </a:lnTo>
                  <a:lnTo>
                    <a:pt x="2" y="233"/>
                  </a:lnTo>
                  <a:lnTo>
                    <a:pt x="5" y="240"/>
                  </a:lnTo>
                  <a:lnTo>
                    <a:pt x="9" y="248"/>
                  </a:lnTo>
                  <a:lnTo>
                    <a:pt x="13" y="254"/>
                  </a:lnTo>
                  <a:lnTo>
                    <a:pt x="19" y="261"/>
                  </a:lnTo>
                  <a:lnTo>
                    <a:pt x="26" y="268"/>
                  </a:lnTo>
                  <a:lnTo>
                    <a:pt x="34" y="274"/>
                  </a:lnTo>
                  <a:lnTo>
                    <a:pt x="42" y="279"/>
                  </a:lnTo>
                  <a:lnTo>
                    <a:pt x="51" y="283"/>
                  </a:lnTo>
                  <a:lnTo>
                    <a:pt x="70" y="291"/>
                  </a:lnTo>
                  <a:lnTo>
                    <a:pt x="89" y="298"/>
                  </a:lnTo>
                  <a:lnTo>
                    <a:pt x="108" y="305"/>
                  </a:lnTo>
                  <a:lnTo>
                    <a:pt x="128" y="310"/>
                  </a:lnTo>
                  <a:lnTo>
                    <a:pt x="149" y="315"/>
                  </a:lnTo>
                  <a:lnTo>
                    <a:pt x="169" y="319"/>
                  </a:lnTo>
                  <a:lnTo>
                    <a:pt x="189" y="323"/>
                  </a:lnTo>
                  <a:lnTo>
                    <a:pt x="210" y="326"/>
                  </a:lnTo>
                  <a:lnTo>
                    <a:pt x="231" y="329"/>
                  </a:lnTo>
                  <a:lnTo>
                    <a:pt x="253" y="331"/>
                  </a:lnTo>
                  <a:lnTo>
                    <a:pt x="274" y="334"/>
                  </a:lnTo>
                  <a:lnTo>
                    <a:pt x="295" y="336"/>
                  </a:lnTo>
                  <a:lnTo>
                    <a:pt x="317" y="337"/>
                  </a:lnTo>
                  <a:lnTo>
                    <a:pt x="339" y="338"/>
                  </a:lnTo>
                  <a:lnTo>
                    <a:pt x="359" y="339"/>
                  </a:lnTo>
                  <a:lnTo>
                    <a:pt x="381" y="340"/>
                  </a:lnTo>
                  <a:lnTo>
                    <a:pt x="387" y="340"/>
                  </a:lnTo>
                  <a:lnTo>
                    <a:pt x="393" y="337"/>
                  </a:lnTo>
                  <a:lnTo>
                    <a:pt x="397" y="334"/>
                  </a:lnTo>
                  <a:lnTo>
                    <a:pt x="400" y="328"/>
                  </a:lnTo>
                  <a:lnTo>
                    <a:pt x="400" y="323"/>
                  </a:lnTo>
                  <a:lnTo>
                    <a:pt x="397" y="319"/>
                  </a:lnTo>
                  <a:lnTo>
                    <a:pt x="391" y="316"/>
                  </a:lnTo>
                  <a:lnTo>
                    <a:pt x="385" y="315"/>
                  </a:lnTo>
                  <a:lnTo>
                    <a:pt x="365" y="315"/>
                  </a:lnTo>
                  <a:lnTo>
                    <a:pt x="346" y="315"/>
                  </a:lnTo>
                  <a:lnTo>
                    <a:pt x="326" y="314"/>
                  </a:lnTo>
                  <a:lnTo>
                    <a:pt x="307" y="313"/>
                  </a:lnTo>
                  <a:lnTo>
                    <a:pt x="287" y="312"/>
                  </a:lnTo>
                  <a:lnTo>
                    <a:pt x="266" y="310"/>
                  </a:lnTo>
                  <a:lnTo>
                    <a:pt x="247" y="308"/>
                  </a:lnTo>
                  <a:lnTo>
                    <a:pt x="227" y="306"/>
                  </a:lnTo>
                  <a:lnTo>
                    <a:pt x="208" y="303"/>
                  </a:lnTo>
                  <a:lnTo>
                    <a:pt x="188" y="300"/>
                  </a:lnTo>
                  <a:lnTo>
                    <a:pt x="169" y="295"/>
                  </a:lnTo>
                  <a:lnTo>
                    <a:pt x="150" y="291"/>
                  </a:lnTo>
                  <a:lnTo>
                    <a:pt x="131" y="287"/>
                  </a:lnTo>
                  <a:lnTo>
                    <a:pt x="114" y="281"/>
                  </a:lnTo>
                  <a:lnTo>
                    <a:pt x="95" y="275"/>
                  </a:lnTo>
                  <a:lnTo>
                    <a:pt x="77" y="269"/>
                  </a:lnTo>
                  <a:lnTo>
                    <a:pt x="63" y="261"/>
                  </a:lnTo>
                  <a:lnTo>
                    <a:pt x="51" y="251"/>
                  </a:lnTo>
                  <a:lnTo>
                    <a:pt x="44" y="241"/>
                  </a:lnTo>
                  <a:lnTo>
                    <a:pt x="38" y="228"/>
                  </a:lnTo>
                  <a:lnTo>
                    <a:pt x="38" y="214"/>
                  </a:lnTo>
                  <a:lnTo>
                    <a:pt x="41" y="195"/>
                  </a:lnTo>
                  <a:lnTo>
                    <a:pt x="47" y="177"/>
                  </a:lnTo>
                  <a:lnTo>
                    <a:pt x="53" y="163"/>
                  </a:lnTo>
                  <a:lnTo>
                    <a:pt x="63" y="148"/>
                  </a:lnTo>
                  <a:lnTo>
                    <a:pt x="74" y="135"/>
                  </a:lnTo>
                  <a:lnTo>
                    <a:pt x="85" y="122"/>
                  </a:lnTo>
                  <a:lnTo>
                    <a:pt x="98" y="111"/>
                  </a:lnTo>
                  <a:lnTo>
                    <a:pt x="111" y="100"/>
                  </a:lnTo>
                  <a:lnTo>
                    <a:pt x="125" y="89"/>
                  </a:lnTo>
                  <a:lnTo>
                    <a:pt x="141" y="79"/>
                  </a:lnTo>
                  <a:lnTo>
                    <a:pt x="160" y="68"/>
                  </a:lnTo>
                  <a:lnTo>
                    <a:pt x="179" y="57"/>
                  </a:lnTo>
                  <a:lnTo>
                    <a:pt x="201" y="47"/>
                  </a:lnTo>
                  <a:lnTo>
                    <a:pt x="224" y="37"/>
                  </a:lnTo>
                  <a:lnTo>
                    <a:pt x="249" y="27"/>
                  </a:lnTo>
                  <a:lnTo>
                    <a:pt x="272" y="19"/>
                  </a:lnTo>
                  <a:lnTo>
                    <a:pt x="294" y="12"/>
                  </a:lnTo>
                  <a:lnTo>
                    <a:pt x="314" y="6"/>
                  </a:lnTo>
                  <a:lnTo>
                    <a:pt x="332" y="1"/>
                  </a:lnTo>
                  <a:lnTo>
                    <a:pt x="316" y="0"/>
                  </a:lnTo>
                  <a:lnTo>
                    <a:pt x="295" y="1"/>
                  </a:lnTo>
                  <a:lnTo>
                    <a:pt x="274" y="5"/>
                  </a:lnTo>
                  <a:lnTo>
                    <a:pt x="249" y="10"/>
                  </a:lnTo>
                  <a:lnTo>
                    <a:pt x="224" y="17"/>
                  </a:lnTo>
                  <a:lnTo>
                    <a:pt x="199" y="25"/>
                  </a:lnTo>
                  <a:lnTo>
                    <a:pt x="176" y="35"/>
                  </a:lnTo>
                  <a:lnTo>
                    <a:pt x="156"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69" name="Freeform 81">
              <a:extLst>
                <a:ext uri="{FF2B5EF4-FFF2-40B4-BE49-F238E27FC236}">
                  <a16:creationId xmlns:a16="http://schemas.microsoft.com/office/drawing/2014/main" id="{3CB23D0F-7D5B-40FF-6E35-F3D91A63781B}"/>
                </a:ext>
              </a:extLst>
            </p:cNvPr>
            <p:cNvSpPr>
              <a:spLocks/>
            </p:cNvSpPr>
            <p:nvPr/>
          </p:nvSpPr>
          <p:spPr bwMode="auto">
            <a:xfrm>
              <a:off x="4984" y="279"/>
              <a:ext cx="117" cy="114"/>
            </a:xfrm>
            <a:custGeom>
              <a:avLst/>
              <a:gdLst>
                <a:gd name="T0" fmla="*/ 291 w 349"/>
                <a:gd name="T1" fmla="*/ 70 h 227"/>
                <a:gd name="T2" fmla="*/ 307 w 349"/>
                <a:gd name="T3" fmla="*/ 83 h 227"/>
                <a:gd name="T4" fmla="*/ 316 w 349"/>
                <a:gd name="T5" fmla="*/ 97 h 227"/>
                <a:gd name="T6" fmla="*/ 321 w 349"/>
                <a:gd name="T7" fmla="*/ 113 h 227"/>
                <a:gd name="T8" fmla="*/ 321 w 349"/>
                <a:gd name="T9" fmla="*/ 129 h 227"/>
                <a:gd name="T10" fmla="*/ 318 w 349"/>
                <a:gd name="T11" fmla="*/ 142 h 227"/>
                <a:gd name="T12" fmla="*/ 313 w 349"/>
                <a:gd name="T13" fmla="*/ 154 h 227"/>
                <a:gd name="T14" fmla="*/ 302 w 349"/>
                <a:gd name="T15" fmla="*/ 165 h 227"/>
                <a:gd name="T16" fmla="*/ 292 w 349"/>
                <a:gd name="T17" fmla="*/ 174 h 227"/>
                <a:gd name="T18" fmla="*/ 279 w 349"/>
                <a:gd name="T19" fmla="*/ 185 h 227"/>
                <a:gd name="T20" fmla="*/ 266 w 349"/>
                <a:gd name="T21" fmla="*/ 193 h 227"/>
                <a:gd name="T22" fmla="*/ 253 w 349"/>
                <a:gd name="T23" fmla="*/ 202 h 227"/>
                <a:gd name="T24" fmla="*/ 240 w 349"/>
                <a:gd name="T25" fmla="*/ 212 h 227"/>
                <a:gd name="T26" fmla="*/ 237 w 349"/>
                <a:gd name="T27" fmla="*/ 215 h 227"/>
                <a:gd name="T28" fmla="*/ 236 w 349"/>
                <a:gd name="T29" fmla="*/ 218 h 227"/>
                <a:gd name="T30" fmla="*/ 237 w 349"/>
                <a:gd name="T31" fmla="*/ 221 h 227"/>
                <a:gd name="T32" fmla="*/ 240 w 349"/>
                <a:gd name="T33" fmla="*/ 224 h 227"/>
                <a:gd name="T34" fmla="*/ 244 w 349"/>
                <a:gd name="T35" fmla="*/ 226 h 227"/>
                <a:gd name="T36" fmla="*/ 249 w 349"/>
                <a:gd name="T37" fmla="*/ 227 h 227"/>
                <a:gd name="T38" fmla="*/ 254 w 349"/>
                <a:gd name="T39" fmla="*/ 226 h 227"/>
                <a:gd name="T40" fmla="*/ 259 w 349"/>
                <a:gd name="T41" fmla="*/ 224 h 227"/>
                <a:gd name="T42" fmla="*/ 288 w 349"/>
                <a:gd name="T43" fmla="*/ 211 h 227"/>
                <a:gd name="T44" fmla="*/ 311 w 349"/>
                <a:gd name="T45" fmla="*/ 193 h 227"/>
                <a:gd name="T46" fmla="*/ 331 w 349"/>
                <a:gd name="T47" fmla="*/ 172 h 227"/>
                <a:gd name="T48" fmla="*/ 345 w 349"/>
                <a:gd name="T49" fmla="*/ 151 h 227"/>
                <a:gd name="T50" fmla="*/ 349 w 349"/>
                <a:gd name="T51" fmla="*/ 127 h 227"/>
                <a:gd name="T52" fmla="*/ 346 w 349"/>
                <a:gd name="T53" fmla="*/ 104 h 227"/>
                <a:gd name="T54" fmla="*/ 334 w 349"/>
                <a:gd name="T55" fmla="*/ 83 h 227"/>
                <a:gd name="T56" fmla="*/ 311 w 349"/>
                <a:gd name="T57" fmla="*/ 63 h 227"/>
                <a:gd name="T58" fmla="*/ 294 w 349"/>
                <a:gd name="T59" fmla="*/ 53 h 227"/>
                <a:gd name="T60" fmla="*/ 273 w 349"/>
                <a:gd name="T61" fmla="*/ 44 h 227"/>
                <a:gd name="T62" fmla="*/ 250 w 349"/>
                <a:gd name="T63" fmla="*/ 35 h 227"/>
                <a:gd name="T64" fmla="*/ 227 w 349"/>
                <a:gd name="T65" fmla="*/ 28 h 227"/>
                <a:gd name="T66" fmla="*/ 202 w 349"/>
                <a:gd name="T67" fmla="*/ 22 h 227"/>
                <a:gd name="T68" fmla="*/ 176 w 349"/>
                <a:gd name="T69" fmla="*/ 17 h 227"/>
                <a:gd name="T70" fmla="*/ 151 w 349"/>
                <a:gd name="T71" fmla="*/ 12 h 227"/>
                <a:gd name="T72" fmla="*/ 125 w 349"/>
                <a:gd name="T73" fmla="*/ 7 h 227"/>
                <a:gd name="T74" fmla="*/ 102 w 349"/>
                <a:gd name="T75" fmla="*/ 4 h 227"/>
                <a:gd name="T76" fmla="*/ 79 w 349"/>
                <a:gd name="T77" fmla="*/ 2 h 227"/>
                <a:gd name="T78" fmla="*/ 58 w 349"/>
                <a:gd name="T79" fmla="*/ 0 h 227"/>
                <a:gd name="T80" fmla="*/ 39 w 349"/>
                <a:gd name="T81" fmla="*/ 0 h 227"/>
                <a:gd name="T82" fmla="*/ 23 w 349"/>
                <a:gd name="T83" fmla="*/ 0 h 227"/>
                <a:gd name="T84" fmla="*/ 12 w 349"/>
                <a:gd name="T85" fmla="*/ 1 h 227"/>
                <a:gd name="T86" fmla="*/ 5 w 349"/>
                <a:gd name="T87" fmla="*/ 3 h 227"/>
                <a:gd name="T88" fmla="*/ 0 w 349"/>
                <a:gd name="T89" fmla="*/ 5 h 227"/>
                <a:gd name="T90" fmla="*/ 15 w 349"/>
                <a:gd name="T91" fmla="*/ 7 h 227"/>
                <a:gd name="T92" fmla="*/ 31 w 349"/>
                <a:gd name="T93" fmla="*/ 9 h 227"/>
                <a:gd name="T94" fmla="*/ 47 w 349"/>
                <a:gd name="T95" fmla="*/ 11 h 227"/>
                <a:gd name="T96" fmla="*/ 64 w 349"/>
                <a:gd name="T97" fmla="*/ 13 h 227"/>
                <a:gd name="T98" fmla="*/ 83 w 349"/>
                <a:gd name="T99" fmla="*/ 15 h 227"/>
                <a:gd name="T100" fmla="*/ 102 w 349"/>
                <a:gd name="T101" fmla="*/ 17 h 227"/>
                <a:gd name="T102" fmla="*/ 121 w 349"/>
                <a:gd name="T103" fmla="*/ 20 h 227"/>
                <a:gd name="T104" fmla="*/ 141 w 349"/>
                <a:gd name="T105" fmla="*/ 23 h 227"/>
                <a:gd name="T106" fmla="*/ 160 w 349"/>
                <a:gd name="T107" fmla="*/ 27 h 227"/>
                <a:gd name="T108" fmla="*/ 180 w 349"/>
                <a:gd name="T109" fmla="*/ 31 h 227"/>
                <a:gd name="T110" fmla="*/ 201 w 349"/>
                <a:gd name="T111" fmla="*/ 36 h 227"/>
                <a:gd name="T112" fmla="*/ 220 w 349"/>
                <a:gd name="T113" fmla="*/ 41 h 227"/>
                <a:gd name="T114" fmla="*/ 238 w 349"/>
                <a:gd name="T115" fmla="*/ 48 h 227"/>
                <a:gd name="T116" fmla="*/ 257 w 349"/>
                <a:gd name="T117" fmla="*/ 54 h 227"/>
                <a:gd name="T118" fmla="*/ 275 w 349"/>
                <a:gd name="T119" fmla="*/ 62 h 227"/>
                <a:gd name="T120" fmla="*/ 291 w 349"/>
                <a:gd name="T121" fmla="*/ 7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9" h="227">
                  <a:moveTo>
                    <a:pt x="291" y="70"/>
                  </a:moveTo>
                  <a:lnTo>
                    <a:pt x="307" y="83"/>
                  </a:lnTo>
                  <a:lnTo>
                    <a:pt x="316" y="97"/>
                  </a:lnTo>
                  <a:lnTo>
                    <a:pt x="321" y="113"/>
                  </a:lnTo>
                  <a:lnTo>
                    <a:pt x="321" y="129"/>
                  </a:lnTo>
                  <a:lnTo>
                    <a:pt x="318" y="142"/>
                  </a:lnTo>
                  <a:lnTo>
                    <a:pt x="313" y="154"/>
                  </a:lnTo>
                  <a:lnTo>
                    <a:pt x="302" y="165"/>
                  </a:lnTo>
                  <a:lnTo>
                    <a:pt x="292" y="174"/>
                  </a:lnTo>
                  <a:lnTo>
                    <a:pt x="279" y="185"/>
                  </a:lnTo>
                  <a:lnTo>
                    <a:pt x="266" y="193"/>
                  </a:lnTo>
                  <a:lnTo>
                    <a:pt x="253" y="202"/>
                  </a:lnTo>
                  <a:lnTo>
                    <a:pt x="240" y="212"/>
                  </a:lnTo>
                  <a:lnTo>
                    <a:pt x="237" y="215"/>
                  </a:lnTo>
                  <a:lnTo>
                    <a:pt x="236" y="218"/>
                  </a:lnTo>
                  <a:lnTo>
                    <a:pt x="237" y="221"/>
                  </a:lnTo>
                  <a:lnTo>
                    <a:pt x="240" y="224"/>
                  </a:lnTo>
                  <a:lnTo>
                    <a:pt x="244" y="226"/>
                  </a:lnTo>
                  <a:lnTo>
                    <a:pt x="249" y="227"/>
                  </a:lnTo>
                  <a:lnTo>
                    <a:pt x="254" y="226"/>
                  </a:lnTo>
                  <a:lnTo>
                    <a:pt x="259" y="224"/>
                  </a:lnTo>
                  <a:lnTo>
                    <a:pt x="288" y="211"/>
                  </a:lnTo>
                  <a:lnTo>
                    <a:pt x="311" y="193"/>
                  </a:lnTo>
                  <a:lnTo>
                    <a:pt x="331" y="172"/>
                  </a:lnTo>
                  <a:lnTo>
                    <a:pt x="345" y="151"/>
                  </a:lnTo>
                  <a:lnTo>
                    <a:pt x="349" y="127"/>
                  </a:lnTo>
                  <a:lnTo>
                    <a:pt x="346" y="104"/>
                  </a:lnTo>
                  <a:lnTo>
                    <a:pt x="334" y="83"/>
                  </a:lnTo>
                  <a:lnTo>
                    <a:pt x="311" y="63"/>
                  </a:lnTo>
                  <a:lnTo>
                    <a:pt x="294" y="53"/>
                  </a:lnTo>
                  <a:lnTo>
                    <a:pt x="273" y="44"/>
                  </a:lnTo>
                  <a:lnTo>
                    <a:pt x="250" y="35"/>
                  </a:lnTo>
                  <a:lnTo>
                    <a:pt x="227" y="28"/>
                  </a:lnTo>
                  <a:lnTo>
                    <a:pt x="202" y="22"/>
                  </a:lnTo>
                  <a:lnTo>
                    <a:pt x="176" y="17"/>
                  </a:lnTo>
                  <a:lnTo>
                    <a:pt x="151" y="12"/>
                  </a:lnTo>
                  <a:lnTo>
                    <a:pt x="125" y="7"/>
                  </a:lnTo>
                  <a:lnTo>
                    <a:pt x="102" y="4"/>
                  </a:lnTo>
                  <a:lnTo>
                    <a:pt x="79" y="2"/>
                  </a:lnTo>
                  <a:lnTo>
                    <a:pt x="58" y="0"/>
                  </a:lnTo>
                  <a:lnTo>
                    <a:pt x="39" y="0"/>
                  </a:lnTo>
                  <a:lnTo>
                    <a:pt x="23" y="0"/>
                  </a:lnTo>
                  <a:lnTo>
                    <a:pt x="12" y="1"/>
                  </a:lnTo>
                  <a:lnTo>
                    <a:pt x="5" y="3"/>
                  </a:lnTo>
                  <a:lnTo>
                    <a:pt x="0" y="5"/>
                  </a:lnTo>
                  <a:lnTo>
                    <a:pt x="15" y="7"/>
                  </a:lnTo>
                  <a:lnTo>
                    <a:pt x="31" y="9"/>
                  </a:lnTo>
                  <a:lnTo>
                    <a:pt x="47" y="11"/>
                  </a:lnTo>
                  <a:lnTo>
                    <a:pt x="64" y="13"/>
                  </a:lnTo>
                  <a:lnTo>
                    <a:pt x="83" y="15"/>
                  </a:lnTo>
                  <a:lnTo>
                    <a:pt x="102" y="17"/>
                  </a:lnTo>
                  <a:lnTo>
                    <a:pt x="121" y="20"/>
                  </a:lnTo>
                  <a:lnTo>
                    <a:pt x="141" y="23"/>
                  </a:lnTo>
                  <a:lnTo>
                    <a:pt x="160" y="27"/>
                  </a:lnTo>
                  <a:lnTo>
                    <a:pt x="180" y="31"/>
                  </a:lnTo>
                  <a:lnTo>
                    <a:pt x="201" y="36"/>
                  </a:lnTo>
                  <a:lnTo>
                    <a:pt x="220" y="41"/>
                  </a:lnTo>
                  <a:lnTo>
                    <a:pt x="238" y="48"/>
                  </a:lnTo>
                  <a:lnTo>
                    <a:pt x="257" y="54"/>
                  </a:lnTo>
                  <a:lnTo>
                    <a:pt x="275" y="62"/>
                  </a:lnTo>
                  <a:lnTo>
                    <a:pt x="291"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70" name="Freeform 82">
              <a:extLst>
                <a:ext uri="{FF2B5EF4-FFF2-40B4-BE49-F238E27FC236}">
                  <a16:creationId xmlns:a16="http://schemas.microsoft.com/office/drawing/2014/main" id="{514FB55F-7280-1B31-128F-DD5DB0BF38AA}"/>
                </a:ext>
              </a:extLst>
            </p:cNvPr>
            <p:cNvSpPr>
              <a:spLocks/>
            </p:cNvSpPr>
            <p:nvPr/>
          </p:nvSpPr>
          <p:spPr bwMode="auto">
            <a:xfrm>
              <a:off x="4750" y="340"/>
              <a:ext cx="48" cy="107"/>
            </a:xfrm>
            <a:custGeom>
              <a:avLst/>
              <a:gdLst>
                <a:gd name="T0" fmla="*/ 0 w 143"/>
                <a:gd name="T1" fmla="*/ 115 h 212"/>
                <a:gd name="T2" fmla="*/ 0 w 143"/>
                <a:gd name="T3" fmla="*/ 133 h 212"/>
                <a:gd name="T4" fmla="*/ 6 w 143"/>
                <a:gd name="T5" fmla="*/ 149 h 212"/>
                <a:gd name="T6" fmla="*/ 16 w 143"/>
                <a:gd name="T7" fmla="*/ 165 h 212"/>
                <a:gd name="T8" fmla="*/ 31 w 143"/>
                <a:gd name="T9" fmla="*/ 178 h 212"/>
                <a:gd name="T10" fmla="*/ 48 w 143"/>
                <a:gd name="T11" fmla="*/ 190 h 212"/>
                <a:gd name="T12" fmla="*/ 69 w 143"/>
                <a:gd name="T13" fmla="*/ 200 h 212"/>
                <a:gd name="T14" fmla="*/ 92 w 143"/>
                <a:gd name="T15" fmla="*/ 207 h 212"/>
                <a:gd name="T16" fmla="*/ 115 w 143"/>
                <a:gd name="T17" fmla="*/ 211 h 212"/>
                <a:gd name="T18" fmla="*/ 122 w 143"/>
                <a:gd name="T19" fmla="*/ 212 h 212"/>
                <a:gd name="T20" fmla="*/ 130 w 143"/>
                <a:gd name="T21" fmla="*/ 210 h 212"/>
                <a:gd name="T22" fmla="*/ 135 w 143"/>
                <a:gd name="T23" fmla="*/ 207 h 212"/>
                <a:gd name="T24" fmla="*/ 138 w 143"/>
                <a:gd name="T25" fmla="*/ 203 h 212"/>
                <a:gd name="T26" fmla="*/ 138 w 143"/>
                <a:gd name="T27" fmla="*/ 198 h 212"/>
                <a:gd name="T28" fmla="*/ 137 w 143"/>
                <a:gd name="T29" fmla="*/ 193 h 212"/>
                <a:gd name="T30" fmla="*/ 133 w 143"/>
                <a:gd name="T31" fmla="*/ 189 h 212"/>
                <a:gd name="T32" fmla="*/ 125 w 143"/>
                <a:gd name="T33" fmla="*/ 186 h 212"/>
                <a:gd name="T34" fmla="*/ 102 w 143"/>
                <a:gd name="T35" fmla="*/ 180 h 212"/>
                <a:gd name="T36" fmla="*/ 80 w 143"/>
                <a:gd name="T37" fmla="*/ 172 h 212"/>
                <a:gd name="T38" fmla="*/ 63 w 143"/>
                <a:gd name="T39" fmla="*/ 161 h 212"/>
                <a:gd name="T40" fmla="*/ 50 w 143"/>
                <a:gd name="T41" fmla="*/ 148 h 212"/>
                <a:gd name="T42" fmla="*/ 41 w 143"/>
                <a:gd name="T43" fmla="*/ 133 h 212"/>
                <a:gd name="T44" fmla="*/ 37 w 143"/>
                <a:gd name="T45" fmla="*/ 116 h 212"/>
                <a:gd name="T46" fmla="*/ 37 w 143"/>
                <a:gd name="T47" fmla="*/ 99 h 212"/>
                <a:gd name="T48" fmla="*/ 44 w 143"/>
                <a:gd name="T49" fmla="*/ 80 h 212"/>
                <a:gd name="T50" fmla="*/ 54 w 143"/>
                <a:gd name="T51" fmla="*/ 67 h 212"/>
                <a:gd name="T52" fmla="*/ 70 w 143"/>
                <a:gd name="T53" fmla="*/ 54 h 212"/>
                <a:gd name="T54" fmla="*/ 87 w 143"/>
                <a:gd name="T55" fmla="*/ 41 h 212"/>
                <a:gd name="T56" fmla="*/ 106 w 143"/>
                <a:gd name="T57" fmla="*/ 30 h 212"/>
                <a:gd name="T58" fmla="*/ 122 w 143"/>
                <a:gd name="T59" fmla="*/ 21 h 212"/>
                <a:gd name="T60" fmla="*/ 135 w 143"/>
                <a:gd name="T61" fmla="*/ 11 h 212"/>
                <a:gd name="T62" fmla="*/ 143 w 143"/>
                <a:gd name="T63" fmla="*/ 5 h 212"/>
                <a:gd name="T64" fmla="*/ 143 w 143"/>
                <a:gd name="T65" fmla="*/ 0 h 212"/>
                <a:gd name="T66" fmla="*/ 127 w 143"/>
                <a:gd name="T67" fmla="*/ 4 h 212"/>
                <a:gd name="T68" fmla="*/ 106 w 143"/>
                <a:gd name="T69" fmla="*/ 11 h 212"/>
                <a:gd name="T70" fmla="*/ 85 w 143"/>
                <a:gd name="T71" fmla="*/ 24 h 212"/>
                <a:gd name="T72" fmla="*/ 61 w 143"/>
                <a:gd name="T73" fmla="*/ 38 h 212"/>
                <a:gd name="T74" fmla="*/ 40 w 143"/>
                <a:gd name="T75" fmla="*/ 55 h 212"/>
                <a:gd name="T76" fmla="*/ 22 w 143"/>
                <a:gd name="T77" fmla="*/ 74 h 212"/>
                <a:gd name="T78" fmla="*/ 8 w 143"/>
                <a:gd name="T79" fmla="*/ 95 h 212"/>
                <a:gd name="T80" fmla="*/ 0 w 143"/>
                <a:gd name="T81" fmla="*/ 11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3" h="212">
                  <a:moveTo>
                    <a:pt x="0" y="115"/>
                  </a:moveTo>
                  <a:lnTo>
                    <a:pt x="0" y="133"/>
                  </a:lnTo>
                  <a:lnTo>
                    <a:pt x="6" y="149"/>
                  </a:lnTo>
                  <a:lnTo>
                    <a:pt x="16" y="165"/>
                  </a:lnTo>
                  <a:lnTo>
                    <a:pt x="31" y="178"/>
                  </a:lnTo>
                  <a:lnTo>
                    <a:pt x="48" y="190"/>
                  </a:lnTo>
                  <a:lnTo>
                    <a:pt x="69" y="200"/>
                  </a:lnTo>
                  <a:lnTo>
                    <a:pt x="92" y="207"/>
                  </a:lnTo>
                  <a:lnTo>
                    <a:pt x="115" y="211"/>
                  </a:lnTo>
                  <a:lnTo>
                    <a:pt x="122" y="212"/>
                  </a:lnTo>
                  <a:lnTo>
                    <a:pt x="130" y="210"/>
                  </a:lnTo>
                  <a:lnTo>
                    <a:pt x="135" y="207"/>
                  </a:lnTo>
                  <a:lnTo>
                    <a:pt x="138" y="203"/>
                  </a:lnTo>
                  <a:lnTo>
                    <a:pt x="138" y="198"/>
                  </a:lnTo>
                  <a:lnTo>
                    <a:pt x="137" y="193"/>
                  </a:lnTo>
                  <a:lnTo>
                    <a:pt x="133" y="189"/>
                  </a:lnTo>
                  <a:lnTo>
                    <a:pt x="125" y="186"/>
                  </a:lnTo>
                  <a:lnTo>
                    <a:pt x="102" y="180"/>
                  </a:lnTo>
                  <a:lnTo>
                    <a:pt x="80" y="172"/>
                  </a:lnTo>
                  <a:lnTo>
                    <a:pt x="63" y="161"/>
                  </a:lnTo>
                  <a:lnTo>
                    <a:pt x="50" y="148"/>
                  </a:lnTo>
                  <a:lnTo>
                    <a:pt x="41" y="133"/>
                  </a:lnTo>
                  <a:lnTo>
                    <a:pt x="37" y="116"/>
                  </a:lnTo>
                  <a:lnTo>
                    <a:pt x="37" y="99"/>
                  </a:lnTo>
                  <a:lnTo>
                    <a:pt x="44" y="80"/>
                  </a:lnTo>
                  <a:lnTo>
                    <a:pt x="54" y="67"/>
                  </a:lnTo>
                  <a:lnTo>
                    <a:pt x="70" y="54"/>
                  </a:lnTo>
                  <a:lnTo>
                    <a:pt x="87" y="41"/>
                  </a:lnTo>
                  <a:lnTo>
                    <a:pt x="106" y="30"/>
                  </a:lnTo>
                  <a:lnTo>
                    <a:pt x="122" y="21"/>
                  </a:lnTo>
                  <a:lnTo>
                    <a:pt x="135" y="11"/>
                  </a:lnTo>
                  <a:lnTo>
                    <a:pt x="143" y="5"/>
                  </a:lnTo>
                  <a:lnTo>
                    <a:pt x="143" y="0"/>
                  </a:lnTo>
                  <a:lnTo>
                    <a:pt x="127" y="4"/>
                  </a:lnTo>
                  <a:lnTo>
                    <a:pt x="106" y="11"/>
                  </a:lnTo>
                  <a:lnTo>
                    <a:pt x="85" y="24"/>
                  </a:lnTo>
                  <a:lnTo>
                    <a:pt x="61" y="38"/>
                  </a:lnTo>
                  <a:lnTo>
                    <a:pt x="40" y="55"/>
                  </a:lnTo>
                  <a:lnTo>
                    <a:pt x="22" y="74"/>
                  </a:lnTo>
                  <a:lnTo>
                    <a:pt x="8" y="95"/>
                  </a:lnTo>
                  <a:lnTo>
                    <a:pt x="0" y="1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6771" name="Freeform 83">
              <a:extLst>
                <a:ext uri="{FF2B5EF4-FFF2-40B4-BE49-F238E27FC236}">
                  <a16:creationId xmlns:a16="http://schemas.microsoft.com/office/drawing/2014/main" id="{24059D92-901B-A42F-2346-A1560E70E099}"/>
                </a:ext>
              </a:extLst>
            </p:cNvPr>
            <p:cNvSpPr>
              <a:spLocks/>
            </p:cNvSpPr>
            <p:nvPr/>
          </p:nvSpPr>
          <p:spPr bwMode="auto">
            <a:xfrm>
              <a:off x="5081" y="272"/>
              <a:ext cx="101" cy="139"/>
            </a:xfrm>
            <a:custGeom>
              <a:avLst/>
              <a:gdLst>
                <a:gd name="T0" fmla="*/ 258 w 304"/>
                <a:gd name="T1" fmla="*/ 111 h 278"/>
                <a:gd name="T2" fmla="*/ 272 w 304"/>
                <a:gd name="T3" fmla="*/ 129 h 278"/>
                <a:gd name="T4" fmla="*/ 279 w 304"/>
                <a:gd name="T5" fmla="*/ 147 h 278"/>
                <a:gd name="T6" fmla="*/ 275 w 304"/>
                <a:gd name="T7" fmla="*/ 168 h 278"/>
                <a:gd name="T8" fmla="*/ 258 w 304"/>
                <a:gd name="T9" fmla="*/ 187 h 278"/>
                <a:gd name="T10" fmla="*/ 233 w 304"/>
                <a:gd name="T11" fmla="*/ 205 h 278"/>
                <a:gd name="T12" fmla="*/ 205 w 304"/>
                <a:gd name="T13" fmla="*/ 220 h 278"/>
                <a:gd name="T14" fmla="*/ 176 w 304"/>
                <a:gd name="T15" fmla="*/ 237 h 278"/>
                <a:gd name="T16" fmla="*/ 159 w 304"/>
                <a:gd name="T17" fmla="*/ 249 h 278"/>
                <a:gd name="T18" fmla="*/ 153 w 304"/>
                <a:gd name="T19" fmla="*/ 258 h 278"/>
                <a:gd name="T20" fmla="*/ 149 w 304"/>
                <a:gd name="T21" fmla="*/ 266 h 278"/>
                <a:gd name="T22" fmla="*/ 151 w 304"/>
                <a:gd name="T23" fmla="*/ 274 h 278"/>
                <a:gd name="T24" fmla="*/ 162 w 304"/>
                <a:gd name="T25" fmla="*/ 278 h 278"/>
                <a:gd name="T26" fmla="*/ 172 w 304"/>
                <a:gd name="T27" fmla="*/ 277 h 278"/>
                <a:gd name="T28" fmla="*/ 191 w 304"/>
                <a:gd name="T29" fmla="*/ 262 h 278"/>
                <a:gd name="T30" fmla="*/ 223 w 304"/>
                <a:gd name="T31" fmla="*/ 241 h 278"/>
                <a:gd name="T32" fmla="*/ 256 w 304"/>
                <a:gd name="T33" fmla="*/ 220 h 278"/>
                <a:gd name="T34" fmla="*/ 285 w 304"/>
                <a:gd name="T35" fmla="*/ 197 h 278"/>
                <a:gd name="T36" fmla="*/ 303 w 304"/>
                <a:gd name="T37" fmla="*/ 167 h 278"/>
                <a:gd name="T38" fmla="*/ 301 w 304"/>
                <a:gd name="T39" fmla="*/ 136 h 278"/>
                <a:gd name="T40" fmla="*/ 282 w 304"/>
                <a:gd name="T41" fmla="*/ 107 h 278"/>
                <a:gd name="T42" fmla="*/ 252 w 304"/>
                <a:gd name="T43" fmla="*/ 83 h 278"/>
                <a:gd name="T44" fmla="*/ 218 w 304"/>
                <a:gd name="T45" fmla="*/ 68 h 278"/>
                <a:gd name="T46" fmla="*/ 186 w 304"/>
                <a:gd name="T47" fmla="*/ 54 h 278"/>
                <a:gd name="T48" fmla="*/ 151 w 304"/>
                <a:gd name="T49" fmla="*/ 41 h 278"/>
                <a:gd name="T50" fmla="*/ 115 w 304"/>
                <a:gd name="T51" fmla="*/ 28 h 278"/>
                <a:gd name="T52" fmla="*/ 82 w 304"/>
                <a:gd name="T53" fmla="*/ 16 h 278"/>
                <a:gd name="T54" fmla="*/ 50 w 304"/>
                <a:gd name="T55" fmla="*/ 7 h 278"/>
                <a:gd name="T56" fmla="*/ 25 w 304"/>
                <a:gd name="T57" fmla="*/ 1 h 278"/>
                <a:gd name="T58" fmla="*/ 6 w 304"/>
                <a:gd name="T59" fmla="*/ 0 h 278"/>
                <a:gd name="T60" fmla="*/ 13 w 304"/>
                <a:gd name="T61" fmla="*/ 7 h 278"/>
                <a:gd name="T62" fmla="*/ 44 w 304"/>
                <a:gd name="T63" fmla="*/ 17 h 278"/>
                <a:gd name="T64" fmla="*/ 74 w 304"/>
                <a:gd name="T65" fmla="*/ 28 h 278"/>
                <a:gd name="T66" fmla="*/ 106 w 304"/>
                <a:gd name="T67" fmla="*/ 39 h 278"/>
                <a:gd name="T68" fmla="*/ 140 w 304"/>
                <a:gd name="T69" fmla="*/ 51 h 278"/>
                <a:gd name="T70" fmla="*/ 172 w 304"/>
                <a:gd name="T71" fmla="*/ 64 h 278"/>
                <a:gd name="T72" fmla="*/ 204 w 304"/>
                <a:gd name="T73" fmla="*/ 79 h 278"/>
                <a:gd name="T74" fmla="*/ 233 w 304"/>
                <a:gd name="T75" fmla="*/ 95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278">
                  <a:moveTo>
                    <a:pt x="247" y="104"/>
                  </a:moveTo>
                  <a:lnTo>
                    <a:pt x="258" y="111"/>
                  </a:lnTo>
                  <a:lnTo>
                    <a:pt x="265" y="119"/>
                  </a:lnTo>
                  <a:lnTo>
                    <a:pt x="272" y="129"/>
                  </a:lnTo>
                  <a:lnTo>
                    <a:pt x="276" y="138"/>
                  </a:lnTo>
                  <a:lnTo>
                    <a:pt x="279" y="147"/>
                  </a:lnTo>
                  <a:lnTo>
                    <a:pt x="278" y="158"/>
                  </a:lnTo>
                  <a:lnTo>
                    <a:pt x="275" y="168"/>
                  </a:lnTo>
                  <a:lnTo>
                    <a:pt x="268" y="177"/>
                  </a:lnTo>
                  <a:lnTo>
                    <a:pt x="258" y="187"/>
                  </a:lnTo>
                  <a:lnTo>
                    <a:pt x="246" y="197"/>
                  </a:lnTo>
                  <a:lnTo>
                    <a:pt x="233" y="205"/>
                  </a:lnTo>
                  <a:lnTo>
                    <a:pt x="220" y="213"/>
                  </a:lnTo>
                  <a:lnTo>
                    <a:pt x="205" y="220"/>
                  </a:lnTo>
                  <a:lnTo>
                    <a:pt x="191" y="229"/>
                  </a:lnTo>
                  <a:lnTo>
                    <a:pt x="176" y="237"/>
                  </a:lnTo>
                  <a:lnTo>
                    <a:pt x="163" y="246"/>
                  </a:lnTo>
                  <a:lnTo>
                    <a:pt x="159" y="249"/>
                  </a:lnTo>
                  <a:lnTo>
                    <a:pt x="156" y="253"/>
                  </a:lnTo>
                  <a:lnTo>
                    <a:pt x="153" y="258"/>
                  </a:lnTo>
                  <a:lnTo>
                    <a:pt x="150" y="262"/>
                  </a:lnTo>
                  <a:lnTo>
                    <a:pt x="149" y="266"/>
                  </a:lnTo>
                  <a:lnTo>
                    <a:pt x="149" y="270"/>
                  </a:lnTo>
                  <a:lnTo>
                    <a:pt x="151" y="274"/>
                  </a:lnTo>
                  <a:lnTo>
                    <a:pt x="156" y="277"/>
                  </a:lnTo>
                  <a:lnTo>
                    <a:pt x="162" y="278"/>
                  </a:lnTo>
                  <a:lnTo>
                    <a:pt x="167" y="278"/>
                  </a:lnTo>
                  <a:lnTo>
                    <a:pt x="172" y="277"/>
                  </a:lnTo>
                  <a:lnTo>
                    <a:pt x="176" y="274"/>
                  </a:lnTo>
                  <a:lnTo>
                    <a:pt x="191" y="262"/>
                  </a:lnTo>
                  <a:lnTo>
                    <a:pt x="207" y="251"/>
                  </a:lnTo>
                  <a:lnTo>
                    <a:pt x="223" y="241"/>
                  </a:lnTo>
                  <a:lnTo>
                    <a:pt x="240" y="231"/>
                  </a:lnTo>
                  <a:lnTo>
                    <a:pt x="256" y="220"/>
                  </a:lnTo>
                  <a:lnTo>
                    <a:pt x="272" y="209"/>
                  </a:lnTo>
                  <a:lnTo>
                    <a:pt x="285" y="197"/>
                  </a:lnTo>
                  <a:lnTo>
                    <a:pt x="295" y="183"/>
                  </a:lnTo>
                  <a:lnTo>
                    <a:pt x="303" y="167"/>
                  </a:lnTo>
                  <a:lnTo>
                    <a:pt x="304" y="151"/>
                  </a:lnTo>
                  <a:lnTo>
                    <a:pt x="301" y="136"/>
                  </a:lnTo>
                  <a:lnTo>
                    <a:pt x="294" y="120"/>
                  </a:lnTo>
                  <a:lnTo>
                    <a:pt x="282" y="107"/>
                  </a:lnTo>
                  <a:lnTo>
                    <a:pt x="269" y="94"/>
                  </a:lnTo>
                  <a:lnTo>
                    <a:pt x="252" y="83"/>
                  </a:lnTo>
                  <a:lnTo>
                    <a:pt x="233" y="74"/>
                  </a:lnTo>
                  <a:lnTo>
                    <a:pt x="218" y="68"/>
                  </a:lnTo>
                  <a:lnTo>
                    <a:pt x="202" y="62"/>
                  </a:lnTo>
                  <a:lnTo>
                    <a:pt x="186" y="54"/>
                  </a:lnTo>
                  <a:lnTo>
                    <a:pt x="169" y="48"/>
                  </a:lnTo>
                  <a:lnTo>
                    <a:pt x="151" y="41"/>
                  </a:lnTo>
                  <a:lnTo>
                    <a:pt x="133" y="35"/>
                  </a:lnTo>
                  <a:lnTo>
                    <a:pt x="115" y="28"/>
                  </a:lnTo>
                  <a:lnTo>
                    <a:pt x="98" y="21"/>
                  </a:lnTo>
                  <a:lnTo>
                    <a:pt x="82" y="16"/>
                  </a:lnTo>
                  <a:lnTo>
                    <a:pt x="66" y="11"/>
                  </a:lnTo>
                  <a:lnTo>
                    <a:pt x="50" y="7"/>
                  </a:lnTo>
                  <a:lnTo>
                    <a:pt x="37" y="4"/>
                  </a:lnTo>
                  <a:lnTo>
                    <a:pt x="25" y="1"/>
                  </a:lnTo>
                  <a:lnTo>
                    <a:pt x="15" y="0"/>
                  </a:lnTo>
                  <a:lnTo>
                    <a:pt x="6" y="0"/>
                  </a:lnTo>
                  <a:lnTo>
                    <a:pt x="0" y="2"/>
                  </a:lnTo>
                  <a:lnTo>
                    <a:pt x="13" y="7"/>
                  </a:lnTo>
                  <a:lnTo>
                    <a:pt x="28" y="12"/>
                  </a:lnTo>
                  <a:lnTo>
                    <a:pt x="44" y="17"/>
                  </a:lnTo>
                  <a:lnTo>
                    <a:pt x="58" y="23"/>
                  </a:lnTo>
                  <a:lnTo>
                    <a:pt x="74" y="28"/>
                  </a:lnTo>
                  <a:lnTo>
                    <a:pt x="90" y="33"/>
                  </a:lnTo>
                  <a:lnTo>
                    <a:pt x="106" y="39"/>
                  </a:lnTo>
                  <a:lnTo>
                    <a:pt x="122" y="45"/>
                  </a:lnTo>
                  <a:lnTo>
                    <a:pt x="140" y="51"/>
                  </a:lnTo>
                  <a:lnTo>
                    <a:pt x="156" y="58"/>
                  </a:lnTo>
                  <a:lnTo>
                    <a:pt x="172" y="64"/>
                  </a:lnTo>
                  <a:lnTo>
                    <a:pt x="188" y="71"/>
                  </a:lnTo>
                  <a:lnTo>
                    <a:pt x="204" y="79"/>
                  </a:lnTo>
                  <a:lnTo>
                    <a:pt x="218" y="86"/>
                  </a:lnTo>
                  <a:lnTo>
                    <a:pt x="233" y="95"/>
                  </a:lnTo>
                  <a:lnTo>
                    <a:pt x="247" y="1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048C4601-42DC-AE6E-315D-A903995B94B5}"/>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13E259D-ACE0-434E-8DA6-E2D6B5EB3239}"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02663" name="Rectangle 71">
            <a:extLst>
              <a:ext uri="{FF2B5EF4-FFF2-40B4-BE49-F238E27FC236}">
                <a16:creationId xmlns:a16="http://schemas.microsoft.com/office/drawing/2014/main" id="{058C98C5-5A45-E0B1-93D8-3EC563EF65FB}"/>
              </a:ext>
            </a:extLst>
          </p:cNvPr>
          <p:cNvSpPr>
            <a:spLocks noGrp="1" noChangeArrowheads="1"/>
          </p:cNvSpPr>
          <p:nvPr>
            <p:ph type="title"/>
          </p:nvPr>
        </p:nvSpPr>
        <p:spPr/>
        <p:txBody>
          <a:bodyPr/>
          <a:lstStyle/>
          <a:p>
            <a:r>
              <a:rPr lang="en-US" altLang="en-US" dirty="0"/>
              <a:t>Wireless Network: Wireless </a:t>
            </a:r>
            <a:r>
              <a:rPr lang="en-US" altLang="en-US" dirty="0">
                <a:solidFill>
                  <a:srgbClr val="FF0000"/>
                </a:solidFill>
              </a:rPr>
              <a:t>Hosts</a:t>
            </a:r>
          </a:p>
        </p:txBody>
      </p:sp>
      <p:sp>
        <p:nvSpPr>
          <p:cNvPr id="1902595" name="Oval 3">
            <a:extLst>
              <a:ext uri="{FF2B5EF4-FFF2-40B4-BE49-F238E27FC236}">
                <a16:creationId xmlns:a16="http://schemas.microsoft.com/office/drawing/2014/main" id="{2045C789-A7AC-DD53-4074-78849797BB95}"/>
              </a:ext>
            </a:extLst>
          </p:cNvPr>
          <p:cNvSpPr>
            <a:spLocks noChangeArrowheads="1"/>
          </p:cNvSpPr>
          <p:nvPr/>
        </p:nvSpPr>
        <p:spPr bwMode="auto">
          <a:xfrm>
            <a:off x="4940300" y="4667250"/>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02596" name="Group 4">
            <a:extLst>
              <a:ext uri="{FF2B5EF4-FFF2-40B4-BE49-F238E27FC236}">
                <a16:creationId xmlns:a16="http://schemas.microsoft.com/office/drawing/2014/main" id="{2F279A69-7A64-9C13-4CA0-A428F3AB78BC}"/>
              </a:ext>
            </a:extLst>
          </p:cNvPr>
          <p:cNvGrpSpPr>
            <a:grpSpLocks/>
          </p:cNvGrpSpPr>
          <p:nvPr/>
        </p:nvGrpSpPr>
        <p:grpSpPr bwMode="auto">
          <a:xfrm>
            <a:off x="3059113" y="2781300"/>
            <a:ext cx="2362200" cy="1762125"/>
            <a:chOff x="3839" y="1737"/>
            <a:chExt cx="1488" cy="1110"/>
          </a:xfrm>
        </p:grpSpPr>
        <p:sp>
          <p:nvSpPr>
            <p:cNvPr id="1902597" name="Freeform 5">
              <a:extLst>
                <a:ext uri="{FF2B5EF4-FFF2-40B4-BE49-F238E27FC236}">
                  <a16:creationId xmlns:a16="http://schemas.microsoft.com/office/drawing/2014/main" id="{50618683-34BE-05DA-CB29-4D2B3479AE81}"/>
                </a:ext>
              </a:extLst>
            </p:cNvPr>
            <p:cNvSpPr>
              <a:spLocks/>
            </p:cNvSpPr>
            <p:nvPr/>
          </p:nvSpPr>
          <p:spPr bwMode="auto">
            <a:xfrm>
              <a:off x="3839" y="1737"/>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2598" name="Text Box 6">
              <a:extLst>
                <a:ext uri="{FF2B5EF4-FFF2-40B4-BE49-F238E27FC236}">
                  <a16:creationId xmlns:a16="http://schemas.microsoft.com/office/drawing/2014/main" id="{2BDF6C45-E607-8E42-2654-67319C18CC91}"/>
                </a:ext>
              </a:extLst>
            </p:cNvPr>
            <p:cNvSpPr txBox="1">
              <a:spLocks noChangeArrowheads="1"/>
            </p:cNvSpPr>
            <p:nvPr/>
          </p:nvSpPr>
          <p:spPr bwMode="auto">
            <a:xfrm>
              <a:off x="4075" y="1947"/>
              <a:ext cx="109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omic Sans MS" panose="030F0702030302020204" pitchFamily="66" charset="0"/>
                  <a:ea typeface="+mn-ea"/>
                  <a:cs typeface="Arial"/>
                </a:rPr>
                <a:t>network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omic Sans MS" panose="030F0702030302020204" pitchFamily="66" charset="0"/>
                  <a:ea typeface="+mn-ea"/>
                  <a:cs typeface="Arial"/>
                </a:rPr>
                <a:t>infrastructure</a:t>
              </a:r>
            </a:p>
          </p:txBody>
        </p:sp>
      </p:grpSp>
      <p:pic>
        <p:nvPicPr>
          <p:cNvPr id="1902599" name="Picture 7">
            <a:extLst>
              <a:ext uri="{FF2B5EF4-FFF2-40B4-BE49-F238E27FC236}">
                <a16:creationId xmlns:a16="http://schemas.microsoft.com/office/drawing/2014/main" id="{7F51376E-62DC-28A2-11FC-397C65A67C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325" y="52451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2600" name="Group 8">
            <a:extLst>
              <a:ext uri="{FF2B5EF4-FFF2-40B4-BE49-F238E27FC236}">
                <a16:creationId xmlns:a16="http://schemas.microsoft.com/office/drawing/2014/main" id="{9C9F5329-968A-5BDC-E89C-1D295927878B}"/>
              </a:ext>
            </a:extLst>
          </p:cNvPr>
          <p:cNvGrpSpPr>
            <a:grpSpLocks/>
          </p:cNvGrpSpPr>
          <p:nvPr/>
        </p:nvGrpSpPr>
        <p:grpSpPr bwMode="auto">
          <a:xfrm>
            <a:off x="1147763" y="1709738"/>
            <a:ext cx="1755775" cy="1625600"/>
            <a:chOff x="567" y="1326"/>
            <a:chExt cx="1106" cy="1024"/>
          </a:xfrm>
        </p:grpSpPr>
        <p:sp>
          <p:nvSpPr>
            <p:cNvPr id="1902601" name="Oval 9">
              <a:extLst>
                <a:ext uri="{FF2B5EF4-FFF2-40B4-BE49-F238E27FC236}">
                  <a16:creationId xmlns:a16="http://schemas.microsoft.com/office/drawing/2014/main" id="{D5B79084-6075-DAF8-584C-7BF977D61E13}"/>
                </a:ext>
              </a:extLst>
            </p:cNvPr>
            <p:cNvSpPr>
              <a:spLocks noChangeArrowheads="1"/>
            </p:cNvSpPr>
            <p:nvPr/>
          </p:nvSpPr>
          <p:spPr bwMode="auto">
            <a:xfrm>
              <a:off x="567" y="1326"/>
              <a:ext cx="1106" cy="1024"/>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2602" name="Picture 10">
              <a:extLst>
                <a:ext uri="{FF2B5EF4-FFF2-40B4-BE49-F238E27FC236}">
                  <a16:creationId xmlns:a16="http://schemas.microsoft.com/office/drawing/2014/main" id="{5E7D5DD4-5447-3453-62F3-5AC8F3B500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035" y="1785"/>
              <a:ext cx="212" cy="135"/>
            </a:xfrm>
            <a:prstGeom prst="rect">
              <a:avLst/>
            </a:prstGeom>
            <a:noFill/>
            <a:extLst>
              <a:ext uri="{909E8E84-426E-40DD-AFC4-6F175D3DCCD1}">
                <a14:hiddenFill xmlns:a14="http://schemas.microsoft.com/office/drawing/2010/main">
                  <a:solidFill>
                    <a:srgbClr val="FFFFFF"/>
                  </a:solidFill>
                </a14:hiddenFill>
              </a:ext>
            </a:extLst>
          </p:spPr>
        </p:pic>
        <p:grpSp>
          <p:nvGrpSpPr>
            <p:cNvPr id="1902603" name="Group 11">
              <a:extLst>
                <a:ext uri="{FF2B5EF4-FFF2-40B4-BE49-F238E27FC236}">
                  <a16:creationId xmlns:a16="http://schemas.microsoft.com/office/drawing/2014/main" id="{7C75DBAF-FA92-F627-9712-0231DA9D23BB}"/>
                </a:ext>
              </a:extLst>
            </p:cNvPr>
            <p:cNvGrpSpPr>
              <a:grpSpLocks/>
            </p:cNvGrpSpPr>
            <p:nvPr/>
          </p:nvGrpSpPr>
          <p:grpSpPr bwMode="auto">
            <a:xfrm>
              <a:off x="1221" y="1447"/>
              <a:ext cx="252" cy="288"/>
              <a:chOff x="2870" y="1518"/>
              <a:chExt cx="292" cy="320"/>
            </a:xfrm>
          </p:grpSpPr>
          <p:graphicFrame>
            <p:nvGraphicFramePr>
              <p:cNvPr id="1902604" name="Object 12">
                <a:extLst>
                  <a:ext uri="{FF2B5EF4-FFF2-40B4-BE49-F238E27FC236}">
                    <a16:creationId xmlns:a16="http://schemas.microsoft.com/office/drawing/2014/main" id="{2B48BD26-F779-D4CE-E4F6-C3A84B1A895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04" name="Object 12">
                            <a:extLst>
                              <a:ext uri="{FF2B5EF4-FFF2-40B4-BE49-F238E27FC236}">
                                <a16:creationId xmlns:a16="http://schemas.microsoft.com/office/drawing/2014/main" id="{2B48BD26-F779-D4CE-E4F6-C3A84B1A89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05" name="Object 13">
                <a:extLst>
                  <a:ext uri="{FF2B5EF4-FFF2-40B4-BE49-F238E27FC236}">
                    <a16:creationId xmlns:a16="http://schemas.microsoft.com/office/drawing/2014/main" id="{96EF52B0-C896-AD2C-383C-49BEED501A2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05" name="Object 13">
                            <a:extLst>
                              <a:ext uri="{FF2B5EF4-FFF2-40B4-BE49-F238E27FC236}">
                                <a16:creationId xmlns:a16="http://schemas.microsoft.com/office/drawing/2014/main" id="{96EF52B0-C896-AD2C-383C-49BEED501A2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2606" name="Group 14">
              <a:extLst>
                <a:ext uri="{FF2B5EF4-FFF2-40B4-BE49-F238E27FC236}">
                  <a16:creationId xmlns:a16="http://schemas.microsoft.com/office/drawing/2014/main" id="{27E91F52-BCC3-5BB3-19AD-CB19B3FD3CA6}"/>
                </a:ext>
              </a:extLst>
            </p:cNvPr>
            <p:cNvGrpSpPr>
              <a:grpSpLocks/>
            </p:cNvGrpSpPr>
            <p:nvPr/>
          </p:nvGrpSpPr>
          <p:grpSpPr bwMode="auto">
            <a:xfrm>
              <a:off x="869" y="1379"/>
              <a:ext cx="252" cy="288"/>
              <a:chOff x="2870" y="1518"/>
              <a:chExt cx="292" cy="320"/>
            </a:xfrm>
          </p:grpSpPr>
          <p:graphicFrame>
            <p:nvGraphicFramePr>
              <p:cNvPr id="1902607" name="Object 15">
                <a:extLst>
                  <a:ext uri="{FF2B5EF4-FFF2-40B4-BE49-F238E27FC236}">
                    <a16:creationId xmlns:a16="http://schemas.microsoft.com/office/drawing/2014/main" id="{EB2288DF-8D4F-2121-282A-9848C09B7EA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07" name="Object 15">
                            <a:extLst>
                              <a:ext uri="{FF2B5EF4-FFF2-40B4-BE49-F238E27FC236}">
                                <a16:creationId xmlns:a16="http://schemas.microsoft.com/office/drawing/2014/main" id="{EB2288DF-8D4F-2121-282A-9848C09B7E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08" name="Object 16">
                <a:extLst>
                  <a:ext uri="{FF2B5EF4-FFF2-40B4-BE49-F238E27FC236}">
                    <a16:creationId xmlns:a16="http://schemas.microsoft.com/office/drawing/2014/main" id="{A67423E3-621A-7EDE-C7FF-940734740E0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08" name="Object 16">
                            <a:extLst>
                              <a:ext uri="{FF2B5EF4-FFF2-40B4-BE49-F238E27FC236}">
                                <a16:creationId xmlns:a16="http://schemas.microsoft.com/office/drawing/2014/main" id="{A67423E3-621A-7EDE-C7FF-940734740E0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2609" name="Group 17">
              <a:extLst>
                <a:ext uri="{FF2B5EF4-FFF2-40B4-BE49-F238E27FC236}">
                  <a16:creationId xmlns:a16="http://schemas.microsoft.com/office/drawing/2014/main" id="{37665BC5-B315-A049-4BBE-9C1BB05B7177}"/>
                </a:ext>
              </a:extLst>
            </p:cNvPr>
            <p:cNvGrpSpPr>
              <a:grpSpLocks/>
            </p:cNvGrpSpPr>
            <p:nvPr/>
          </p:nvGrpSpPr>
          <p:grpSpPr bwMode="auto">
            <a:xfrm>
              <a:off x="727" y="1878"/>
              <a:ext cx="252" cy="288"/>
              <a:chOff x="2870" y="1518"/>
              <a:chExt cx="292" cy="320"/>
            </a:xfrm>
          </p:grpSpPr>
          <p:graphicFrame>
            <p:nvGraphicFramePr>
              <p:cNvPr id="1902610" name="Object 18">
                <a:extLst>
                  <a:ext uri="{FF2B5EF4-FFF2-40B4-BE49-F238E27FC236}">
                    <a16:creationId xmlns:a16="http://schemas.microsoft.com/office/drawing/2014/main" id="{88D6C5E2-8652-1766-156D-E5C9AB072EF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10" name="Object 18">
                            <a:extLst>
                              <a:ext uri="{FF2B5EF4-FFF2-40B4-BE49-F238E27FC236}">
                                <a16:creationId xmlns:a16="http://schemas.microsoft.com/office/drawing/2014/main" id="{88D6C5E2-8652-1766-156D-E5C9AB072E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11" name="Object 19">
                <a:extLst>
                  <a:ext uri="{FF2B5EF4-FFF2-40B4-BE49-F238E27FC236}">
                    <a16:creationId xmlns:a16="http://schemas.microsoft.com/office/drawing/2014/main" id="{C29EAC29-9363-57A7-6C5E-0C0759BE3B7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11" name="Object 19">
                            <a:extLst>
                              <a:ext uri="{FF2B5EF4-FFF2-40B4-BE49-F238E27FC236}">
                                <a16:creationId xmlns:a16="http://schemas.microsoft.com/office/drawing/2014/main" id="{C29EAC29-9363-57A7-6C5E-0C0759BE3B7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902612" name="Line 20">
            <a:extLst>
              <a:ext uri="{FF2B5EF4-FFF2-40B4-BE49-F238E27FC236}">
                <a16:creationId xmlns:a16="http://schemas.microsoft.com/office/drawing/2014/main" id="{4E9A113B-2389-4C60-29DB-E0D7EE80D1A6}"/>
              </a:ext>
            </a:extLst>
          </p:cNvPr>
          <p:cNvSpPr>
            <a:spLocks noChangeShapeType="1"/>
          </p:cNvSpPr>
          <p:nvPr/>
        </p:nvSpPr>
        <p:spPr bwMode="auto">
          <a:xfrm>
            <a:off x="2176463" y="2711450"/>
            <a:ext cx="900112" cy="392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2613" name="Oval 21">
            <a:extLst>
              <a:ext uri="{FF2B5EF4-FFF2-40B4-BE49-F238E27FC236}">
                <a16:creationId xmlns:a16="http://schemas.microsoft.com/office/drawing/2014/main" id="{9A58B672-DE86-A1B3-430F-7CD3A8C363BC}"/>
              </a:ext>
            </a:extLst>
          </p:cNvPr>
          <p:cNvSpPr>
            <a:spLocks noChangeArrowheads="1"/>
          </p:cNvSpPr>
          <p:nvPr/>
        </p:nvSpPr>
        <p:spPr bwMode="auto">
          <a:xfrm>
            <a:off x="1243013" y="3632200"/>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2614" name="Picture 22">
            <a:extLst>
              <a:ext uri="{FF2B5EF4-FFF2-40B4-BE49-F238E27FC236}">
                <a16:creationId xmlns:a16="http://schemas.microsoft.com/office/drawing/2014/main" id="{A00F423A-F2DB-697B-9FC9-76A1786D0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6288" y="4300538"/>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2615" name="Group 23">
            <a:extLst>
              <a:ext uri="{FF2B5EF4-FFF2-40B4-BE49-F238E27FC236}">
                <a16:creationId xmlns:a16="http://schemas.microsoft.com/office/drawing/2014/main" id="{4BAB2BCE-F608-ECF7-E6A7-0A7A3B60E49C}"/>
              </a:ext>
            </a:extLst>
          </p:cNvPr>
          <p:cNvGrpSpPr>
            <a:grpSpLocks/>
          </p:cNvGrpSpPr>
          <p:nvPr/>
        </p:nvGrpSpPr>
        <p:grpSpPr bwMode="auto">
          <a:xfrm>
            <a:off x="2033588" y="4651375"/>
            <a:ext cx="400050" cy="457200"/>
            <a:chOff x="2870" y="1518"/>
            <a:chExt cx="292" cy="320"/>
          </a:xfrm>
        </p:grpSpPr>
        <p:graphicFrame>
          <p:nvGraphicFramePr>
            <p:cNvPr id="1902616" name="Object 24">
              <a:extLst>
                <a:ext uri="{FF2B5EF4-FFF2-40B4-BE49-F238E27FC236}">
                  <a16:creationId xmlns:a16="http://schemas.microsoft.com/office/drawing/2014/main" id="{3C82F610-BB17-D831-76A1-DE6264793F5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16" name="Object 24">
                          <a:extLst>
                            <a:ext uri="{FF2B5EF4-FFF2-40B4-BE49-F238E27FC236}">
                              <a16:creationId xmlns:a16="http://schemas.microsoft.com/office/drawing/2014/main" id="{3C82F610-BB17-D831-76A1-DE6264793F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17" name="Object 25">
              <a:extLst>
                <a:ext uri="{FF2B5EF4-FFF2-40B4-BE49-F238E27FC236}">
                  <a16:creationId xmlns:a16="http://schemas.microsoft.com/office/drawing/2014/main" id="{C8FCFED1-D32E-621B-F4A4-83067F7773F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17" name="Object 25">
                          <a:extLst>
                            <a:ext uri="{FF2B5EF4-FFF2-40B4-BE49-F238E27FC236}">
                              <a16:creationId xmlns:a16="http://schemas.microsoft.com/office/drawing/2014/main" id="{C8FCFED1-D32E-621B-F4A4-83067F7773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2618" name="Group 26">
            <a:extLst>
              <a:ext uri="{FF2B5EF4-FFF2-40B4-BE49-F238E27FC236}">
                <a16:creationId xmlns:a16="http://schemas.microsoft.com/office/drawing/2014/main" id="{187743A2-671B-9E4A-6424-5C7A8B4313B2}"/>
              </a:ext>
            </a:extLst>
          </p:cNvPr>
          <p:cNvGrpSpPr>
            <a:grpSpLocks/>
          </p:cNvGrpSpPr>
          <p:nvPr/>
        </p:nvGrpSpPr>
        <p:grpSpPr bwMode="auto">
          <a:xfrm>
            <a:off x="1882775" y="3702050"/>
            <a:ext cx="400050" cy="457200"/>
            <a:chOff x="2870" y="1518"/>
            <a:chExt cx="292" cy="320"/>
          </a:xfrm>
        </p:grpSpPr>
        <p:graphicFrame>
          <p:nvGraphicFramePr>
            <p:cNvPr id="1902619" name="Object 27">
              <a:extLst>
                <a:ext uri="{FF2B5EF4-FFF2-40B4-BE49-F238E27FC236}">
                  <a16:creationId xmlns:a16="http://schemas.microsoft.com/office/drawing/2014/main" id="{197524DF-9759-5DB9-0C06-9008FF791A9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19" name="Object 27">
                          <a:extLst>
                            <a:ext uri="{FF2B5EF4-FFF2-40B4-BE49-F238E27FC236}">
                              <a16:creationId xmlns:a16="http://schemas.microsoft.com/office/drawing/2014/main" id="{197524DF-9759-5DB9-0C06-9008FF791A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20" name="Object 28">
              <a:extLst>
                <a:ext uri="{FF2B5EF4-FFF2-40B4-BE49-F238E27FC236}">
                  <a16:creationId xmlns:a16="http://schemas.microsoft.com/office/drawing/2014/main" id="{77B32712-C739-4C34-EA85-91FAB7D10BD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20" name="Object 28">
                          <a:extLst>
                            <a:ext uri="{FF2B5EF4-FFF2-40B4-BE49-F238E27FC236}">
                              <a16:creationId xmlns:a16="http://schemas.microsoft.com/office/drawing/2014/main" id="{77B32712-C739-4C34-EA85-91FAB7D10B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2621" name="Group 29">
            <a:extLst>
              <a:ext uri="{FF2B5EF4-FFF2-40B4-BE49-F238E27FC236}">
                <a16:creationId xmlns:a16="http://schemas.microsoft.com/office/drawing/2014/main" id="{53B7BBE4-9F19-C82E-DFE5-46EA7634BD37}"/>
              </a:ext>
            </a:extLst>
          </p:cNvPr>
          <p:cNvGrpSpPr>
            <a:grpSpLocks/>
          </p:cNvGrpSpPr>
          <p:nvPr/>
        </p:nvGrpSpPr>
        <p:grpSpPr bwMode="auto">
          <a:xfrm>
            <a:off x="1497013" y="4508500"/>
            <a:ext cx="400050" cy="457200"/>
            <a:chOff x="2870" y="1518"/>
            <a:chExt cx="292" cy="320"/>
          </a:xfrm>
        </p:grpSpPr>
        <p:graphicFrame>
          <p:nvGraphicFramePr>
            <p:cNvPr id="1902622" name="Object 30">
              <a:extLst>
                <a:ext uri="{FF2B5EF4-FFF2-40B4-BE49-F238E27FC236}">
                  <a16:creationId xmlns:a16="http://schemas.microsoft.com/office/drawing/2014/main" id="{85D1D288-9776-47BF-B8DA-DD04B31A2C2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22" name="Object 30">
                          <a:extLst>
                            <a:ext uri="{FF2B5EF4-FFF2-40B4-BE49-F238E27FC236}">
                              <a16:creationId xmlns:a16="http://schemas.microsoft.com/office/drawing/2014/main" id="{85D1D288-9776-47BF-B8DA-DD04B31A2C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23" name="Object 31">
              <a:extLst>
                <a:ext uri="{FF2B5EF4-FFF2-40B4-BE49-F238E27FC236}">
                  <a16:creationId xmlns:a16="http://schemas.microsoft.com/office/drawing/2014/main" id="{9C3A629B-10C1-CE1D-9A47-F693E416327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23" name="Object 31">
                          <a:extLst>
                            <a:ext uri="{FF2B5EF4-FFF2-40B4-BE49-F238E27FC236}">
                              <a16:creationId xmlns:a16="http://schemas.microsoft.com/office/drawing/2014/main" id="{9C3A629B-10C1-CE1D-9A47-F693E416327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2624" name="Line 32">
            <a:extLst>
              <a:ext uri="{FF2B5EF4-FFF2-40B4-BE49-F238E27FC236}">
                <a16:creationId xmlns:a16="http://schemas.microsoft.com/office/drawing/2014/main" id="{BD0B3841-BE5C-96E8-C318-4907D063F8B2}"/>
              </a:ext>
            </a:extLst>
          </p:cNvPr>
          <p:cNvSpPr>
            <a:spLocks noChangeShapeType="1"/>
          </p:cNvSpPr>
          <p:nvPr/>
        </p:nvSpPr>
        <p:spPr bwMode="auto">
          <a:xfrm flipV="1">
            <a:off x="2197100" y="3721100"/>
            <a:ext cx="974725" cy="725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02625" name="Group 33">
            <a:extLst>
              <a:ext uri="{FF2B5EF4-FFF2-40B4-BE49-F238E27FC236}">
                <a16:creationId xmlns:a16="http://schemas.microsoft.com/office/drawing/2014/main" id="{22934B03-DAF1-9900-0615-0F29E1A979A8}"/>
              </a:ext>
            </a:extLst>
          </p:cNvPr>
          <p:cNvGrpSpPr>
            <a:grpSpLocks/>
          </p:cNvGrpSpPr>
          <p:nvPr/>
        </p:nvGrpSpPr>
        <p:grpSpPr bwMode="auto">
          <a:xfrm>
            <a:off x="1373188" y="3960813"/>
            <a:ext cx="400050" cy="457200"/>
            <a:chOff x="2870" y="1518"/>
            <a:chExt cx="292" cy="320"/>
          </a:xfrm>
        </p:grpSpPr>
        <p:graphicFrame>
          <p:nvGraphicFramePr>
            <p:cNvPr id="1902626" name="Object 34">
              <a:extLst>
                <a:ext uri="{FF2B5EF4-FFF2-40B4-BE49-F238E27FC236}">
                  <a16:creationId xmlns:a16="http://schemas.microsoft.com/office/drawing/2014/main" id="{8E49F919-01A1-CEBE-79B6-36799ED65B7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26" name="Object 34">
                          <a:extLst>
                            <a:ext uri="{FF2B5EF4-FFF2-40B4-BE49-F238E27FC236}">
                              <a16:creationId xmlns:a16="http://schemas.microsoft.com/office/drawing/2014/main" id="{8E49F919-01A1-CEBE-79B6-36799ED65B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27" name="Object 35">
              <a:extLst>
                <a:ext uri="{FF2B5EF4-FFF2-40B4-BE49-F238E27FC236}">
                  <a16:creationId xmlns:a16="http://schemas.microsoft.com/office/drawing/2014/main" id="{EF0852C8-E4BD-B03D-BC51-42913E70C42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27" name="Object 35">
                          <a:extLst>
                            <a:ext uri="{FF2B5EF4-FFF2-40B4-BE49-F238E27FC236}">
                              <a16:creationId xmlns:a16="http://schemas.microsoft.com/office/drawing/2014/main" id="{EF0852C8-E4BD-B03D-BC51-42913E70C4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2628" name="Oval 36">
            <a:extLst>
              <a:ext uri="{FF2B5EF4-FFF2-40B4-BE49-F238E27FC236}">
                <a16:creationId xmlns:a16="http://schemas.microsoft.com/office/drawing/2014/main" id="{85DCC4B9-6BE9-FD56-337D-031C9E50A656}"/>
              </a:ext>
            </a:extLst>
          </p:cNvPr>
          <p:cNvSpPr>
            <a:spLocks noChangeArrowheads="1"/>
          </p:cNvSpPr>
          <p:nvPr/>
        </p:nvSpPr>
        <p:spPr bwMode="auto">
          <a:xfrm>
            <a:off x="3630613" y="4583113"/>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2629" name="Picture 37">
            <a:extLst>
              <a:ext uri="{FF2B5EF4-FFF2-40B4-BE49-F238E27FC236}">
                <a16:creationId xmlns:a16="http://schemas.microsoft.com/office/drawing/2014/main" id="{3AACCB58-D94E-2A57-D343-8FFCB1073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3888" y="5265738"/>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2630" name="Group 38">
            <a:extLst>
              <a:ext uri="{FF2B5EF4-FFF2-40B4-BE49-F238E27FC236}">
                <a16:creationId xmlns:a16="http://schemas.microsoft.com/office/drawing/2014/main" id="{4111DD2D-0E2E-E60F-0367-0AA757A16F1F}"/>
              </a:ext>
            </a:extLst>
          </p:cNvPr>
          <p:cNvGrpSpPr>
            <a:grpSpLocks/>
          </p:cNvGrpSpPr>
          <p:nvPr/>
        </p:nvGrpSpPr>
        <p:grpSpPr bwMode="auto">
          <a:xfrm>
            <a:off x="4421188" y="5616575"/>
            <a:ext cx="400050" cy="457200"/>
            <a:chOff x="2870" y="1518"/>
            <a:chExt cx="292" cy="320"/>
          </a:xfrm>
        </p:grpSpPr>
        <p:graphicFrame>
          <p:nvGraphicFramePr>
            <p:cNvPr id="1902631" name="Object 39">
              <a:extLst>
                <a:ext uri="{FF2B5EF4-FFF2-40B4-BE49-F238E27FC236}">
                  <a16:creationId xmlns:a16="http://schemas.microsoft.com/office/drawing/2014/main" id="{E8A7831A-8B13-DF20-3F6C-9CC1F700AD9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31" name="Object 39">
                          <a:extLst>
                            <a:ext uri="{FF2B5EF4-FFF2-40B4-BE49-F238E27FC236}">
                              <a16:creationId xmlns:a16="http://schemas.microsoft.com/office/drawing/2014/main" id="{E8A7831A-8B13-DF20-3F6C-9CC1F700AD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32" name="Object 40">
              <a:extLst>
                <a:ext uri="{FF2B5EF4-FFF2-40B4-BE49-F238E27FC236}">
                  <a16:creationId xmlns:a16="http://schemas.microsoft.com/office/drawing/2014/main" id="{10B2BB7B-C34A-006C-2314-10558244436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32" name="Object 40">
                          <a:extLst>
                            <a:ext uri="{FF2B5EF4-FFF2-40B4-BE49-F238E27FC236}">
                              <a16:creationId xmlns:a16="http://schemas.microsoft.com/office/drawing/2014/main" id="{10B2BB7B-C34A-006C-2314-10558244436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2633" name="Group 41">
            <a:extLst>
              <a:ext uri="{FF2B5EF4-FFF2-40B4-BE49-F238E27FC236}">
                <a16:creationId xmlns:a16="http://schemas.microsoft.com/office/drawing/2014/main" id="{326E1C30-5504-7BB7-BEA8-911F1165E2A0}"/>
              </a:ext>
            </a:extLst>
          </p:cNvPr>
          <p:cNvGrpSpPr>
            <a:grpSpLocks/>
          </p:cNvGrpSpPr>
          <p:nvPr/>
        </p:nvGrpSpPr>
        <p:grpSpPr bwMode="auto">
          <a:xfrm>
            <a:off x="4622800" y="4672013"/>
            <a:ext cx="400050" cy="457200"/>
            <a:chOff x="2870" y="1518"/>
            <a:chExt cx="292" cy="320"/>
          </a:xfrm>
        </p:grpSpPr>
        <p:graphicFrame>
          <p:nvGraphicFramePr>
            <p:cNvPr id="1902634" name="Object 42">
              <a:extLst>
                <a:ext uri="{FF2B5EF4-FFF2-40B4-BE49-F238E27FC236}">
                  <a16:creationId xmlns:a16="http://schemas.microsoft.com/office/drawing/2014/main" id="{95038988-9828-D58C-A443-B29A5119226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34" name="Object 42">
                          <a:extLst>
                            <a:ext uri="{FF2B5EF4-FFF2-40B4-BE49-F238E27FC236}">
                              <a16:creationId xmlns:a16="http://schemas.microsoft.com/office/drawing/2014/main" id="{95038988-9828-D58C-A443-B29A511922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35" name="Object 43">
              <a:extLst>
                <a:ext uri="{FF2B5EF4-FFF2-40B4-BE49-F238E27FC236}">
                  <a16:creationId xmlns:a16="http://schemas.microsoft.com/office/drawing/2014/main" id="{B7BD8767-6509-F811-3511-6F93B65D58D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35" name="Object 43">
                          <a:extLst>
                            <a:ext uri="{FF2B5EF4-FFF2-40B4-BE49-F238E27FC236}">
                              <a16:creationId xmlns:a16="http://schemas.microsoft.com/office/drawing/2014/main" id="{B7BD8767-6509-F811-3511-6F93B65D58D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2636" name="Group 44">
            <a:extLst>
              <a:ext uri="{FF2B5EF4-FFF2-40B4-BE49-F238E27FC236}">
                <a16:creationId xmlns:a16="http://schemas.microsoft.com/office/drawing/2014/main" id="{64C2EE2F-C4EB-D6AC-E7E9-8978300701C1}"/>
              </a:ext>
            </a:extLst>
          </p:cNvPr>
          <p:cNvGrpSpPr>
            <a:grpSpLocks/>
          </p:cNvGrpSpPr>
          <p:nvPr/>
        </p:nvGrpSpPr>
        <p:grpSpPr bwMode="auto">
          <a:xfrm>
            <a:off x="3884613" y="5473700"/>
            <a:ext cx="400050" cy="457200"/>
            <a:chOff x="2870" y="1518"/>
            <a:chExt cx="292" cy="320"/>
          </a:xfrm>
        </p:grpSpPr>
        <p:graphicFrame>
          <p:nvGraphicFramePr>
            <p:cNvPr id="1902637" name="Object 45">
              <a:extLst>
                <a:ext uri="{FF2B5EF4-FFF2-40B4-BE49-F238E27FC236}">
                  <a16:creationId xmlns:a16="http://schemas.microsoft.com/office/drawing/2014/main" id="{CA45659A-F569-BAB0-3D38-B85BC7EE7DE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37" name="Object 45">
                          <a:extLst>
                            <a:ext uri="{FF2B5EF4-FFF2-40B4-BE49-F238E27FC236}">
                              <a16:creationId xmlns:a16="http://schemas.microsoft.com/office/drawing/2014/main" id="{CA45659A-F569-BAB0-3D38-B85BC7EE7D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38" name="Object 46">
              <a:extLst>
                <a:ext uri="{FF2B5EF4-FFF2-40B4-BE49-F238E27FC236}">
                  <a16:creationId xmlns:a16="http://schemas.microsoft.com/office/drawing/2014/main" id="{315C5157-B140-E018-C797-19426CD45A2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38" name="Object 46">
                          <a:extLst>
                            <a:ext uri="{FF2B5EF4-FFF2-40B4-BE49-F238E27FC236}">
                              <a16:creationId xmlns:a16="http://schemas.microsoft.com/office/drawing/2014/main" id="{315C5157-B140-E018-C797-19426CD45A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2639" name="Group 47">
            <a:extLst>
              <a:ext uri="{FF2B5EF4-FFF2-40B4-BE49-F238E27FC236}">
                <a16:creationId xmlns:a16="http://schemas.microsoft.com/office/drawing/2014/main" id="{A4F0B7A8-7ACF-FB3E-4E19-15BADC7067D9}"/>
              </a:ext>
            </a:extLst>
          </p:cNvPr>
          <p:cNvGrpSpPr>
            <a:grpSpLocks/>
          </p:cNvGrpSpPr>
          <p:nvPr/>
        </p:nvGrpSpPr>
        <p:grpSpPr bwMode="auto">
          <a:xfrm>
            <a:off x="3760788" y="4926013"/>
            <a:ext cx="400050" cy="457200"/>
            <a:chOff x="2870" y="1518"/>
            <a:chExt cx="292" cy="320"/>
          </a:xfrm>
        </p:grpSpPr>
        <p:graphicFrame>
          <p:nvGraphicFramePr>
            <p:cNvPr id="1902640" name="Object 48">
              <a:extLst>
                <a:ext uri="{FF2B5EF4-FFF2-40B4-BE49-F238E27FC236}">
                  <a16:creationId xmlns:a16="http://schemas.microsoft.com/office/drawing/2014/main" id="{032A6676-EC79-EAED-E66E-D3E80B3DC44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40" name="Object 48">
                          <a:extLst>
                            <a:ext uri="{FF2B5EF4-FFF2-40B4-BE49-F238E27FC236}">
                              <a16:creationId xmlns:a16="http://schemas.microsoft.com/office/drawing/2014/main" id="{032A6676-EC79-EAED-E66E-D3E80B3DC4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41" name="Object 49">
              <a:extLst>
                <a:ext uri="{FF2B5EF4-FFF2-40B4-BE49-F238E27FC236}">
                  <a16:creationId xmlns:a16="http://schemas.microsoft.com/office/drawing/2014/main" id="{6D322C1A-4A46-DCCB-F8BF-F9B963682E2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41" name="Object 49">
                          <a:extLst>
                            <a:ext uri="{FF2B5EF4-FFF2-40B4-BE49-F238E27FC236}">
                              <a16:creationId xmlns:a16="http://schemas.microsoft.com/office/drawing/2014/main" id="{6D322C1A-4A46-DCCB-F8BF-F9B963682E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2642" name="Group 50">
            <a:extLst>
              <a:ext uri="{FF2B5EF4-FFF2-40B4-BE49-F238E27FC236}">
                <a16:creationId xmlns:a16="http://schemas.microsoft.com/office/drawing/2014/main" id="{62CF8209-BE59-6C77-CC3C-A5CB5CF148A3}"/>
              </a:ext>
            </a:extLst>
          </p:cNvPr>
          <p:cNvGrpSpPr>
            <a:grpSpLocks/>
          </p:cNvGrpSpPr>
          <p:nvPr/>
        </p:nvGrpSpPr>
        <p:grpSpPr bwMode="auto">
          <a:xfrm>
            <a:off x="5837238" y="5697538"/>
            <a:ext cx="400050" cy="457200"/>
            <a:chOff x="2870" y="1518"/>
            <a:chExt cx="292" cy="320"/>
          </a:xfrm>
        </p:grpSpPr>
        <p:graphicFrame>
          <p:nvGraphicFramePr>
            <p:cNvPr id="1902643" name="Object 51">
              <a:extLst>
                <a:ext uri="{FF2B5EF4-FFF2-40B4-BE49-F238E27FC236}">
                  <a16:creationId xmlns:a16="http://schemas.microsoft.com/office/drawing/2014/main" id="{0C42D637-6EC1-E9FC-BC12-04924E91579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43" name="Object 51">
                          <a:extLst>
                            <a:ext uri="{FF2B5EF4-FFF2-40B4-BE49-F238E27FC236}">
                              <a16:creationId xmlns:a16="http://schemas.microsoft.com/office/drawing/2014/main" id="{0C42D637-6EC1-E9FC-BC12-04924E9157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44" name="Object 52">
              <a:extLst>
                <a:ext uri="{FF2B5EF4-FFF2-40B4-BE49-F238E27FC236}">
                  <a16:creationId xmlns:a16="http://schemas.microsoft.com/office/drawing/2014/main" id="{B2F69424-52DA-88E0-4C8C-D2C24667590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44" name="Object 52">
                          <a:extLst>
                            <a:ext uri="{FF2B5EF4-FFF2-40B4-BE49-F238E27FC236}">
                              <a16:creationId xmlns:a16="http://schemas.microsoft.com/office/drawing/2014/main" id="{B2F69424-52DA-88E0-4C8C-D2C2466759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2645" name="Group 53">
            <a:extLst>
              <a:ext uri="{FF2B5EF4-FFF2-40B4-BE49-F238E27FC236}">
                <a16:creationId xmlns:a16="http://schemas.microsoft.com/office/drawing/2014/main" id="{DF36BD94-E3A1-3311-4655-712B98828FC2}"/>
              </a:ext>
            </a:extLst>
          </p:cNvPr>
          <p:cNvGrpSpPr>
            <a:grpSpLocks/>
          </p:cNvGrpSpPr>
          <p:nvPr/>
        </p:nvGrpSpPr>
        <p:grpSpPr bwMode="auto">
          <a:xfrm>
            <a:off x="4830763" y="5164138"/>
            <a:ext cx="835025" cy="457200"/>
            <a:chOff x="3345" y="3383"/>
            <a:chExt cx="526" cy="288"/>
          </a:xfrm>
        </p:grpSpPr>
        <p:grpSp>
          <p:nvGrpSpPr>
            <p:cNvPr id="1902646" name="Group 54">
              <a:extLst>
                <a:ext uri="{FF2B5EF4-FFF2-40B4-BE49-F238E27FC236}">
                  <a16:creationId xmlns:a16="http://schemas.microsoft.com/office/drawing/2014/main" id="{BE8013BE-5E00-E4B0-5E5C-8C629FC9FD3F}"/>
                </a:ext>
              </a:extLst>
            </p:cNvPr>
            <p:cNvGrpSpPr>
              <a:grpSpLocks/>
            </p:cNvGrpSpPr>
            <p:nvPr/>
          </p:nvGrpSpPr>
          <p:grpSpPr bwMode="auto">
            <a:xfrm>
              <a:off x="3426" y="3383"/>
              <a:ext cx="252" cy="288"/>
              <a:chOff x="2870" y="1518"/>
              <a:chExt cx="292" cy="320"/>
            </a:xfrm>
          </p:grpSpPr>
          <p:graphicFrame>
            <p:nvGraphicFramePr>
              <p:cNvPr id="1902647" name="Object 55">
                <a:extLst>
                  <a:ext uri="{FF2B5EF4-FFF2-40B4-BE49-F238E27FC236}">
                    <a16:creationId xmlns:a16="http://schemas.microsoft.com/office/drawing/2014/main" id="{81E2E56C-0831-F5E3-4F80-8CB9EA140C6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47" name="Object 55">
                            <a:extLst>
                              <a:ext uri="{FF2B5EF4-FFF2-40B4-BE49-F238E27FC236}">
                                <a16:creationId xmlns:a16="http://schemas.microsoft.com/office/drawing/2014/main" id="{81E2E56C-0831-F5E3-4F80-8CB9EA140C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48" name="Object 56">
                <a:extLst>
                  <a:ext uri="{FF2B5EF4-FFF2-40B4-BE49-F238E27FC236}">
                    <a16:creationId xmlns:a16="http://schemas.microsoft.com/office/drawing/2014/main" id="{F575859F-80C2-4482-BC94-82B42853E41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48" name="Object 56">
                            <a:extLst>
                              <a:ext uri="{FF2B5EF4-FFF2-40B4-BE49-F238E27FC236}">
                                <a16:creationId xmlns:a16="http://schemas.microsoft.com/office/drawing/2014/main" id="{F575859F-80C2-4482-BC94-82B42853E41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2649" name="Line 57">
              <a:extLst>
                <a:ext uri="{FF2B5EF4-FFF2-40B4-BE49-F238E27FC236}">
                  <a16:creationId xmlns:a16="http://schemas.microsoft.com/office/drawing/2014/main" id="{0C33CC88-332E-5299-DA3E-43F7E39BC064}"/>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2650" name="Line 58">
              <a:extLst>
                <a:ext uri="{FF2B5EF4-FFF2-40B4-BE49-F238E27FC236}">
                  <a16:creationId xmlns:a16="http://schemas.microsoft.com/office/drawing/2014/main" id="{926DA40D-8EB9-3594-27B9-422D8D005B6F}"/>
                </a:ext>
              </a:extLst>
            </p:cNvPr>
            <p:cNvSpPr>
              <a:spLocks noChangeShapeType="1"/>
            </p:cNvSpPr>
            <p:nvPr/>
          </p:nvSpPr>
          <p:spPr bwMode="auto">
            <a:xfrm flipH="1">
              <a:off x="3372" y="348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2651" name="Line 59">
              <a:extLst>
                <a:ext uri="{FF2B5EF4-FFF2-40B4-BE49-F238E27FC236}">
                  <a16:creationId xmlns:a16="http://schemas.microsoft.com/office/drawing/2014/main" id="{93D6AAAE-8B66-E6B6-5E91-929F4C651CCF}"/>
                </a:ext>
              </a:extLst>
            </p:cNvPr>
            <p:cNvSpPr>
              <a:spLocks noChangeShapeType="1"/>
            </p:cNvSpPr>
            <p:nvPr/>
          </p:nvSpPr>
          <p:spPr bwMode="auto">
            <a:xfrm flipH="1">
              <a:off x="3381" y="3534"/>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2652" name="Line 60">
              <a:extLst>
                <a:ext uri="{FF2B5EF4-FFF2-40B4-BE49-F238E27FC236}">
                  <a16:creationId xmlns:a16="http://schemas.microsoft.com/office/drawing/2014/main" id="{47E665D6-E70C-AD92-DD55-1EE85119C440}"/>
                </a:ext>
              </a:extLst>
            </p:cNvPr>
            <p:cNvSpPr>
              <a:spLocks noChangeShapeType="1"/>
            </p:cNvSpPr>
            <p:nvPr/>
          </p:nvSpPr>
          <p:spPr bwMode="auto">
            <a:xfrm flipH="1">
              <a:off x="3345" y="357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sp>
        <p:nvSpPr>
          <p:cNvPr id="1902653" name="Line 61">
            <a:extLst>
              <a:ext uri="{FF2B5EF4-FFF2-40B4-BE49-F238E27FC236}">
                <a16:creationId xmlns:a16="http://schemas.microsoft.com/office/drawing/2014/main" id="{5104FA34-26EF-73B5-DEA1-BD91B78B3D5B}"/>
              </a:ext>
            </a:extLst>
          </p:cNvPr>
          <p:cNvSpPr>
            <a:spLocks noChangeShapeType="1"/>
          </p:cNvSpPr>
          <p:nvPr/>
        </p:nvSpPr>
        <p:spPr bwMode="auto">
          <a:xfrm flipH="1" flipV="1">
            <a:off x="5068888" y="4303713"/>
            <a:ext cx="747712" cy="1095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2654" name="Line 62">
            <a:extLst>
              <a:ext uri="{FF2B5EF4-FFF2-40B4-BE49-F238E27FC236}">
                <a16:creationId xmlns:a16="http://schemas.microsoft.com/office/drawing/2014/main" id="{76A4F858-551C-A1D6-9F28-8ACFB83DA439}"/>
              </a:ext>
            </a:extLst>
          </p:cNvPr>
          <p:cNvSpPr>
            <a:spLocks noChangeShapeType="1"/>
          </p:cNvSpPr>
          <p:nvPr/>
        </p:nvSpPr>
        <p:spPr bwMode="auto">
          <a:xfrm flipH="1" flipV="1">
            <a:off x="4297363" y="4451350"/>
            <a:ext cx="176212"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2656" name="Rectangle 64">
            <a:extLst>
              <a:ext uri="{FF2B5EF4-FFF2-40B4-BE49-F238E27FC236}">
                <a16:creationId xmlns:a16="http://schemas.microsoft.com/office/drawing/2014/main" id="{E4416527-9B59-A1A0-ED6D-E8638B0A5052}"/>
              </a:ext>
            </a:extLst>
          </p:cNvPr>
          <p:cNvSpPr>
            <a:spLocks noChangeArrowheads="1"/>
          </p:cNvSpPr>
          <p:nvPr/>
        </p:nvSpPr>
        <p:spPr bwMode="auto">
          <a:xfrm>
            <a:off x="5584825" y="1631950"/>
            <a:ext cx="1912938" cy="280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2657" name="Rectangle 65">
            <a:extLst>
              <a:ext uri="{FF2B5EF4-FFF2-40B4-BE49-F238E27FC236}">
                <a16:creationId xmlns:a16="http://schemas.microsoft.com/office/drawing/2014/main" id="{56A68486-A553-30E2-CDE2-551B89D9F247}"/>
              </a:ext>
            </a:extLst>
          </p:cNvPr>
          <p:cNvSpPr>
            <a:spLocks noChangeArrowheads="1"/>
          </p:cNvSpPr>
          <p:nvPr/>
        </p:nvSpPr>
        <p:spPr bwMode="auto">
          <a:xfrm>
            <a:off x="5603875" y="1662113"/>
            <a:ext cx="3308350" cy="1958975"/>
          </a:xfrm>
          <a:prstGeom prst="rect">
            <a:avLst/>
          </a:prstGeom>
          <a:noFill/>
          <a:ln w="25400">
            <a:solidFill>
              <a:srgbClr val="FF33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23838" indent="-223838" algn="l" eaLnBrk="0" hangingPunct="0">
              <a:spcBef>
                <a:spcPct val="50000"/>
              </a:spcBef>
              <a:buChar char="•"/>
              <a:defRPr sz="2400">
                <a:solidFill>
                  <a:srgbClr val="0000FF"/>
                </a:solidFill>
                <a:latin typeface="Arial" panose="020B0604020202020204" pitchFamily="34" charset="0"/>
                <a:cs typeface="Arial" panose="020B0604020202020204" pitchFamily="34" charset="0"/>
              </a:defRPr>
            </a:lvl1pPr>
            <a:lvl2pPr marL="563563" indent="-223838" algn="l" eaLnBrk="0" hangingPunct="0">
              <a:spcBef>
                <a:spcPct val="10000"/>
              </a:spcBef>
              <a:buFont typeface="Helvetica" panose="020B0604020202020204" pitchFamily="34" charset="0"/>
              <a:buChar char="–"/>
              <a:defRPr sz="2000">
                <a:solidFill>
                  <a:schemeClr val="accent2"/>
                </a:solidFill>
                <a:latin typeface="Arial" panose="020B0604020202020204" pitchFamily="34" charset="0"/>
                <a:cs typeface="Arial" panose="020B0604020202020204" pitchFamily="34" charset="0"/>
              </a:defRPr>
            </a:lvl2pPr>
            <a:lvl3pPr marL="911225" indent="-233363" algn="l" eaLnBrk="0" hangingPunct="0">
              <a:spcBef>
                <a:spcPct val="1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258888" indent="-233363" algn="l" eaLnBrk="0" hangingPunct="0">
              <a:spcBef>
                <a:spcPct val="10000"/>
              </a:spcBef>
              <a:buChar char="•"/>
              <a:defRPr>
                <a:solidFill>
                  <a:schemeClr val="accent2"/>
                </a:solidFill>
                <a:latin typeface="Helvetica" panose="020B0604020202020204" pitchFamily="34" charset="0"/>
                <a:cs typeface="Arial" panose="020B0604020202020204" pitchFamily="34" charset="0"/>
              </a:defRPr>
            </a:lvl4pPr>
            <a:lvl5pPr marL="1597025" indent="-223838" algn="l" eaLnBrk="0" hangingPunct="0">
              <a:spcBef>
                <a:spcPct val="10000"/>
              </a:spcBef>
              <a:buChar char="•"/>
              <a:defRPr>
                <a:solidFill>
                  <a:schemeClr val="tx1"/>
                </a:solidFill>
                <a:latin typeface="Helvetica" panose="020B0604020202020204" pitchFamily="34" charset="0"/>
                <a:cs typeface="Arial" panose="020B0604020202020204" pitchFamily="34" charset="0"/>
              </a:defRPr>
            </a:lvl5pPr>
            <a:lvl6pPr marL="20542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6pPr>
            <a:lvl7pPr marL="25114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7pPr>
            <a:lvl8pPr marL="29686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8pPr>
            <a:lvl9pPr marL="34258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9pPr>
          </a:lstStyle>
          <a:p>
            <a:pPr marL="223838" marR="0" lvl="0" indent="-223838" algn="l" defTabSz="914400" rtl="0" eaLnBrk="0" fontAlgn="base" latinLnBrk="0" hangingPunct="0">
              <a:lnSpc>
                <a:spcPct val="90000"/>
              </a:lnSpc>
              <a:spcBef>
                <a:spcPct val="50000"/>
              </a:spcBef>
              <a:spcAft>
                <a:spcPct val="0"/>
              </a:spcAft>
              <a:buClrTx/>
              <a:buSzTx/>
              <a:buFontTx/>
              <a:buNone/>
              <a:tabLst/>
              <a:defRPr/>
            </a:pPr>
            <a:r>
              <a:rPr kumimoji="0" lang="en-US" altLang="en-US" sz="2000" b="0" i="0" u="sng"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Wireless host</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Laptop, PDA, IP phone</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Run applications</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May be stationary (non-mobile) or mobile</a:t>
            </a:r>
          </a:p>
        </p:txBody>
      </p:sp>
      <p:grpSp>
        <p:nvGrpSpPr>
          <p:cNvPr id="1902658" name="Group 66">
            <a:extLst>
              <a:ext uri="{FF2B5EF4-FFF2-40B4-BE49-F238E27FC236}">
                <a16:creationId xmlns:a16="http://schemas.microsoft.com/office/drawing/2014/main" id="{49388332-AA04-6079-078F-255C50741A93}"/>
              </a:ext>
            </a:extLst>
          </p:cNvPr>
          <p:cNvGrpSpPr>
            <a:grpSpLocks/>
          </p:cNvGrpSpPr>
          <p:nvPr/>
        </p:nvGrpSpPr>
        <p:grpSpPr bwMode="auto">
          <a:xfrm>
            <a:off x="7627938" y="1228725"/>
            <a:ext cx="808037" cy="668338"/>
            <a:chOff x="2870" y="1518"/>
            <a:chExt cx="292" cy="320"/>
          </a:xfrm>
        </p:grpSpPr>
        <p:graphicFrame>
          <p:nvGraphicFramePr>
            <p:cNvPr id="1902659" name="Object 67">
              <a:extLst>
                <a:ext uri="{FF2B5EF4-FFF2-40B4-BE49-F238E27FC236}">
                  <a16:creationId xmlns:a16="http://schemas.microsoft.com/office/drawing/2014/main" id="{2A80B1FA-DC10-A4DE-0DFF-DC24B208388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2659" name="Object 67">
                          <a:extLst>
                            <a:ext uri="{FF2B5EF4-FFF2-40B4-BE49-F238E27FC236}">
                              <a16:creationId xmlns:a16="http://schemas.microsoft.com/office/drawing/2014/main" id="{2A80B1FA-DC10-A4DE-0DFF-DC24B20838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2660" name="Object 68">
              <a:extLst>
                <a:ext uri="{FF2B5EF4-FFF2-40B4-BE49-F238E27FC236}">
                  <a16:creationId xmlns:a16="http://schemas.microsoft.com/office/drawing/2014/main" id="{D4BEE82D-6946-0C43-6322-DB797B723DB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2660" name="Object 68">
                          <a:extLst>
                            <a:ext uri="{FF2B5EF4-FFF2-40B4-BE49-F238E27FC236}">
                              <a16:creationId xmlns:a16="http://schemas.microsoft.com/office/drawing/2014/main" id="{D4BEE82D-6946-0C43-6322-DB797B723D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2661" name="Line 69">
            <a:extLst>
              <a:ext uri="{FF2B5EF4-FFF2-40B4-BE49-F238E27FC236}">
                <a16:creationId xmlns:a16="http://schemas.microsoft.com/office/drawing/2014/main" id="{312A4B84-2360-99EB-7797-870584DAF0EB}"/>
              </a:ext>
            </a:extLst>
          </p:cNvPr>
          <p:cNvSpPr>
            <a:spLocks noChangeShapeType="1"/>
          </p:cNvSpPr>
          <p:nvPr/>
        </p:nvSpPr>
        <p:spPr bwMode="auto">
          <a:xfrm flipH="1">
            <a:off x="6189663" y="3621088"/>
            <a:ext cx="609600" cy="21748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2662" name="Line 70">
            <a:extLst>
              <a:ext uri="{FF2B5EF4-FFF2-40B4-BE49-F238E27FC236}">
                <a16:creationId xmlns:a16="http://schemas.microsoft.com/office/drawing/2014/main" id="{38CC3DB4-FBDA-29A3-002B-4ACCC3B4CF93}"/>
              </a:ext>
            </a:extLst>
          </p:cNvPr>
          <p:cNvSpPr>
            <a:spLocks noChangeShapeType="1"/>
          </p:cNvSpPr>
          <p:nvPr/>
        </p:nvSpPr>
        <p:spPr bwMode="auto">
          <a:xfrm flipH="1">
            <a:off x="5257800" y="3621088"/>
            <a:ext cx="1541463" cy="16383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D0328DEB-24E1-63E7-143F-6F43497F5F01}"/>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EF94AE0-54E7-4BDF-815B-77A90ECC1505}"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04709" name="Rectangle 69">
            <a:extLst>
              <a:ext uri="{FF2B5EF4-FFF2-40B4-BE49-F238E27FC236}">
                <a16:creationId xmlns:a16="http://schemas.microsoft.com/office/drawing/2014/main" id="{4680917C-9CB9-7586-85BC-5007BC3D889A}"/>
              </a:ext>
            </a:extLst>
          </p:cNvPr>
          <p:cNvSpPr>
            <a:spLocks noGrp="1" noChangeArrowheads="1"/>
          </p:cNvSpPr>
          <p:nvPr>
            <p:ph type="title"/>
          </p:nvPr>
        </p:nvSpPr>
        <p:spPr/>
        <p:txBody>
          <a:bodyPr/>
          <a:lstStyle/>
          <a:p>
            <a:r>
              <a:rPr lang="en-US" altLang="en-US" dirty="0"/>
              <a:t>Wireless Network: </a:t>
            </a:r>
            <a:r>
              <a:rPr lang="en-US" altLang="en-US" dirty="0">
                <a:solidFill>
                  <a:srgbClr val="FF0000"/>
                </a:solidFill>
              </a:rPr>
              <a:t>Base Station</a:t>
            </a:r>
          </a:p>
        </p:txBody>
      </p:sp>
      <p:sp>
        <p:nvSpPr>
          <p:cNvPr id="1904643" name="Oval 3">
            <a:extLst>
              <a:ext uri="{FF2B5EF4-FFF2-40B4-BE49-F238E27FC236}">
                <a16:creationId xmlns:a16="http://schemas.microsoft.com/office/drawing/2014/main" id="{8F233684-051A-5420-8A3E-05560501CD43}"/>
              </a:ext>
            </a:extLst>
          </p:cNvPr>
          <p:cNvSpPr>
            <a:spLocks noChangeArrowheads="1"/>
          </p:cNvSpPr>
          <p:nvPr/>
        </p:nvSpPr>
        <p:spPr bwMode="auto">
          <a:xfrm>
            <a:off x="4370388" y="4811713"/>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04644" name="Group 4">
            <a:extLst>
              <a:ext uri="{FF2B5EF4-FFF2-40B4-BE49-F238E27FC236}">
                <a16:creationId xmlns:a16="http://schemas.microsoft.com/office/drawing/2014/main" id="{4D9B0BFE-BF0B-B8F8-21FD-8C056DF8AF32}"/>
              </a:ext>
            </a:extLst>
          </p:cNvPr>
          <p:cNvGrpSpPr>
            <a:grpSpLocks/>
          </p:cNvGrpSpPr>
          <p:nvPr/>
        </p:nvGrpSpPr>
        <p:grpSpPr bwMode="auto">
          <a:xfrm>
            <a:off x="2489200" y="2925763"/>
            <a:ext cx="2362200" cy="1762125"/>
            <a:chOff x="3839" y="1737"/>
            <a:chExt cx="1488" cy="1110"/>
          </a:xfrm>
        </p:grpSpPr>
        <p:sp>
          <p:nvSpPr>
            <p:cNvPr id="1904645" name="Freeform 5">
              <a:extLst>
                <a:ext uri="{FF2B5EF4-FFF2-40B4-BE49-F238E27FC236}">
                  <a16:creationId xmlns:a16="http://schemas.microsoft.com/office/drawing/2014/main" id="{068CBD24-8F03-30A3-020C-41BECB2D8D85}"/>
                </a:ext>
              </a:extLst>
            </p:cNvPr>
            <p:cNvSpPr>
              <a:spLocks/>
            </p:cNvSpPr>
            <p:nvPr/>
          </p:nvSpPr>
          <p:spPr bwMode="auto">
            <a:xfrm>
              <a:off x="3839" y="1737"/>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4646" name="Text Box 6">
              <a:extLst>
                <a:ext uri="{FF2B5EF4-FFF2-40B4-BE49-F238E27FC236}">
                  <a16:creationId xmlns:a16="http://schemas.microsoft.com/office/drawing/2014/main" id="{42C8289C-B23F-3739-817B-6732FB9E357C}"/>
                </a:ext>
              </a:extLst>
            </p:cNvPr>
            <p:cNvSpPr txBox="1">
              <a:spLocks noChangeArrowheads="1"/>
            </p:cNvSpPr>
            <p:nvPr/>
          </p:nvSpPr>
          <p:spPr bwMode="auto">
            <a:xfrm>
              <a:off x="4075" y="1947"/>
              <a:ext cx="109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omic Sans MS" panose="030F0702030302020204" pitchFamily="66" charset="0"/>
                  <a:ea typeface="+mn-ea"/>
                  <a:cs typeface="Arial"/>
                </a:rPr>
                <a:t>network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omic Sans MS" panose="030F0702030302020204" pitchFamily="66" charset="0"/>
                  <a:ea typeface="+mn-ea"/>
                  <a:cs typeface="Arial"/>
                </a:rPr>
                <a:t>infrastructure</a:t>
              </a:r>
            </a:p>
          </p:txBody>
        </p:sp>
      </p:grpSp>
      <p:pic>
        <p:nvPicPr>
          <p:cNvPr id="1904647" name="Picture 7">
            <a:extLst>
              <a:ext uri="{FF2B5EF4-FFF2-40B4-BE49-F238E27FC236}">
                <a16:creationId xmlns:a16="http://schemas.microsoft.com/office/drawing/2014/main" id="{A9F4D494-FB07-F535-A314-BAF7717E46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5413" y="5389563"/>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4648" name="Group 8">
            <a:extLst>
              <a:ext uri="{FF2B5EF4-FFF2-40B4-BE49-F238E27FC236}">
                <a16:creationId xmlns:a16="http://schemas.microsoft.com/office/drawing/2014/main" id="{AC178E6B-3D1E-846B-18FD-E66CDF89BF6A}"/>
              </a:ext>
            </a:extLst>
          </p:cNvPr>
          <p:cNvGrpSpPr>
            <a:grpSpLocks/>
          </p:cNvGrpSpPr>
          <p:nvPr/>
        </p:nvGrpSpPr>
        <p:grpSpPr bwMode="auto">
          <a:xfrm>
            <a:off x="577850" y="1854200"/>
            <a:ext cx="1755775" cy="1625600"/>
            <a:chOff x="567" y="1326"/>
            <a:chExt cx="1106" cy="1024"/>
          </a:xfrm>
        </p:grpSpPr>
        <p:sp>
          <p:nvSpPr>
            <p:cNvPr id="1904649" name="Oval 9">
              <a:extLst>
                <a:ext uri="{FF2B5EF4-FFF2-40B4-BE49-F238E27FC236}">
                  <a16:creationId xmlns:a16="http://schemas.microsoft.com/office/drawing/2014/main" id="{AC13DB8A-D65D-702A-7A06-67B178F0897D}"/>
                </a:ext>
              </a:extLst>
            </p:cNvPr>
            <p:cNvSpPr>
              <a:spLocks noChangeArrowheads="1"/>
            </p:cNvSpPr>
            <p:nvPr/>
          </p:nvSpPr>
          <p:spPr bwMode="auto">
            <a:xfrm>
              <a:off x="567" y="1326"/>
              <a:ext cx="1106" cy="1024"/>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4650" name="Picture 10">
              <a:extLst>
                <a:ext uri="{FF2B5EF4-FFF2-40B4-BE49-F238E27FC236}">
                  <a16:creationId xmlns:a16="http://schemas.microsoft.com/office/drawing/2014/main" id="{FA7885CC-8BAC-78C5-CD21-AD55CE15AE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035" y="1785"/>
              <a:ext cx="212" cy="135"/>
            </a:xfrm>
            <a:prstGeom prst="rect">
              <a:avLst/>
            </a:prstGeom>
            <a:noFill/>
            <a:extLst>
              <a:ext uri="{909E8E84-426E-40DD-AFC4-6F175D3DCCD1}">
                <a14:hiddenFill xmlns:a14="http://schemas.microsoft.com/office/drawing/2010/main">
                  <a:solidFill>
                    <a:srgbClr val="FFFFFF"/>
                  </a:solidFill>
                </a14:hiddenFill>
              </a:ext>
            </a:extLst>
          </p:spPr>
        </p:pic>
        <p:grpSp>
          <p:nvGrpSpPr>
            <p:cNvPr id="1904651" name="Group 11">
              <a:extLst>
                <a:ext uri="{FF2B5EF4-FFF2-40B4-BE49-F238E27FC236}">
                  <a16:creationId xmlns:a16="http://schemas.microsoft.com/office/drawing/2014/main" id="{F8CB9F45-FB34-CE91-0DA5-D6551038B5A1}"/>
                </a:ext>
              </a:extLst>
            </p:cNvPr>
            <p:cNvGrpSpPr>
              <a:grpSpLocks/>
            </p:cNvGrpSpPr>
            <p:nvPr/>
          </p:nvGrpSpPr>
          <p:grpSpPr bwMode="auto">
            <a:xfrm>
              <a:off x="1221" y="1447"/>
              <a:ext cx="252" cy="288"/>
              <a:chOff x="2870" y="1518"/>
              <a:chExt cx="292" cy="320"/>
            </a:xfrm>
          </p:grpSpPr>
          <p:graphicFrame>
            <p:nvGraphicFramePr>
              <p:cNvPr id="1904652" name="Object 12">
                <a:extLst>
                  <a:ext uri="{FF2B5EF4-FFF2-40B4-BE49-F238E27FC236}">
                    <a16:creationId xmlns:a16="http://schemas.microsoft.com/office/drawing/2014/main" id="{5E38C6DE-2573-7378-A628-A01CC0CD7D1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52" name="Object 12">
                            <a:extLst>
                              <a:ext uri="{FF2B5EF4-FFF2-40B4-BE49-F238E27FC236}">
                                <a16:creationId xmlns:a16="http://schemas.microsoft.com/office/drawing/2014/main" id="{5E38C6DE-2573-7378-A628-A01CC0CD7D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53" name="Object 13">
                <a:extLst>
                  <a:ext uri="{FF2B5EF4-FFF2-40B4-BE49-F238E27FC236}">
                    <a16:creationId xmlns:a16="http://schemas.microsoft.com/office/drawing/2014/main" id="{3A6C7AAD-6425-4AB6-FB39-24D68C2F927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53" name="Object 13">
                            <a:extLst>
                              <a:ext uri="{FF2B5EF4-FFF2-40B4-BE49-F238E27FC236}">
                                <a16:creationId xmlns:a16="http://schemas.microsoft.com/office/drawing/2014/main" id="{3A6C7AAD-6425-4AB6-FB39-24D68C2F92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4654" name="Group 14">
              <a:extLst>
                <a:ext uri="{FF2B5EF4-FFF2-40B4-BE49-F238E27FC236}">
                  <a16:creationId xmlns:a16="http://schemas.microsoft.com/office/drawing/2014/main" id="{1B177C26-59C1-6DF9-60C4-6CA890FBB7D6}"/>
                </a:ext>
              </a:extLst>
            </p:cNvPr>
            <p:cNvGrpSpPr>
              <a:grpSpLocks/>
            </p:cNvGrpSpPr>
            <p:nvPr/>
          </p:nvGrpSpPr>
          <p:grpSpPr bwMode="auto">
            <a:xfrm>
              <a:off x="869" y="1379"/>
              <a:ext cx="252" cy="288"/>
              <a:chOff x="2870" y="1518"/>
              <a:chExt cx="292" cy="320"/>
            </a:xfrm>
          </p:grpSpPr>
          <p:graphicFrame>
            <p:nvGraphicFramePr>
              <p:cNvPr id="1904655" name="Object 15">
                <a:extLst>
                  <a:ext uri="{FF2B5EF4-FFF2-40B4-BE49-F238E27FC236}">
                    <a16:creationId xmlns:a16="http://schemas.microsoft.com/office/drawing/2014/main" id="{374BE378-FD8B-91BA-029F-5D8A8D8ADA6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55" name="Object 15">
                            <a:extLst>
                              <a:ext uri="{FF2B5EF4-FFF2-40B4-BE49-F238E27FC236}">
                                <a16:creationId xmlns:a16="http://schemas.microsoft.com/office/drawing/2014/main" id="{374BE378-FD8B-91BA-029F-5D8A8D8ADA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56" name="Object 16">
                <a:extLst>
                  <a:ext uri="{FF2B5EF4-FFF2-40B4-BE49-F238E27FC236}">
                    <a16:creationId xmlns:a16="http://schemas.microsoft.com/office/drawing/2014/main" id="{B2A4F2F5-D093-904C-5863-086EE54D1E1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56" name="Object 16">
                            <a:extLst>
                              <a:ext uri="{FF2B5EF4-FFF2-40B4-BE49-F238E27FC236}">
                                <a16:creationId xmlns:a16="http://schemas.microsoft.com/office/drawing/2014/main" id="{B2A4F2F5-D093-904C-5863-086EE54D1E1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4657" name="Group 17">
              <a:extLst>
                <a:ext uri="{FF2B5EF4-FFF2-40B4-BE49-F238E27FC236}">
                  <a16:creationId xmlns:a16="http://schemas.microsoft.com/office/drawing/2014/main" id="{206420AE-4A44-DB46-648D-62ACA2EFCC1F}"/>
                </a:ext>
              </a:extLst>
            </p:cNvPr>
            <p:cNvGrpSpPr>
              <a:grpSpLocks/>
            </p:cNvGrpSpPr>
            <p:nvPr/>
          </p:nvGrpSpPr>
          <p:grpSpPr bwMode="auto">
            <a:xfrm>
              <a:off x="727" y="1878"/>
              <a:ext cx="252" cy="288"/>
              <a:chOff x="2870" y="1518"/>
              <a:chExt cx="292" cy="320"/>
            </a:xfrm>
          </p:grpSpPr>
          <p:graphicFrame>
            <p:nvGraphicFramePr>
              <p:cNvPr id="1904658" name="Object 18">
                <a:extLst>
                  <a:ext uri="{FF2B5EF4-FFF2-40B4-BE49-F238E27FC236}">
                    <a16:creationId xmlns:a16="http://schemas.microsoft.com/office/drawing/2014/main" id="{EDE17003-88AA-9E1D-66DB-A164F0F4792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58" name="Object 18">
                            <a:extLst>
                              <a:ext uri="{FF2B5EF4-FFF2-40B4-BE49-F238E27FC236}">
                                <a16:creationId xmlns:a16="http://schemas.microsoft.com/office/drawing/2014/main" id="{EDE17003-88AA-9E1D-66DB-A164F0F479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59" name="Object 19">
                <a:extLst>
                  <a:ext uri="{FF2B5EF4-FFF2-40B4-BE49-F238E27FC236}">
                    <a16:creationId xmlns:a16="http://schemas.microsoft.com/office/drawing/2014/main" id="{450D8797-DD58-9C77-9D7E-27C3E30596A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59" name="Object 19">
                            <a:extLst>
                              <a:ext uri="{FF2B5EF4-FFF2-40B4-BE49-F238E27FC236}">
                                <a16:creationId xmlns:a16="http://schemas.microsoft.com/office/drawing/2014/main" id="{450D8797-DD58-9C77-9D7E-27C3E30596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904660" name="Line 20">
            <a:extLst>
              <a:ext uri="{FF2B5EF4-FFF2-40B4-BE49-F238E27FC236}">
                <a16:creationId xmlns:a16="http://schemas.microsoft.com/office/drawing/2014/main" id="{FD330CA5-4FC6-3139-79D6-49B9F137359D}"/>
              </a:ext>
            </a:extLst>
          </p:cNvPr>
          <p:cNvSpPr>
            <a:spLocks noChangeShapeType="1"/>
          </p:cNvSpPr>
          <p:nvPr/>
        </p:nvSpPr>
        <p:spPr bwMode="auto">
          <a:xfrm>
            <a:off x="1606550" y="2855913"/>
            <a:ext cx="900113" cy="392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4661" name="Oval 21">
            <a:extLst>
              <a:ext uri="{FF2B5EF4-FFF2-40B4-BE49-F238E27FC236}">
                <a16:creationId xmlns:a16="http://schemas.microsoft.com/office/drawing/2014/main" id="{FC9A8001-4585-59E8-C5EE-301697E2E0D6}"/>
              </a:ext>
            </a:extLst>
          </p:cNvPr>
          <p:cNvSpPr>
            <a:spLocks noChangeArrowheads="1"/>
          </p:cNvSpPr>
          <p:nvPr/>
        </p:nvSpPr>
        <p:spPr bwMode="auto">
          <a:xfrm>
            <a:off x="673100" y="3776663"/>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4662" name="Picture 22">
            <a:extLst>
              <a:ext uri="{FF2B5EF4-FFF2-40B4-BE49-F238E27FC236}">
                <a16:creationId xmlns:a16="http://schemas.microsoft.com/office/drawing/2014/main" id="{4C77FB39-D7BA-4CA6-B66A-E3089CAB20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4450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4663" name="Group 23">
            <a:extLst>
              <a:ext uri="{FF2B5EF4-FFF2-40B4-BE49-F238E27FC236}">
                <a16:creationId xmlns:a16="http://schemas.microsoft.com/office/drawing/2014/main" id="{09E92E64-BB44-7853-EA7B-307E9508C29E}"/>
              </a:ext>
            </a:extLst>
          </p:cNvPr>
          <p:cNvGrpSpPr>
            <a:grpSpLocks/>
          </p:cNvGrpSpPr>
          <p:nvPr/>
        </p:nvGrpSpPr>
        <p:grpSpPr bwMode="auto">
          <a:xfrm>
            <a:off x="1463675" y="4795838"/>
            <a:ext cx="400050" cy="457200"/>
            <a:chOff x="2870" y="1518"/>
            <a:chExt cx="292" cy="320"/>
          </a:xfrm>
        </p:grpSpPr>
        <p:graphicFrame>
          <p:nvGraphicFramePr>
            <p:cNvPr id="1904664" name="Object 24">
              <a:extLst>
                <a:ext uri="{FF2B5EF4-FFF2-40B4-BE49-F238E27FC236}">
                  <a16:creationId xmlns:a16="http://schemas.microsoft.com/office/drawing/2014/main" id="{B57FDE5D-B3B5-1BF6-1116-E67CC6DE9D9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64" name="Object 24">
                          <a:extLst>
                            <a:ext uri="{FF2B5EF4-FFF2-40B4-BE49-F238E27FC236}">
                              <a16:creationId xmlns:a16="http://schemas.microsoft.com/office/drawing/2014/main" id="{B57FDE5D-B3B5-1BF6-1116-E67CC6DE9D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65" name="Object 25">
              <a:extLst>
                <a:ext uri="{FF2B5EF4-FFF2-40B4-BE49-F238E27FC236}">
                  <a16:creationId xmlns:a16="http://schemas.microsoft.com/office/drawing/2014/main" id="{A4144D0D-031A-AB3C-41A0-20C0B5903C7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65" name="Object 25">
                          <a:extLst>
                            <a:ext uri="{FF2B5EF4-FFF2-40B4-BE49-F238E27FC236}">
                              <a16:creationId xmlns:a16="http://schemas.microsoft.com/office/drawing/2014/main" id="{A4144D0D-031A-AB3C-41A0-20C0B5903C7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4666" name="Group 26">
            <a:extLst>
              <a:ext uri="{FF2B5EF4-FFF2-40B4-BE49-F238E27FC236}">
                <a16:creationId xmlns:a16="http://schemas.microsoft.com/office/drawing/2014/main" id="{E8215172-7BBC-7588-FE4B-50FF471BA055}"/>
              </a:ext>
            </a:extLst>
          </p:cNvPr>
          <p:cNvGrpSpPr>
            <a:grpSpLocks/>
          </p:cNvGrpSpPr>
          <p:nvPr/>
        </p:nvGrpSpPr>
        <p:grpSpPr bwMode="auto">
          <a:xfrm>
            <a:off x="1312863" y="3846513"/>
            <a:ext cx="400050" cy="457200"/>
            <a:chOff x="2870" y="1518"/>
            <a:chExt cx="292" cy="320"/>
          </a:xfrm>
        </p:grpSpPr>
        <p:graphicFrame>
          <p:nvGraphicFramePr>
            <p:cNvPr id="1904667" name="Object 27">
              <a:extLst>
                <a:ext uri="{FF2B5EF4-FFF2-40B4-BE49-F238E27FC236}">
                  <a16:creationId xmlns:a16="http://schemas.microsoft.com/office/drawing/2014/main" id="{9AC3E683-7130-E537-B9B1-4FF49DCC5D0C}"/>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67" name="Object 27">
                          <a:extLst>
                            <a:ext uri="{FF2B5EF4-FFF2-40B4-BE49-F238E27FC236}">
                              <a16:creationId xmlns:a16="http://schemas.microsoft.com/office/drawing/2014/main" id="{9AC3E683-7130-E537-B9B1-4FF49DCC5D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68" name="Object 28">
              <a:extLst>
                <a:ext uri="{FF2B5EF4-FFF2-40B4-BE49-F238E27FC236}">
                  <a16:creationId xmlns:a16="http://schemas.microsoft.com/office/drawing/2014/main" id="{9F28A60B-1A95-128D-F373-F5750CB59E1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68" name="Object 28">
                          <a:extLst>
                            <a:ext uri="{FF2B5EF4-FFF2-40B4-BE49-F238E27FC236}">
                              <a16:creationId xmlns:a16="http://schemas.microsoft.com/office/drawing/2014/main" id="{9F28A60B-1A95-128D-F373-F5750CB59E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4669" name="Group 29">
            <a:extLst>
              <a:ext uri="{FF2B5EF4-FFF2-40B4-BE49-F238E27FC236}">
                <a16:creationId xmlns:a16="http://schemas.microsoft.com/office/drawing/2014/main" id="{2CE53C77-6612-DA15-6E5A-C03CAA456C56}"/>
              </a:ext>
            </a:extLst>
          </p:cNvPr>
          <p:cNvGrpSpPr>
            <a:grpSpLocks/>
          </p:cNvGrpSpPr>
          <p:nvPr/>
        </p:nvGrpSpPr>
        <p:grpSpPr bwMode="auto">
          <a:xfrm>
            <a:off x="927100" y="4652963"/>
            <a:ext cx="400050" cy="457200"/>
            <a:chOff x="2870" y="1518"/>
            <a:chExt cx="292" cy="320"/>
          </a:xfrm>
        </p:grpSpPr>
        <p:graphicFrame>
          <p:nvGraphicFramePr>
            <p:cNvPr id="1904670" name="Object 30">
              <a:extLst>
                <a:ext uri="{FF2B5EF4-FFF2-40B4-BE49-F238E27FC236}">
                  <a16:creationId xmlns:a16="http://schemas.microsoft.com/office/drawing/2014/main" id="{995103E4-72BC-71BB-D2BB-5E2E5B7516D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70" name="Object 30">
                          <a:extLst>
                            <a:ext uri="{FF2B5EF4-FFF2-40B4-BE49-F238E27FC236}">
                              <a16:creationId xmlns:a16="http://schemas.microsoft.com/office/drawing/2014/main" id="{995103E4-72BC-71BB-D2BB-5E2E5B7516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71" name="Object 31">
              <a:extLst>
                <a:ext uri="{FF2B5EF4-FFF2-40B4-BE49-F238E27FC236}">
                  <a16:creationId xmlns:a16="http://schemas.microsoft.com/office/drawing/2014/main" id="{73019B00-D4F0-AC46-811C-5214DFD65BA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71" name="Object 31">
                          <a:extLst>
                            <a:ext uri="{FF2B5EF4-FFF2-40B4-BE49-F238E27FC236}">
                              <a16:creationId xmlns:a16="http://schemas.microsoft.com/office/drawing/2014/main" id="{73019B00-D4F0-AC46-811C-5214DFD65B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4672" name="Line 32">
            <a:extLst>
              <a:ext uri="{FF2B5EF4-FFF2-40B4-BE49-F238E27FC236}">
                <a16:creationId xmlns:a16="http://schemas.microsoft.com/office/drawing/2014/main" id="{AC896757-7B25-6CE6-18BC-41C2D95BD2BD}"/>
              </a:ext>
            </a:extLst>
          </p:cNvPr>
          <p:cNvSpPr>
            <a:spLocks noChangeShapeType="1"/>
          </p:cNvSpPr>
          <p:nvPr/>
        </p:nvSpPr>
        <p:spPr bwMode="auto">
          <a:xfrm flipV="1">
            <a:off x="1627188" y="3865563"/>
            <a:ext cx="974725" cy="725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04673" name="Group 33">
            <a:extLst>
              <a:ext uri="{FF2B5EF4-FFF2-40B4-BE49-F238E27FC236}">
                <a16:creationId xmlns:a16="http://schemas.microsoft.com/office/drawing/2014/main" id="{CFB9630A-4E06-C9F2-C00D-80A7B1BBF514}"/>
              </a:ext>
            </a:extLst>
          </p:cNvPr>
          <p:cNvGrpSpPr>
            <a:grpSpLocks/>
          </p:cNvGrpSpPr>
          <p:nvPr/>
        </p:nvGrpSpPr>
        <p:grpSpPr bwMode="auto">
          <a:xfrm>
            <a:off x="803275" y="4105275"/>
            <a:ext cx="400050" cy="457200"/>
            <a:chOff x="2870" y="1518"/>
            <a:chExt cx="292" cy="320"/>
          </a:xfrm>
        </p:grpSpPr>
        <p:graphicFrame>
          <p:nvGraphicFramePr>
            <p:cNvPr id="1904674" name="Object 34">
              <a:extLst>
                <a:ext uri="{FF2B5EF4-FFF2-40B4-BE49-F238E27FC236}">
                  <a16:creationId xmlns:a16="http://schemas.microsoft.com/office/drawing/2014/main" id="{4257606F-49CD-C59E-1E65-C097AF4F7E2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74" name="Object 34">
                          <a:extLst>
                            <a:ext uri="{FF2B5EF4-FFF2-40B4-BE49-F238E27FC236}">
                              <a16:creationId xmlns:a16="http://schemas.microsoft.com/office/drawing/2014/main" id="{4257606F-49CD-C59E-1E65-C097AF4F7E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75" name="Object 35">
              <a:extLst>
                <a:ext uri="{FF2B5EF4-FFF2-40B4-BE49-F238E27FC236}">
                  <a16:creationId xmlns:a16="http://schemas.microsoft.com/office/drawing/2014/main" id="{A5BDD78E-4B48-18B5-0FD4-2B6795864DB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75" name="Object 35">
                          <a:extLst>
                            <a:ext uri="{FF2B5EF4-FFF2-40B4-BE49-F238E27FC236}">
                              <a16:creationId xmlns:a16="http://schemas.microsoft.com/office/drawing/2014/main" id="{A5BDD78E-4B48-18B5-0FD4-2B6795864D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4676" name="Oval 36">
            <a:extLst>
              <a:ext uri="{FF2B5EF4-FFF2-40B4-BE49-F238E27FC236}">
                <a16:creationId xmlns:a16="http://schemas.microsoft.com/office/drawing/2014/main" id="{D6CD9D59-E2CC-EF81-8DBC-3B09F0276CC7}"/>
              </a:ext>
            </a:extLst>
          </p:cNvPr>
          <p:cNvSpPr>
            <a:spLocks noChangeArrowheads="1"/>
          </p:cNvSpPr>
          <p:nvPr/>
        </p:nvSpPr>
        <p:spPr bwMode="auto">
          <a:xfrm>
            <a:off x="3060700" y="4727575"/>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4677" name="Picture 37">
            <a:extLst>
              <a:ext uri="{FF2B5EF4-FFF2-40B4-BE49-F238E27FC236}">
                <a16:creationId xmlns:a16="http://schemas.microsoft.com/office/drawing/2014/main" id="{E7D09C20-E562-AD97-D05B-DBF60CB01B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975" y="54102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4678" name="Group 38">
            <a:extLst>
              <a:ext uri="{FF2B5EF4-FFF2-40B4-BE49-F238E27FC236}">
                <a16:creationId xmlns:a16="http://schemas.microsoft.com/office/drawing/2014/main" id="{192D6E8C-C688-F666-B156-1B4D3BE8ADD1}"/>
              </a:ext>
            </a:extLst>
          </p:cNvPr>
          <p:cNvGrpSpPr>
            <a:grpSpLocks/>
          </p:cNvGrpSpPr>
          <p:nvPr/>
        </p:nvGrpSpPr>
        <p:grpSpPr bwMode="auto">
          <a:xfrm>
            <a:off x="3851275" y="5761038"/>
            <a:ext cx="400050" cy="457200"/>
            <a:chOff x="2870" y="1518"/>
            <a:chExt cx="292" cy="320"/>
          </a:xfrm>
        </p:grpSpPr>
        <p:graphicFrame>
          <p:nvGraphicFramePr>
            <p:cNvPr id="1904679" name="Object 39">
              <a:extLst>
                <a:ext uri="{FF2B5EF4-FFF2-40B4-BE49-F238E27FC236}">
                  <a16:creationId xmlns:a16="http://schemas.microsoft.com/office/drawing/2014/main" id="{54E55F93-2520-7DFD-8AC0-7AA0D27E110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79" name="Object 39">
                          <a:extLst>
                            <a:ext uri="{FF2B5EF4-FFF2-40B4-BE49-F238E27FC236}">
                              <a16:creationId xmlns:a16="http://schemas.microsoft.com/office/drawing/2014/main" id="{54E55F93-2520-7DFD-8AC0-7AA0D27E11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80" name="Object 40">
              <a:extLst>
                <a:ext uri="{FF2B5EF4-FFF2-40B4-BE49-F238E27FC236}">
                  <a16:creationId xmlns:a16="http://schemas.microsoft.com/office/drawing/2014/main" id="{4B09EDE1-C53F-DB6E-397D-1556B924B17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80" name="Object 40">
                          <a:extLst>
                            <a:ext uri="{FF2B5EF4-FFF2-40B4-BE49-F238E27FC236}">
                              <a16:creationId xmlns:a16="http://schemas.microsoft.com/office/drawing/2014/main" id="{4B09EDE1-C53F-DB6E-397D-1556B924B1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4681" name="Group 41">
            <a:extLst>
              <a:ext uri="{FF2B5EF4-FFF2-40B4-BE49-F238E27FC236}">
                <a16:creationId xmlns:a16="http://schemas.microsoft.com/office/drawing/2014/main" id="{857CBBF1-457B-B626-7B63-CA1EECF61E54}"/>
              </a:ext>
            </a:extLst>
          </p:cNvPr>
          <p:cNvGrpSpPr>
            <a:grpSpLocks/>
          </p:cNvGrpSpPr>
          <p:nvPr/>
        </p:nvGrpSpPr>
        <p:grpSpPr bwMode="auto">
          <a:xfrm>
            <a:off x="4052888" y="4816475"/>
            <a:ext cx="400050" cy="457200"/>
            <a:chOff x="2870" y="1518"/>
            <a:chExt cx="292" cy="320"/>
          </a:xfrm>
        </p:grpSpPr>
        <p:graphicFrame>
          <p:nvGraphicFramePr>
            <p:cNvPr id="1904682" name="Object 42">
              <a:extLst>
                <a:ext uri="{FF2B5EF4-FFF2-40B4-BE49-F238E27FC236}">
                  <a16:creationId xmlns:a16="http://schemas.microsoft.com/office/drawing/2014/main" id="{FE0E190D-8FFC-D80C-AABB-B8D02D4BD77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82" name="Object 42">
                          <a:extLst>
                            <a:ext uri="{FF2B5EF4-FFF2-40B4-BE49-F238E27FC236}">
                              <a16:creationId xmlns:a16="http://schemas.microsoft.com/office/drawing/2014/main" id="{FE0E190D-8FFC-D80C-AABB-B8D02D4BD7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83" name="Object 43">
              <a:extLst>
                <a:ext uri="{FF2B5EF4-FFF2-40B4-BE49-F238E27FC236}">
                  <a16:creationId xmlns:a16="http://schemas.microsoft.com/office/drawing/2014/main" id="{5692515E-B297-4A80-98A4-6385D945D28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83" name="Object 43">
                          <a:extLst>
                            <a:ext uri="{FF2B5EF4-FFF2-40B4-BE49-F238E27FC236}">
                              <a16:creationId xmlns:a16="http://schemas.microsoft.com/office/drawing/2014/main" id="{5692515E-B297-4A80-98A4-6385D945D28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4684" name="Group 44">
            <a:extLst>
              <a:ext uri="{FF2B5EF4-FFF2-40B4-BE49-F238E27FC236}">
                <a16:creationId xmlns:a16="http://schemas.microsoft.com/office/drawing/2014/main" id="{3A900F40-3934-38E0-796F-3EBE80F67C19}"/>
              </a:ext>
            </a:extLst>
          </p:cNvPr>
          <p:cNvGrpSpPr>
            <a:grpSpLocks/>
          </p:cNvGrpSpPr>
          <p:nvPr/>
        </p:nvGrpSpPr>
        <p:grpSpPr bwMode="auto">
          <a:xfrm>
            <a:off x="3314700" y="5618163"/>
            <a:ext cx="400050" cy="457200"/>
            <a:chOff x="2870" y="1518"/>
            <a:chExt cx="292" cy="320"/>
          </a:xfrm>
        </p:grpSpPr>
        <p:graphicFrame>
          <p:nvGraphicFramePr>
            <p:cNvPr id="1904685" name="Object 45">
              <a:extLst>
                <a:ext uri="{FF2B5EF4-FFF2-40B4-BE49-F238E27FC236}">
                  <a16:creationId xmlns:a16="http://schemas.microsoft.com/office/drawing/2014/main" id="{184003C7-1981-4929-051A-11BA903AADC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85" name="Object 45">
                          <a:extLst>
                            <a:ext uri="{FF2B5EF4-FFF2-40B4-BE49-F238E27FC236}">
                              <a16:creationId xmlns:a16="http://schemas.microsoft.com/office/drawing/2014/main" id="{184003C7-1981-4929-051A-11BA903AAD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86" name="Object 46">
              <a:extLst>
                <a:ext uri="{FF2B5EF4-FFF2-40B4-BE49-F238E27FC236}">
                  <a16:creationId xmlns:a16="http://schemas.microsoft.com/office/drawing/2014/main" id="{D297C499-EEED-6CF2-F163-EB880896343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86" name="Object 46">
                          <a:extLst>
                            <a:ext uri="{FF2B5EF4-FFF2-40B4-BE49-F238E27FC236}">
                              <a16:creationId xmlns:a16="http://schemas.microsoft.com/office/drawing/2014/main" id="{D297C499-EEED-6CF2-F163-EB88089634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4687" name="Group 47">
            <a:extLst>
              <a:ext uri="{FF2B5EF4-FFF2-40B4-BE49-F238E27FC236}">
                <a16:creationId xmlns:a16="http://schemas.microsoft.com/office/drawing/2014/main" id="{79DB30EE-5CC3-1C18-8BAD-990B6DBA90EB}"/>
              </a:ext>
            </a:extLst>
          </p:cNvPr>
          <p:cNvGrpSpPr>
            <a:grpSpLocks/>
          </p:cNvGrpSpPr>
          <p:nvPr/>
        </p:nvGrpSpPr>
        <p:grpSpPr bwMode="auto">
          <a:xfrm>
            <a:off x="3190875" y="5070475"/>
            <a:ext cx="400050" cy="457200"/>
            <a:chOff x="2870" y="1518"/>
            <a:chExt cx="292" cy="320"/>
          </a:xfrm>
        </p:grpSpPr>
        <p:graphicFrame>
          <p:nvGraphicFramePr>
            <p:cNvPr id="1904688" name="Object 48">
              <a:extLst>
                <a:ext uri="{FF2B5EF4-FFF2-40B4-BE49-F238E27FC236}">
                  <a16:creationId xmlns:a16="http://schemas.microsoft.com/office/drawing/2014/main" id="{735089B2-B7AD-7FB9-BC91-C83FD5BD187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88" name="Object 48">
                          <a:extLst>
                            <a:ext uri="{FF2B5EF4-FFF2-40B4-BE49-F238E27FC236}">
                              <a16:creationId xmlns:a16="http://schemas.microsoft.com/office/drawing/2014/main" id="{735089B2-B7AD-7FB9-BC91-C83FD5BD18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89" name="Object 49">
              <a:extLst>
                <a:ext uri="{FF2B5EF4-FFF2-40B4-BE49-F238E27FC236}">
                  <a16:creationId xmlns:a16="http://schemas.microsoft.com/office/drawing/2014/main" id="{60EB4241-9330-7963-C06E-D88A502014C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89" name="Object 49">
                          <a:extLst>
                            <a:ext uri="{FF2B5EF4-FFF2-40B4-BE49-F238E27FC236}">
                              <a16:creationId xmlns:a16="http://schemas.microsoft.com/office/drawing/2014/main" id="{60EB4241-9330-7963-C06E-D88A502014C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4690" name="Group 50">
            <a:extLst>
              <a:ext uri="{FF2B5EF4-FFF2-40B4-BE49-F238E27FC236}">
                <a16:creationId xmlns:a16="http://schemas.microsoft.com/office/drawing/2014/main" id="{030D20B1-46FD-A090-7EE5-B06E0B4C68D0}"/>
              </a:ext>
            </a:extLst>
          </p:cNvPr>
          <p:cNvGrpSpPr>
            <a:grpSpLocks/>
          </p:cNvGrpSpPr>
          <p:nvPr/>
        </p:nvGrpSpPr>
        <p:grpSpPr bwMode="auto">
          <a:xfrm>
            <a:off x="5267325" y="5842000"/>
            <a:ext cx="400050" cy="457200"/>
            <a:chOff x="2870" y="1518"/>
            <a:chExt cx="292" cy="320"/>
          </a:xfrm>
        </p:grpSpPr>
        <p:graphicFrame>
          <p:nvGraphicFramePr>
            <p:cNvPr id="1904691" name="Object 51">
              <a:extLst>
                <a:ext uri="{FF2B5EF4-FFF2-40B4-BE49-F238E27FC236}">
                  <a16:creationId xmlns:a16="http://schemas.microsoft.com/office/drawing/2014/main" id="{9553DB42-828A-6A2C-435D-ACB728B29AD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91" name="Object 51">
                          <a:extLst>
                            <a:ext uri="{FF2B5EF4-FFF2-40B4-BE49-F238E27FC236}">
                              <a16:creationId xmlns:a16="http://schemas.microsoft.com/office/drawing/2014/main" id="{9553DB42-828A-6A2C-435D-ACB728B29A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92" name="Object 52">
              <a:extLst>
                <a:ext uri="{FF2B5EF4-FFF2-40B4-BE49-F238E27FC236}">
                  <a16:creationId xmlns:a16="http://schemas.microsoft.com/office/drawing/2014/main" id="{2E30DE4E-99B8-1520-4EA2-E1A8BC06227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92" name="Object 52">
                          <a:extLst>
                            <a:ext uri="{FF2B5EF4-FFF2-40B4-BE49-F238E27FC236}">
                              <a16:creationId xmlns:a16="http://schemas.microsoft.com/office/drawing/2014/main" id="{2E30DE4E-99B8-1520-4EA2-E1A8BC0622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4693" name="Group 53">
            <a:extLst>
              <a:ext uri="{FF2B5EF4-FFF2-40B4-BE49-F238E27FC236}">
                <a16:creationId xmlns:a16="http://schemas.microsoft.com/office/drawing/2014/main" id="{EBCF56A4-FA41-A98A-BBB6-C702AB125778}"/>
              </a:ext>
            </a:extLst>
          </p:cNvPr>
          <p:cNvGrpSpPr>
            <a:grpSpLocks/>
          </p:cNvGrpSpPr>
          <p:nvPr/>
        </p:nvGrpSpPr>
        <p:grpSpPr bwMode="auto">
          <a:xfrm>
            <a:off x="4260850" y="5308600"/>
            <a:ext cx="835025" cy="457200"/>
            <a:chOff x="3345" y="3383"/>
            <a:chExt cx="526" cy="288"/>
          </a:xfrm>
        </p:grpSpPr>
        <p:grpSp>
          <p:nvGrpSpPr>
            <p:cNvPr id="1904694" name="Group 54">
              <a:extLst>
                <a:ext uri="{FF2B5EF4-FFF2-40B4-BE49-F238E27FC236}">
                  <a16:creationId xmlns:a16="http://schemas.microsoft.com/office/drawing/2014/main" id="{F717F253-A8FE-6171-D4AD-FA4D13B371DA}"/>
                </a:ext>
              </a:extLst>
            </p:cNvPr>
            <p:cNvGrpSpPr>
              <a:grpSpLocks/>
            </p:cNvGrpSpPr>
            <p:nvPr/>
          </p:nvGrpSpPr>
          <p:grpSpPr bwMode="auto">
            <a:xfrm>
              <a:off x="3426" y="3383"/>
              <a:ext cx="252" cy="288"/>
              <a:chOff x="2870" y="1518"/>
              <a:chExt cx="292" cy="320"/>
            </a:xfrm>
          </p:grpSpPr>
          <p:graphicFrame>
            <p:nvGraphicFramePr>
              <p:cNvPr id="1904695" name="Object 55">
                <a:extLst>
                  <a:ext uri="{FF2B5EF4-FFF2-40B4-BE49-F238E27FC236}">
                    <a16:creationId xmlns:a16="http://schemas.microsoft.com/office/drawing/2014/main" id="{FF8E939F-65D5-63A0-0F33-0ADFB2E6162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04695" name="Object 55">
                            <a:extLst>
                              <a:ext uri="{FF2B5EF4-FFF2-40B4-BE49-F238E27FC236}">
                                <a16:creationId xmlns:a16="http://schemas.microsoft.com/office/drawing/2014/main" id="{FF8E939F-65D5-63A0-0F33-0ADFB2E616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96" name="Object 56">
                <a:extLst>
                  <a:ext uri="{FF2B5EF4-FFF2-40B4-BE49-F238E27FC236}">
                    <a16:creationId xmlns:a16="http://schemas.microsoft.com/office/drawing/2014/main" id="{1B8A0572-F085-0608-AF16-4D87F1F14D8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04696" name="Object 56">
                            <a:extLst>
                              <a:ext uri="{FF2B5EF4-FFF2-40B4-BE49-F238E27FC236}">
                                <a16:creationId xmlns:a16="http://schemas.microsoft.com/office/drawing/2014/main" id="{1B8A0572-F085-0608-AF16-4D87F1F14D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4697" name="Line 57">
              <a:extLst>
                <a:ext uri="{FF2B5EF4-FFF2-40B4-BE49-F238E27FC236}">
                  <a16:creationId xmlns:a16="http://schemas.microsoft.com/office/drawing/2014/main" id="{DD221F24-43DE-EE20-8D08-817B4B11ADB7}"/>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4698" name="Line 58">
              <a:extLst>
                <a:ext uri="{FF2B5EF4-FFF2-40B4-BE49-F238E27FC236}">
                  <a16:creationId xmlns:a16="http://schemas.microsoft.com/office/drawing/2014/main" id="{0E34C6B5-9EC9-C44E-6D8F-883B9A8D7018}"/>
                </a:ext>
              </a:extLst>
            </p:cNvPr>
            <p:cNvSpPr>
              <a:spLocks noChangeShapeType="1"/>
            </p:cNvSpPr>
            <p:nvPr/>
          </p:nvSpPr>
          <p:spPr bwMode="auto">
            <a:xfrm flipH="1">
              <a:off x="3372" y="348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4699" name="Line 59">
              <a:extLst>
                <a:ext uri="{FF2B5EF4-FFF2-40B4-BE49-F238E27FC236}">
                  <a16:creationId xmlns:a16="http://schemas.microsoft.com/office/drawing/2014/main" id="{EA0589E9-836E-1AA1-1D3B-17D83A33AC0F}"/>
                </a:ext>
              </a:extLst>
            </p:cNvPr>
            <p:cNvSpPr>
              <a:spLocks noChangeShapeType="1"/>
            </p:cNvSpPr>
            <p:nvPr/>
          </p:nvSpPr>
          <p:spPr bwMode="auto">
            <a:xfrm flipH="1">
              <a:off x="3381" y="3534"/>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4700" name="Line 60">
              <a:extLst>
                <a:ext uri="{FF2B5EF4-FFF2-40B4-BE49-F238E27FC236}">
                  <a16:creationId xmlns:a16="http://schemas.microsoft.com/office/drawing/2014/main" id="{518C644A-5CE8-B757-6ABD-54A299C8AA69}"/>
                </a:ext>
              </a:extLst>
            </p:cNvPr>
            <p:cNvSpPr>
              <a:spLocks noChangeShapeType="1"/>
            </p:cNvSpPr>
            <p:nvPr/>
          </p:nvSpPr>
          <p:spPr bwMode="auto">
            <a:xfrm flipH="1">
              <a:off x="3345" y="357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sp>
        <p:nvSpPr>
          <p:cNvPr id="1904701" name="Line 61">
            <a:extLst>
              <a:ext uri="{FF2B5EF4-FFF2-40B4-BE49-F238E27FC236}">
                <a16:creationId xmlns:a16="http://schemas.microsoft.com/office/drawing/2014/main" id="{2B5BC734-73B6-9E50-6576-1D9050749309}"/>
              </a:ext>
            </a:extLst>
          </p:cNvPr>
          <p:cNvSpPr>
            <a:spLocks noChangeShapeType="1"/>
          </p:cNvSpPr>
          <p:nvPr/>
        </p:nvSpPr>
        <p:spPr bwMode="auto">
          <a:xfrm flipH="1" flipV="1">
            <a:off x="4498975" y="4448175"/>
            <a:ext cx="747713" cy="1095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4702" name="Line 62">
            <a:extLst>
              <a:ext uri="{FF2B5EF4-FFF2-40B4-BE49-F238E27FC236}">
                <a16:creationId xmlns:a16="http://schemas.microsoft.com/office/drawing/2014/main" id="{2F653494-934D-5F24-4944-A049232246E7}"/>
              </a:ext>
            </a:extLst>
          </p:cNvPr>
          <p:cNvSpPr>
            <a:spLocks noChangeShapeType="1"/>
          </p:cNvSpPr>
          <p:nvPr/>
        </p:nvSpPr>
        <p:spPr bwMode="auto">
          <a:xfrm flipH="1" flipV="1">
            <a:off x="3727450" y="4595813"/>
            <a:ext cx="176213"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4705" name="Rectangle 65">
            <a:extLst>
              <a:ext uri="{FF2B5EF4-FFF2-40B4-BE49-F238E27FC236}">
                <a16:creationId xmlns:a16="http://schemas.microsoft.com/office/drawing/2014/main" id="{4CCE7920-DE26-21F0-5D6F-74DACDB20301}"/>
              </a:ext>
            </a:extLst>
          </p:cNvPr>
          <p:cNvSpPr>
            <a:spLocks noChangeArrowheads="1"/>
          </p:cNvSpPr>
          <p:nvPr/>
        </p:nvSpPr>
        <p:spPr bwMode="auto">
          <a:xfrm>
            <a:off x="4440238" y="1470025"/>
            <a:ext cx="1912937" cy="280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4706" name="Rectangle 66">
            <a:extLst>
              <a:ext uri="{FF2B5EF4-FFF2-40B4-BE49-F238E27FC236}">
                <a16:creationId xmlns:a16="http://schemas.microsoft.com/office/drawing/2014/main" id="{8A9FCE41-0E4A-F788-0974-BB60E722B879}"/>
              </a:ext>
            </a:extLst>
          </p:cNvPr>
          <p:cNvSpPr>
            <a:spLocks noChangeArrowheads="1"/>
          </p:cNvSpPr>
          <p:nvPr/>
        </p:nvSpPr>
        <p:spPr bwMode="auto">
          <a:xfrm>
            <a:off x="5340350" y="1431925"/>
            <a:ext cx="3557588" cy="3071813"/>
          </a:xfrm>
          <a:prstGeom prst="rect">
            <a:avLst/>
          </a:prstGeom>
          <a:noFill/>
          <a:ln w="25400">
            <a:solidFill>
              <a:srgbClr val="FF33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23838" indent="-223838" algn="l" eaLnBrk="0" hangingPunct="0">
              <a:spcBef>
                <a:spcPct val="50000"/>
              </a:spcBef>
              <a:buChar char="•"/>
              <a:defRPr sz="2400">
                <a:solidFill>
                  <a:srgbClr val="0000FF"/>
                </a:solidFill>
                <a:latin typeface="Arial" panose="020B0604020202020204" pitchFamily="34" charset="0"/>
                <a:cs typeface="Arial" panose="020B0604020202020204" pitchFamily="34" charset="0"/>
              </a:defRPr>
            </a:lvl1pPr>
            <a:lvl2pPr marL="563563" indent="-223838" algn="l" eaLnBrk="0" hangingPunct="0">
              <a:spcBef>
                <a:spcPct val="10000"/>
              </a:spcBef>
              <a:buFont typeface="Helvetica" panose="020B0604020202020204" pitchFamily="34" charset="0"/>
              <a:buChar char="–"/>
              <a:defRPr sz="2000">
                <a:solidFill>
                  <a:schemeClr val="accent2"/>
                </a:solidFill>
                <a:latin typeface="Arial" panose="020B0604020202020204" pitchFamily="34" charset="0"/>
                <a:cs typeface="Arial" panose="020B0604020202020204" pitchFamily="34" charset="0"/>
              </a:defRPr>
            </a:lvl2pPr>
            <a:lvl3pPr marL="911225" indent="-233363" algn="l" eaLnBrk="0" hangingPunct="0">
              <a:spcBef>
                <a:spcPct val="1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258888" indent="-233363" algn="l" eaLnBrk="0" hangingPunct="0">
              <a:spcBef>
                <a:spcPct val="10000"/>
              </a:spcBef>
              <a:buChar char="•"/>
              <a:defRPr>
                <a:solidFill>
                  <a:schemeClr val="accent2"/>
                </a:solidFill>
                <a:latin typeface="Helvetica" panose="020B0604020202020204" pitchFamily="34" charset="0"/>
                <a:cs typeface="Arial" panose="020B0604020202020204" pitchFamily="34" charset="0"/>
              </a:defRPr>
            </a:lvl4pPr>
            <a:lvl5pPr marL="1597025" indent="-223838" algn="l" eaLnBrk="0" hangingPunct="0">
              <a:spcBef>
                <a:spcPct val="10000"/>
              </a:spcBef>
              <a:buChar char="•"/>
              <a:defRPr>
                <a:solidFill>
                  <a:schemeClr val="tx1"/>
                </a:solidFill>
                <a:latin typeface="Helvetica" panose="020B0604020202020204" pitchFamily="34" charset="0"/>
                <a:cs typeface="Arial" panose="020B0604020202020204" pitchFamily="34" charset="0"/>
              </a:defRPr>
            </a:lvl5pPr>
            <a:lvl6pPr marL="20542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6pPr>
            <a:lvl7pPr marL="25114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7pPr>
            <a:lvl8pPr marL="29686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8pPr>
            <a:lvl9pPr marL="34258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9pPr>
          </a:lstStyle>
          <a:p>
            <a:pPr marL="223838" marR="0" lvl="0" indent="-223838" algn="l" defTabSz="914400" rtl="0" eaLnBrk="0" fontAlgn="base" latinLnBrk="0" hangingPunct="0">
              <a:lnSpc>
                <a:spcPct val="90000"/>
              </a:lnSpc>
              <a:spcBef>
                <a:spcPct val="50000"/>
              </a:spcBef>
              <a:spcAft>
                <a:spcPct val="0"/>
              </a:spcAft>
              <a:buClrTx/>
              <a:buSzTx/>
              <a:buFontTx/>
              <a:buNone/>
              <a:tabLst/>
              <a:defRPr/>
            </a:pPr>
            <a:r>
              <a:rPr kumimoji="0" lang="en-US" altLang="en-US" sz="2000" b="0" i="0" u="sng"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Base station</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Typically connected to wired network</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Relay responsible for sending packets between wired network and wireless host(s) in its “area”</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E.g., cell towers, 802.11 access points</a:t>
            </a:r>
            <a:r>
              <a:rPr kumimoji="0" lang="en-US" altLang="en-US" sz="24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 </a:t>
            </a:r>
          </a:p>
        </p:txBody>
      </p:sp>
      <p:pic>
        <p:nvPicPr>
          <p:cNvPr id="1904707" name="Picture 67">
            <a:extLst>
              <a:ext uri="{FF2B5EF4-FFF2-40B4-BE49-F238E27FC236}">
                <a16:creationId xmlns:a16="http://schemas.microsoft.com/office/drawing/2014/main" id="{BC298E3A-6E00-9CB3-5C47-6D6C11125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1975" y="1163638"/>
            <a:ext cx="395288" cy="620712"/>
          </a:xfrm>
          <a:prstGeom prst="rect">
            <a:avLst/>
          </a:prstGeom>
          <a:noFill/>
          <a:extLst>
            <a:ext uri="{909E8E84-426E-40DD-AFC4-6F175D3DCCD1}">
              <a14:hiddenFill xmlns:a14="http://schemas.microsoft.com/office/drawing/2010/main">
                <a:solidFill>
                  <a:srgbClr val="FFFFFF"/>
                </a:solidFill>
              </a14:hiddenFill>
            </a:ext>
          </a:extLst>
        </p:spPr>
      </p:pic>
      <p:sp>
        <p:nvSpPr>
          <p:cNvPr id="1904708" name="Line 68">
            <a:extLst>
              <a:ext uri="{FF2B5EF4-FFF2-40B4-BE49-F238E27FC236}">
                <a16:creationId xmlns:a16="http://schemas.microsoft.com/office/drawing/2014/main" id="{C0702227-0490-87A7-F0DD-E4308CC684E4}"/>
              </a:ext>
            </a:extLst>
          </p:cNvPr>
          <p:cNvSpPr>
            <a:spLocks noChangeShapeType="1"/>
          </p:cNvSpPr>
          <p:nvPr/>
        </p:nvSpPr>
        <p:spPr bwMode="auto">
          <a:xfrm flipH="1">
            <a:off x="5449888" y="4503738"/>
            <a:ext cx="1387475" cy="103505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05DFFC45-DE0E-6B38-8708-43AD75D61315}"/>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B31504-F46D-442A-94D4-3988CF79EA83}"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08738" name="Rectangle 2">
            <a:extLst>
              <a:ext uri="{FF2B5EF4-FFF2-40B4-BE49-F238E27FC236}">
                <a16:creationId xmlns:a16="http://schemas.microsoft.com/office/drawing/2014/main" id="{4AA27F44-D098-3F1D-DC48-5BBC86F07843}"/>
              </a:ext>
            </a:extLst>
          </p:cNvPr>
          <p:cNvSpPr>
            <a:spLocks noGrp="1" noChangeArrowheads="1"/>
          </p:cNvSpPr>
          <p:nvPr>
            <p:ph type="title"/>
          </p:nvPr>
        </p:nvSpPr>
        <p:spPr/>
        <p:txBody>
          <a:bodyPr/>
          <a:lstStyle/>
          <a:p>
            <a:r>
              <a:rPr lang="en-US" altLang="en-US" sz="3200" dirty="0"/>
              <a:t>Wireless Network: </a:t>
            </a:r>
            <a:r>
              <a:rPr lang="en-US" altLang="en-US" sz="3200" dirty="0">
                <a:solidFill>
                  <a:srgbClr val="FF0000"/>
                </a:solidFill>
              </a:rPr>
              <a:t>Infrastructure</a:t>
            </a:r>
          </a:p>
        </p:txBody>
      </p:sp>
      <p:sp>
        <p:nvSpPr>
          <p:cNvPr id="1908739" name="Oval 3">
            <a:extLst>
              <a:ext uri="{FF2B5EF4-FFF2-40B4-BE49-F238E27FC236}">
                <a16:creationId xmlns:a16="http://schemas.microsoft.com/office/drawing/2014/main" id="{3684F97D-C09C-C053-07EE-9476F35AC758}"/>
              </a:ext>
            </a:extLst>
          </p:cNvPr>
          <p:cNvSpPr>
            <a:spLocks noChangeArrowheads="1"/>
          </p:cNvSpPr>
          <p:nvPr/>
        </p:nvSpPr>
        <p:spPr bwMode="auto">
          <a:xfrm>
            <a:off x="4370388" y="4811713"/>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08740" name="Group 4">
            <a:extLst>
              <a:ext uri="{FF2B5EF4-FFF2-40B4-BE49-F238E27FC236}">
                <a16:creationId xmlns:a16="http://schemas.microsoft.com/office/drawing/2014/main" id="{83642933-EB2A-82B1-0141-70D889F0AC68}"/>
              </a:ext>
            </a:extLst>
          </p:cNvPr>
          <p:cNvGrpSpPr>
            <a:grpSpLocks/>
          </p:cNvGrpSpPr>
          <p:nvPr/>
        </p:nvGrpSpPr>
        <p:grpSpPr bwMode="auto">
          <a:xfrm>
            <a:off x="2489200" y="2925763"/>
            <a:ext cx="2362200" cy="1762125"/>
            <a:chOff x="3839" y="1737"/>
            <a:chExt cx="1488" cy="1110"/>
          </a:xfrm>
        </p:grpSpPr>
        <p:sp>
          <p:nvSpPr>
            <p:cNvPr id="1908741" name="Freeform 5">
              <a:extLst>
                <a:ext uri="{FF2B5EF4-FFF2-40B4-BE49-F238E27FC236}">
                  <a16:creationId xmlns:a16="http://schemas.microsoft.com/office/drawing/2014/main" id="{D5B8ACB8-DD51-DF6A-2023-49499A1CF7AC}"/>
                </a:ext>
              </a:extLst>
            </p:cNvPr>
            <p:cNvSpPr>
              <a:spLocks/>
            </p:cNvSpPr>
            <p:nvPr/>
          </p:nvSpPr>
          <p:spPr bwMode="auto">
            <a:xfrm>
              <a:off x="3839" y="1737"/>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8742" name="Text Box 6">
              <a:extLst>
                <a:ext uri="{FF2B5EF4-FFF2-40B4-BE49-F238E27FC236}">
                  <a16:creationId xmlns:a16="http://schemas.microsoft.com/office/drawing/2014/main" id="{9A866A8E-6D12-7C88-2253-95FE66C1BB3A}"/>
                </a:ext>
              </a:extLst>
            </p:cNvPr>
            <p:cNvSpPr txBox="1">
              <a:spLocks noChangeArrowheads="1"/>
            </p:cNvSpPr>
            <p:nvPr/>
          </p:nvSpPr>
          <p:spPr bwMode="auto">
            <a:xfrm>
              <a:off x="4075" y="1947"/>
              <a:ext cx="109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omic Sans MS" panose="030F0702030302020204" pitchFamily="66" charset="0"/>
                  <a:ea typeface="+mn-ea"/>
                  <a:cs typeface="Arial"/>
                </a:rPr>
                <a:t>network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omic Sans MS" panose="030F0702030302020204" pitchFamily="66" charset="0"/>
                  <a:ea typeface="+mn-ea"/>
                  <a:cs typeface="Arial"/>
                </a:rPr>
                <a:t>infrastructure</a:t>
              </a:r>
            </a:p>
          </p:txBody>
        </p:sp>
      </p:grpSp>
      <p:pic>
        <p:nvPicPr>
          <p:cNvPr id="1908743" name="Picture 7">
            <a:extLst>
              <a:ext uri="{FF2B5EF4-FFF2-40B4-BE49-F238E27FC236}">
                <a16:creationId xmlns:a16="http://schemas.microsoft.com/office/drawing/2014/main" id="{592B527C-FFF7-8274-8A29-661C33025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5413" y="5389563"/>
            <a:ext cx="214312" cy="336550"/>
          </a:xfrm>
          <a:prstGeom prst="rect">
            <a:avLst/>
          </a:prstGeom>
          <a:noFill/>
          <a:extLst>
            <a:ext uri="{909E8E84-426E-40DD-AFC4-6F175D3DCCD1}">
              <a14:hiddenFill xmlns:a14="http://schemas.microsoft.com/office/drawing/2010/main">
                <a:solidFill>
                  <a:srgbClr val="FFFFFF"/>
                </a:solidFill>
              </a14:hiddenFill>
            </a:ext>
          </a:extLst>
        </p:spPr>
      </p:pic>
      <p:sp>
        <p:nvSpPr>
          <p:cNvPr id="1908745" name="Oval 9">
            <a:extLst>
              <a:ext uri="{FF2B5EF4-FFF2-40B4-BE49-F238E27FC236}">
                <a16:creationId xmlns:a16="http://schemas.microsoft.com/office/drawing/2014/main" id="{C093A91C-FB75-9C71-0066-D2895A76D68E}"/>
              </a:ext>
            </a:extLst>
          </p:cNvPr>
          <p:cNvSpPr>
            <a:spLocks noChangeArrowheads="1"/>
          </p:cNvSpPr>
          <p:nvPr/>
        </p:nvSpPr>
        <p:spPr bwMode="auto">
          <a:xfrm>
            <a:off x="577850" y="1854200"/>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8746" name="Picture 10">
            <a:extLst>
              <a:ext uri="{FF2B5EF4-FFF2-40B4-BE49-F238E27FC236}">
                <a16:creationId xmlns:a16="http://schemas.microsoft.com/office/drawing/2014/main" id="{05C93C89-058E-A386-A883-D99CCD8083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125" y="2522538"/>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8747" name="Group 11">
            <a:extLst>
              <a:ext uri="{FF2B5EF4-FFF2-40B4-BE49-F238E27FC236}">
                <a16:creationId xmlns:a16="http://schemas.microsoft.com/office/drawing/2014/main" id="{196AD188-1AD1-22B2-7A2C-2BD33E76B463}"/>
              </a:ext>
            </a:extLst>
          </p:cNvPr>
          <p:cNvGrpSpPr>
            <a:grpSpLocks/>
          </p:cNvGrpSpPr>
          <p:nvPr/>
        </p:nvGrpSpPr>
        <p:grpSpPr bwMode="auto">
          <a:xfrm>
            <a:off x="1616075" y="2046288"/>
            <a:ext cx="400050" cy="457200"/>
            <a:chOff x="2870" y="1518"/>
            <a:chExt cx="292" cy="320"/>
          </a:xfrm>
        </p:grpSpPr>
        <p:graphicFrame>
          <p:nvGraphicFramePr>
            <p:cNvPr id="1908748" name="Object 12">
              <a:extLst>
                <a:ext uri="{FF2B5EF4-FFF2-40B4-BE49-F238E27FC236}">
                  <a16:creationId xmlns:a16="http://schemas.microsoft.com/office/drawing/2014/main" id="{F479E53B-CD0D-C615-05A1-53037937E3EF}"/>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48" name="Object 12">
                          <a:extLst>
                            <a:ext uri="{FF2B5EF4-FFF2-40B4-BE49-F238E27FC236}">
                              <a16:creationId xmlns:a16="http://schemas.microsoft.com/office/drawing/2014/main" id="{F479E53B-CD0D-C615-05A1-53037937E3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49" name="Object 13">
              <a:extLst>
                <a:ext uri="{FF2B5EF4-FFF2-40B4-BE49-F238E27FC236}">
                  <a16:creationId xmlns:a16="http://schemas.microsoft.com/office/drawing/2014/main" id="{2A82C845-34BE-2D36-3DA6-C45B138741F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49" name="Object 13">
                          <a:extLst>
                            <a:ext uri="{FF2B5EF4-FFF2-40B4-BE49-F238E27FC236}">
                              <a16:creationId xmlns:a16="http://schemas.microsoft.com/office/drawing/2014/main" id="{2A82C845-34BE-2D36-3DA6-C45B138741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8750" name="Group 14">
            <a:extLst>
              <a:ext uri="{FF2B5EF4-FFF2-40B4-BE49-F238E27FC236}">
                <a16:creationId xmlns:a16="http://schemas.microsoft.com/office/drawing/2014/main" id="{4F13D526-5CF1-B0BC-46E3-F2138A80B5EF}"/>
              </a:ext>
            </a:extLst>
          </p:cNvPr>
          <p:cNvGrpSpPr>
            <a:grpSpLocks/>
          </p:cNvGrpSpPr>
          <p:nvPr/>
        </p:nvGrpSpPr>
        <p:grpSpPr bwMode="auto">
          <a:xfrm>
            <a:off x="1057275" y="1938338"/>
            <a:ext cx="400050" cy="457200"/>
            <a:chOff x="2870" y="1518"/>
            <a:chExt cx="292" cy="320"/>
          </a:xfrm>
        </p:grpSpPr>
        <p:graphicFrame>
          <p:nvGraphicFramePr>
            <p:cNvPr id="1908751" name="Object 15">
              <a:extLst>
                <a:ext uri="{FF2B5EF4-FFF2-40B4-BE49-F238E27FC236}">
                  <a16:creationId xmlns:a16="http://schemas.microsoft.com/office/drawing/2014/main" id="{43B870C8-327A-94B1-6BD7-9EA7EB02924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51" name="Object 15">
                          <a:extLst>
                            <a:ext uri="{FF2B5EF4-FFF2-40B4-BE49-F238E27FC236}">
                              <a16:creationId xmlns:a16="http://schemas.microsoft.com/office/drawing/2014/main" id="{43B870C8-327A-94B1-6BD7-9EA7EB0292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52" name="Object 16">
              <a:extLst>
                <a:ext uri="{FF2B5EF4-FFF2-40B4-BE49-F238E27FC236}">
                  <a16:creationId xmlns:a16="http://schemas.microsoft.com/office/drawing/2014/main" id="{F828ABA5-2844-A02F-05BF-D70C8C82B0C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52" name="Object 16">
                          <a:extLst>
                            <a:ext uri="{FF2B5EF4-FFF2-40B4-BE49-F238E27FC236}">
                              <a16:creationId xmlns:a16="http://schemas.microsoft.com/office/drawing/2014/main" id="{F828ABA5-2844-A02F-05BF-D70C8C82B0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8753" name="Group 17">
            <a:extLst>
              <a:ext uri="{FF2B5EF4-FFF2-40B4-BE49-F238E27FC236}">
                <a16:creationId xmlns:a16="http://schemas.microsoft.com/office/drawing/2014/main" id="{F0768AC7-4A80-3DF7-91FF-27A6714338F5}"/>
              </a:ext>
            </a:extLst>
          </p:cNvPr>
          <p:cNvGrpSpPr>
            <a:grpSpLocks/>
          </p:cNvGrpSpPr>
          <p:nvPr/>
        </p:nvGrpSpPr>
        <p:grpSpPr bwMode="auto">
          <a:xfrm>
            <a:off x="831850" y="2730500"/>
            <a:ext cx="400050" cy="457200"/>
            <a:chOff x="2870" y="1518"/>
            <a:chExt cx="292" cy="320"/>
          </a:xfrm>
        </p:grpSpPr>
        <p:graphicFrame>
          <p:nvGraphicFramePr>
            <p:cNvPr id="1908754" name="Object 18">
              <a:extLst>
                <a:ext uri="{FF2B5EF4-FFF2-40B4-BE49-F238E27FC236}">
                  <a16:creationId xmlns:a16="http://schemas.microsoft.com/office/drawing/2014/main" id="{7C29DDC3-60F6-18C3-9355-00628C5227C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54" name="Object 18">
                          <a:extLst>
                            <a:ext uri="{FF2B5EF4-FFF2-40B4-BE49-F238E27FC236}">
                              <a16:creationId xmlns:a16="http://schemas.microsoft.com/office/drawing/2014/main" id="{7C29DDC3-60F6-18C3-9355-00628C5227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55" name="Object 19">
              <a:extLst>
                <a:ext uri="{FF2B5EF4-FFF2-40B4-BE49-F238E27FC236}">
                  <a16:creationId xmlns:a16="http://schemas.microsoft.com/office/drawing/2014/main" id="{A95EBAE1-1DDF-9429-AAD3-5AC2764AEA6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55" name="Object 19">
                          <a:extLst>
                            <a:ext uri="{FF2B5EF4-FFF2-40B4-BE49-F238E27FC236}">
                              <a16:creationId xmlns:a16="http://schemas.microsoft.com/office/drawing/2014/main" id="{A95EBAE1-1DDF-9429-AAD3-5AC2764AEA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8756" name="Line 20">
            <a:extLst>
              <a:ext uri="{FF2B5EF4-FFF2-40B4-BE49-F238E27FC236}">
                <a16:creationId xmlns:a16="http://schemas.microsoft.com/office/drawing/2014/main" id="{F8AEF649-6FB9-475E-6236-89C2016B7470}"/>
              </a:ext>
            </a:extLst>
          </p:cNvPr>
          <p:cNvSpPr>
            <a:spLocks noChangeShapeType="1"/>
          </p:cNvSpPr>
          <p:nvPr/>
        </p:nvSpPr>
        <p:spPr bwMode="auto">
          <a:xfrm>
            <a:off x="1606550" y="2855913"/>
            <a:ext cx="900113" cy="392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8757" name="Oval 21">
            <a:extLst>
              <a:ext uri="{FF2B5EF4-FFF2-40B4-BE49-F238E27FC236}">
                <a16:creationId xmlns:a16="http://schemas.microsoft.com/office/drawing/2014/main" id="{DF4D05D5-7E97-DD62-88D0-CBDE260D9BE1}"/>
              </a:ext>
            </a:extLst>
          </p:cNvPr>
          <p:cNvSpPr>
            <a:spLocks noChangeArrowheads="1"/>
          </p:cNvSpPr>
          <p:nvPr/>
        </p:nvSpPr>
        <p:spPr bwMode="auto">
          <a:xfrm>
            <a:off x="673100" y="3776663"/>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8758" name="Picture 22">
            <a:extLst>
              <a:ext uri="{FF2B5EF4-FFF2-40B4-BE49-F238E27FC236}">
                <a16:creationId xmlns:a16="http://schemas.microsoft.com/office/drawing/2014/main" id="{E7D9F399-78B1-8E3B-536C-ECFC0B1BBD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4450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8759" name="Group 23">
            <a:extLst>
              <a:ext uri="{FF2B5EF4-FFF2-40B4-BE49-F238E27FC236}">
                <a16:creationId xmlns:a16="http://schemas.microsoft.com/office/drawing/2014/main" id="{B471A516-3EAC-EE2E-607D-DDD668247D3B}"/>
              </a:ext>
            </a:extLst>
          </p:cNvPr>
          <p:cNvGrpSpPr>
            <a:grpSpLocks/>
          </p:cNvGrpSpPr>
          <p:nvPr/>
        </p:nvGrpSpPr>
        <p:grpSpPr bwMode="auto">
          <a:xfrm>
            <a:off x="1463675" y="4795838"/>
            <a:ext cx="400050" cy="457200"/>
            <a:chOff x="2870" y="1518"/>
            <a:chExt cx="292" cy="320"/>
          </a:xfrm>
        </p:grpSpPr>
        <p:graphicFrame>
          <p:nvGraphicFramePr>
            <p:cNvPr id="1908760" name="Object 24">
              <a:extLst>
                <a:ext uri="{FF2B5EF4-FFF2-40B4-BE49-F238E27FC236}">
                  <a16:creationId xmlns:a16="http://schemas.microsoft.com/office/drawing/2014/main" id="{0F22F3D5-D55B-A229-0B87-22ED3D8D1DC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60" name="Object 24">
                          <a:extLst>
                            <a:ext uri="{FF2B5EF4-FFF2-40B4-BE49-F238E27FC236}">
                              <a16:creationId xmlns:a16="http://schemas.microsoft.com/office/drawing/2014/main" id="{0F22F3D5-D55B-A229-0B87-22ED3D8D1D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61" name="Object 25">
              <a:extLst>
                <a:ext uri="{FF2B5EF4-FFF2-40B4-BE49-F238E27FC236}">
                  <a16:creationId xmlns:a16="http://schemas.microsoft.com/office/drawing/2014/main" id="{35247341-8535-04CE-47D1-16DB60025FD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61" name="Object 25">
                          <a:extLst>
                            <a:ext uri="{FF2B5EF4-FFF2-40B4-BE49-F238E27FC236}">
                              <a16:creationId xmlns:a16="http://schemas.microsoft.com/office/drawing/2014/main" id="{35247341-8535-04CE-47D1-16DB60025FD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8762" name="Group 26">
            <a:extLst>
              <a:ext uri="{FF2B5EF4-FFF2-40B4-BE49-F238E27FC236}">
                <a16:creationId xmlns:a16="http://schemas.microsoft.com/office/drawing/2014/main" id="{43817BF6-5FA5-A69F-62EB-6E7FEBBCF3F1}"/>
              </a:ext>
            </a:extLst>
          </p:cNvPr>
          <p:cNvGrpSpPr>
            <a:grpSpLocks/>
          </p:cNvGrpSpPr>
          <p:nvPr/>
        </p:nvGrpSpPr>
        <p:grpSpPr bwMode="auto">
          <a:xfrm>
            <a:off x="1312863" y="3846513"/>
            <a:ext cx="400050" cy="457200"/>
            <a:chOff x="2870" y="1518"/>
            <a:chExt cx="292" cy="320"/>
          </a:xfrm>
        </p:grpSpPr>
        <p:graphicFrame>
          <p:nvGraphicFramePr>
            <p:cNvPr id="1908763" name="Object 27">
              <a:extLst>
                <a:ext uri="{FF2B5EF4-FFF2-40B4-BE49-F238E27FC236}">
                  <a16:creationId xmlns:a16="http://schemas.microsoft.com/office/drawing/2014/main" id="{CD144E0D-5E48-E107-6C3A-922CB728416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63" name="Object 27">
                          <a:extLst>
                            <a:ext uri="{FF2B5EF4-FFF2-40B4-BE49-F238E27FC236}">
                              <a16:creationId xmlns:a16="http://schemas.microsoft.com/office/drawing/2014/main" id="{CD144E0D-5E48-E107-6C3A-922CB72841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64" name="Object 28">
              <a:extLst>
                <a:ext uri="{FF2B5EF4-FFF2-40B4-BE49-F238E27FC236}">
                  <a16:creationId xmlns:a16="http://schemas.microsoft.com/office/drawing/2014/main" id="{158EB944-D5F3-26A0-E88E-94C37473003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64" name="Object 28">
                          <a:extLst>
                            <a:ext uri="{FF2B5EF4-FFF2-40B4-BE49-F238E27FC236}">
                              <a16:creationId xmlns:a16="http://schemas.microsoft.com/office/drawing/2014/main" id="{158EB944-D5F3-26A0-E88E-94C3747300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8765" name="Group 29">
            <a:extLst>
              <a:ext uri="{FF2B5EF4-FFF2-40B4-BE49-F238E27FC236}">
                <a16:creationId xmlns:a16="http://schemas.microsoft.com/office/drawing/2014/main" id="{8F19D6FF-0523-BA8E-3C5A-46F9D57BBCCA}"/>
              </a:ext>
            </a:extLst>
          </p:cNvPr>
          <p:cNvGrpSpPr>
            <a:grpSpLocks/>
          </p:cNvGrpSpPr>
          <p:nvPr/>
        </p:nvGrpSpPr>
        <p:grpSpPr bwMode="auto">
          <a:xfrm>
            <a:off x="927100" y="4652963"/>
            <a:ext cx="400050" cy="457200"/>
            <a:chOff x="2870" y="1518"/>
            <a:chExt cx="292" cy="320"/>
          </a:xfrm>
        </p:grpSpPr>
        <p:graphicFrame>
          <p:nvGraphicFramePr>
            <p:cNvPr id="1908766" name="Object 30">
              <a:extLst>
                <a:ext uri="{FF2B5EF4-FFF2-40B4-BE49-F238E27FC236}">
                  <a16:creationId xmlns:a16="http://schemas.microsoft.com/office/drawing/2014/main" id="{ACED0005-A36A-6AD6-2629-A814EF8EF3C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66" name="Object 30">
                          <a:extLst>
                            <a:ext uri="{FF2B5EF4-FFF2-40B4-BE49-F238E27FC236}">
                              <a16:creationId xmlns:a16="http://schemas.microsoft.com/office/drawing/2014/main" id="{ACED0005-A36A-6AD6-2629-A814EF8EF3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67" name="Object 31">
              <a:extLst>
                <a:ext uri="{FF2B5EF4-FFF2-40B4-BE49-F238E27FC236}">
                  <a16:creationId xmlns:a16="http://schemas.microsoft.com/office/drawing/2014/main" id="{F2DDC451-58A1-B74F-B997-E41F2CACC5C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67" name="Object 31">
                          <a:extLst>
                            <a:ext uri="{FF2B5EF4-FFF2-40B4-BE49-F238E27FC236}">
                              <a16:creationId xmlns:a16="http://schemas.microsoft.com/office/drawing/2014/main" id="{F2DDC451-58A1-B74F-B997-E41F2CACC5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8768" name="Line 32">
            <a:extLst>
              <a:ext uri="{FF2B5EF4-FFF2-40B4-BE49-F238E27FC236}">
                <a16:creationId xmlns:a16="http://schemas.microsoft.com/office/drawing/2014/main" id="{D2C7240A-CC3D-3D76-BA69-9DD24221A6A2}"/>
              </a:ext>
            </a:extLst>
          </p:cNvPr>
          <p:cNvSpPr>
            <a:spLocks noChangeShapeType="1"/>
          </p:cNvSpPr>
          <p:nvPr/>
        </p:nvSpPr>
        <p:spPr bwMode="auto">
          <a:xfrm flipV="1">
            <a:off x="1627188" y="3865563"/>
            <a:ext cx="974725" cy="725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08769" name="Group 33">
            <a:extLst>
              <a:ext uri="{FF2B5EF4-FFF2-40B4-BE49-F238E27FC236}">
                <a16:creationId xmlns:a16="http://schemas.microsoft.com/office/drawing/2014/main" id="{B2F5F7F5-158A-DDD7-94FD-222975F95F31}"/>
              </a:ext>
            </a:extLst>
          </p:cNvPr>
          <p:cNvGrpSpPr>
            <a:grpSpLocks/>
          </p:cNvGrpSpPr>
          <p:nvPr/>
        </p:nvGrpSpPr>
        <p:grpSpPr bwMode="auto">
          <a:xfrm>
            <a:off x="803275" y="4105275"/>
            <a:ext cx="400050" cy="457200"/>
            <a:chOff x="2870" y="1518"/>
            <a:chExt cx="292" cy="320"/>
          </a:xfrm>
        </p:grpSpPr>
        <p:graphicFrame>
          <p:nvGraphicFramePr>
            <p:cNvPr id="1908770" name="Object 34">
              <a:extLst>
                <a:ext uri="{FF2B5EF4-FFF2-40B4-BE49-F238E27FC236}">
                  <a16:creationId xmlns:a16="http://schemas.microsoft.com/office/drawing/2014/main" id="{31199234-FD53-3F72-759D-618D07A0F3B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70" name="Object 34">
                          <a:extLst>
                            <a:ext uri="{FF2B5EF4-FFF2-40B4-BE49-F238E27FC236}">
                              <a16:creationId xmlns:a16="http://schemas.microsoft.com/office/drawing/2014/main" id="{31199234-FD53-3F72-759D-618D07A0F3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71" name="Object 35">
              <a:extLst>
                <a:ext uri="{FF2B5EF4-FFF2-40B4-BE49-F238E27FC236}">
                  <a16:creationId xmlns:a16="http://schemas.microsoft.com/office/drawing/2014/main" id="{42E93B5D-B052-A204-B8AA-776117582D2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71" name="Object 35">
                          <a:extLst>
                            <a:ext uri="{FF2B5EF4-FFF2-40B4-BE49-F238E27FC236}">
                              <a16:creationId xmlns:a16="http://schemas.microsoft.com/office/drawing/2014/main" id="{42E93B5D-B052-A204-B8AA-776117582D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8772" name="Oval 36">
            <a:extLst>
              <a:ext uri="{FF2B5EF4-FFF2-40B4-BE49-F238E27FC236}">
                <a16:creationId xmlns:a16="http://schemas.microsoft.com/office/drawing/2014/main" id="{355834B0-893A-A026-CA1C-6D6AFEC9A7FD}"/>
              </a:ext>
            </a:extLst>
          </p:cNvPr>
          <p:cNvSpPr>
            <a:spLocks noChangeArrowheads="1"/>
          </p:cNvSpPr>
          <p:nvPr/>
        </p:nvSpPr>
        <p:spPr bwMode="auto">
          <a:xfrm>
            <a:off x="3060700" y="4727575"/>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08773" name="Picture 37">
            <a:extLst>
              <a:ext uri="{FF2B5EF4-FFF2-40B4-BE49-F238E27FC236}">
                <a16:creationId xmlns:a16="http://schemas.microsoft.com/office/drawing/2014/main" id="{CB96AC38-B140-D440-2047-7DCDB1CE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975" y="54102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08774" name="Group 38">
            <a:extLst>
              <a:ext uri="{FF2B5EF4-FFF2-40B4-BE49-F238E27FC236}">
                <a16:creationId xmlns:a16="http://schemas.microsoft.com/office/drawing/2014/main" id="{D26563D7-5A41-027B-A996-85CF753D11A4}"/>
              </a:ext>
            </a:extLst>
          </p:cNvPr>
          <p:cNvGrpSpPr>
            <a:grpSpLocks/>
          </p:cNvGrpSpPr>
          <p:nvPr/>
        </p:nvGrpSpPr>
        <p:grpSpPr bwMode="auto">
          <a:xfrm>
            <a:off x="3851275" y="5761038"/>
            <a:ext cx="400050" cy="457200"/>
            <a:chOff x="2870" y="1518"/>
            <a:chExt cx="292" cy="320"/>
          </a:xfrm>
        </p:grpSpPr>
        <p:graphicFrame>
          <p:nvGraphicFramePr>
            <p:cNvPr id="1908775" name="Object 39">
              <a:extLst>
                <a:ext uri="{FF2B5EF4-FFF2-40B4-BE49-F238E27FC236}">
                  <a16:creationId xmlns:a16="http://schemas.microsoft.com/office/drawing/2014/main" id="{252DA46E-9394-E49B-98DE-0BCD70E989D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75" name="Object 39">
                          <a:extLst>
                            <a:ext uri="{FF2B5EF4-FFF2-40B4-BE49-F238E27FC236}">
                              <a16:creationId xmlns:a16="http://schemas.microsoft.com/office/drawing/2014/main" id="{252DA46E-9394-E49B-98DE-0BCD70E989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76" name="Object 40">
              <a:extLst>
                <a:ext uri="{FF2B5EF4-FFF2-40B4-BE49-F238E27FC236}">
                  <a16:creationId xmlns:a16="http://schemas.microsoft.com/office/drawing/2014/main" id="{97736446-1021-98FF-05A3-5DFA5370787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76" name="Object 40">
                          <a:extLst>
                            <a:ext uri="{FF2B5EF4-FFF2-40B4-BE49-F238E27FC236}">
                              <a16:creationId xmlns:a16="http://schemas.microsoft.com/office/drawing/2014/main" id="{97736446-1021-98FF-05A3-5DFA537078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8777" name="Group 41">
            <a:extLst>
              <a:ext uri="{FF2B5EF4-FFF2-40B4-BE49-F238E27FC236}">
                <a16:creationId xmlns:a16="http://schemas.microsoft.com/office/drawing/2014/main" id="{D0BCFD01-1954-BAE0-AE2E-B670EBB023B1}"/>
              </a:ext>
            </a:extLst>
          </p:cNvPr>
          <p:cNvGrpSpPr>
            <a:grpSpLocks/>
          </p:cNvGrpSpPr>
          <p:nvPr/>
        </p:nvGrpSpPr>
        <p:grpSpPr bwMode="auto">
          <a:xfrm>
            <a:off x="4052888" y="4816475"/>
            <a:ext cx="400050" cy="457200"/>
            <a:chOff x="2870" y="1518"/>
            <a:chExt cx="292" cy="320"/>
          </a:xfrm>
        </p:grpSpPr>
        <p:graphicFrame>
          <p:nvGraphicFramePr>
            <p:cNvPr id="1908778" name="Object 42">
              <a:extLst>
                <a:ext uri="{FF2B5EF4-FFF2-40B4-BE49-F238E27FC236}">
                  <a16:creationId xmlns:a16="http://schemas.microsoft.com/office/drawing/2014/main" id="{7762C913-FDB0-D7E3-5A69-DB8DC874BFA0}"/>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78" name="Object 42">
                          <a:extLst>
                            <a:ext uri="{FF2B5EF4-FFF2-40B4-BE49-F238E27FC236}">
                              <a16:creationId xmlns:a16="http://schemas.microsoft.com/office/drawing/2014/main" id="{7762C913-FDB0-D7E3-5A69-DB8DC874BF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79" name="Object 43">
              <a:extLst>
                <a:ext uri="{FF2B5EF4-FFF2-40B4-BE49-F238E27FC236}">
                  <a16:creationId xmlns:a16="http://schemas.microsoft.com/office/drawing/2014/main" id="{965EBFE3-6BA6-42EA-F1AF-23B9E27F171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79" name="Object 43">
                          <a:extLst>
                            <a:ext uri="{FF2B5EF4-FFF2-40B4-BE49-F238E27FC236}">
                              <a16:creationId xmlns:a16="http://schemas.microsoft.com/office/drawing/2014/main" id="{965EBFE3-6BA6-42EA-F1AF-23B9E27F17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8780" name="Group 44">
            <a:extLst>
              <a:ext uri="{FF2B5EF4-FFF2-40B4-BE49-F238E27FC236}">
                <a16:creationId xmlns:a16="http://schemas.microsoft.com/office/drawing/2014/main" id="{4B3A9587-4E10-1893-EB45-21DF5FADAE00}"/>
              </a:ext>
            </a:extLst>
          </p:cNvPr>
          <p:cNvGrpSpPr>
            <a:grpSpLocks/>
          </p:cNvGrpSpPr>
          <p:nvPr/>
        </p:nvGrpSpPr>
        <p:grpSpPr bwMode="auto">
          <a:xfrm>
            <a:off x="3314700" y="5618163"/>
            <a:ext cx="400050" cy="457200"/>
            <a:chOff x="2870" y="1518"/>
            <a:chExt cx="292" cy="320"/>
          </a:xfrm>
        </p:grpSpPr>
        <p:graphicFrame>
          <p:nvGraphicFramePr>
            <p:cNvPr id="1908781" name="Object 45">
              <a:extLst>
                <a:ext uri="{FF2B5EF4-FFF2-40B4-BE49-F238E27FC236}">
                  <a16:creationId xmlns:a16="http://schemas.microsoft.com/office/drawing/2014/main" id="{B05E4D66-735E-82E3-74FF-D6B248EBCE7F}"/>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81" name="Object 45">
                          <a:extLst>
                            <a:ext uri="{FF2B5EF4-FFF2-40B4-BE49-F238E27FC236}">
                              <a16:creationId xmlns:a16="http://schemas.microsoft.com/office/drawing/2014/main" id="{B05E4D66-735E-82E3-74FF-D6B248EBCE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82" name="Object 46">
              <a:extLst>
                <a:ext uri="{FF2B5EF4-FFF2-40B4-BE49-F238E27FC236}">
                  <a16:creationId xmlns:a16="http://schemas.microsoft.com/office/drawing/2014/main" id="{BAC1C4A8-B9F5-B02E-2F09-ECDF2ADB3F2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82" name="Object 46">
                          <a:extLst>
                            <a:ext uri="{FF2B5EF4-FFF2-40B4-BE49-F238E27FC236}">
                              <a16:creationId xmlns:a16="http://schemas.microsoft.com/office/drawing/2014/main" id="{BAC1C4A8-B9F5-B02E-2F09-ECDF2ADB3F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8783" name="Group 47">
            <a:extLst>
              <a:ext uri="{FF2B5EF4-FFF2-40B4-BE49-F238E27FC236}">
                <a16:creationId xmlns:a16="http://schemas.microsoft.com/office/drawing/2014/main" id="{7C9C5113-633B-013F-2F77-8ABC61C1A696}"/>
              </a:ext>
            </a:extLst>
          </p:cNvPr>
          <p:cNvGrpSpPr>
            <a:grpSpLocks/>
          </p:cNvGrpSpPr>
          <p:nvPr/>
        </p:nvGrpSpPr>
        <p:grpSpPr bwMode="auto">
          <a:xfrm>
            <a:off x="3190875" y="5070475"/>
            <a:ext cx="400050" cy="457200"/>
            <a:chOff x="2870" y="1518"/>
            <a:chExt cx="292" cy="320"/>
          </a:xfrm>
        </p:grpSpPr>
        <p:graphicFrame>
          <p:nvGraphicFramePr>
            <p:cNvPr id="1908784" name="Object 48">
              <a:extLst>
                <a:ext uri="{FF2B5EF4-FFF2-40B4-BE49-F238E27FC236}">
                  <a16:creationId xmlns:a16="http://schemas.microsoft.com/office/drawing/2014/main" id="{89703C81-D605-1730-913A-C32D299E068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84" name="Object 48">
                          <a:extLst>
                            <a:ext uri="{FF2B5EF4-FFF2-40B4-BE49-F238E27FC236}">
                              <a16:creationId xmlns:a16="http://schemas.microsoft.com/office/drawing/2014/main" id="{89703C81-D605-1730-913A-C32D299E06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85" name="Object 49">
              <a:extLst>
                <a:ext uri="{FF2B5EF4-FFF2-40B4-BE49-F238E27FC236}">
                  <a16:creationId xmlns:a16="http://schemas.microsoft.com/office/drawing/2014/main" id="{B2A24761-9322-AF0F-AEC6-73BD4A8FB80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85" name="Object 49">
                          <a:extLst>
                            <a:ext uri="{FF2B5EF4-FFF2-40B4-BE49-F238E27FC236}">
                              <a16:creationId xmlns:a16="http://schemas.microsoft.com/office/drawing/2014/main" id="{B2A24761-9322-AF0F-AEC6-73BD4A8FB8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8786" name="Group 50">
            <a:extLst>
              <a:ext uri="{FF2B5EF4-FFF2-40B4-BE49-F238E27FC236}">
                <a16:creationId xmlns:a16="http://schemas.microsoft.com/office/drawing/2014/main" id="{E14B5BCB-C996-3DC3-28AD-94A80FF6C899}"/>
              </a:ext>
            </a:extLst>
          </p:cNvPr>
          <p:cNvGrpSpPr>
            <a:grpSpLocks/>
          </p:cNvGrpSpPr>
          <p:nvPr/>
        </p:nvGrpSpPr>
        <p:grpSpPr bwMode="auto">
          <a:xfrm>
            <a:off x="5267325" y="5842000"/>
            <a:ext cx="400050" cy="457200"/>
            <a:chOff x="2870" y="1518"/>
            <a:chExt cx="292" cy="320"/>
          </a:xfrm>
        </p:grpSpPr>
        <p:graphicFrame>
          <p:nvGraphicFramePr>
            <p:cNvPr id="1908787" name="Object 51">
              <a:extLst>
                <a:ext uri="{FF2B5EF4-FFF2-40B4-BE49-F238E27FC236}">
                  <a16:creationId xmlns:a16="http://schemas.microsoft.com/office/drawing/2014/main" id="{46E62A27-04F8-81F0-DC23-70627E4F2B7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87" name="Object 51">
                          <a:extLst>
                            <a:ext uri="{FF2B5EF4-FFF2-40B4-BE49-F238E27FC236}">
                              <a16:creationId xmlns:a16="http://schemas.microsoft.com/office/drawing/2014/main" id="{46E62A27-04F8-81F0-DC23-70627E4F2B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88" name="Object 52">
              <a:extLst>
                <a:ext uri="{FF2B5EF4-FFF2-40B4-BE49-F238E27FC236}">
                  <a16:creationId xmlns:a16="http://schemas.microsoft.com/office/drawing/2014/main" id="{8B365824-4230-2E4D-B2C8-D856353213B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88" name="Object 52">
                          <a:extLst>
                            <a:ext uri="{FF2B5EF4-FFF2-40B4-BE49-F238E27FC236}">
                              <a16:creationId xmlns:a16="http://schemas.microsoft.com/office/drawing/2014/main" id="{8B365824-4230-2E4D-B2C8-D856353213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08789" name="Group 53">
            <a:extLst>
              <a:ext uri="{FF2B5EF4-FFF2-40B4-BE49-F238E27FC236}">
                <a16:creationId xmlns:a16="http://schemas.microsoft.com/office/drawing/2014/main" id="{9B1E27FE-0FC9-680C-68BC-2FEE8AD54002}"/>
              </a:ext>
            </a:extLst>
          </p:cNvPr>
          <p:cNvGrpSpPr>
            <a:grpSpLocks/>
          </p:cNvGrpSpPr>
          <p:nvPr/>
        </p:nvGrpSpPr>
        <p:grpSpPr bwMode="auto">
          <a:xfrm>
            <a:off x="4260850" y="5308600"/>
            <a:ext cx="835025" cy="457200"/>
            <a:chOff x="3345" y="3383"/>
            <a:chExt cx="526" cy="288"/>
          </a:xfrm>
        </p:grpSpPr>
        <p:grpSp>
          <p:nvGrpSpPr>
            <p:cNvPr id="1908790" name="Group 54">
              <a:extLst>
                <a:ext uri="{FF2B5EF4-FFF2-40B4-BE49-F238E27FC236}">
                  <a16:creationId xmlns:a16="http://schemas.microsoft.com/office/drawing/2014/main" id="{27BF1B5A-F435-1660-426B-3E4248A4A6CC}"/>
                </a:ext>
              </a:extLst>
            </p:cNvPr>
            <p:cNvGrpSpPr>
              <a:grpSpLocks/>
            </p:cNvGrpSpPr>
            <p:nvPr/>
          </p:nvGrpSpPr>
          <p:grpSpPr bwMode="auto">
            <a:xfrm>
              <a:off x="3426" y="3383"/>
              <a:ext cx="252" cy="288"/>
              <a:chOff x="2870" y="1518"/>
              <a:chExt cx="292" cy="320"/>
            </a:xfrm>
          </p:grpSpPr>
          <p:graphicFrame>
            <p:nvGraphicFramePr>
              <p:cNvPr id="1908791" name="Object 55">
                <a:extLst>
                  <a:ext uri="{FF2B5EF4-FFF2-40B4-BE49-F238E27FC236}">
                    <a16:creationId xmlns:a16="http://schemas.microsoft.com/office/drawing/2014/main" id="{AF9C6933-1CCD-F560-7734-CEE1150235A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4" imgW="819000" imgH="847800" progId="MS_ClipArt_Gallery.2">
                      <p:embed/>
                    </p:oleObj>
                  </mc:Choice>
                  <mc:Fallback>
                    <p:oleObj name="Clip" r:id="rId4" imgW="819000" imgH="847800" progId="MS_ClipArt_Gallery.2">
                      <p:embed/>
                      <p:pic>
                        <p:nvPicPr>
                          <p:cNvPr id="1908791" name="Object 55">
                            <a:extLst>
                              <a:ext uri="{FF2B5EF4-FFF2-40B4-BE49-F238E27FC236}">
                                <a16:creationId xmlns:a16="http://schemas.microsoft.com/office/drawing/2014/main" id="{AF9C6933-1CCD-F560-7734-CEE1150235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8792" name="Object 56">
                <a:extLst>
                  <a:ext uri="{FF2B5EF4-FFF2-40B4-BE49-F238E27FC236}">
                    <a16:creationId xmlns:a16="http://schemas.microsoft.com/office/drawing/2014/main" id="{E813B6EC-CEFA-3D93-D60B-2BDB9CB39D8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6" imgW="1266840" imgH="1200240" progId="MS_ClipArt_Gallery.2">
                      <p:embed/>
                    </p:oleObj>
                  </mc:Choice>
                  <mc:Fallback>
                    <p:oleObj name="Clip" r:id="rId6" imgW="1266840" imgH="1200240" progId="MS_ClipArt_Gallery.2">
                      <p:embed/>
                      <p:pic>
                        <p:nvPicPr>
                          <p:cNvPr id="1908792" name="Object 56">
                            <a:extLst>
                              <a:ext uri="{FF2B5EF4-FFF2-40B4-BE49-F238E27FC236}">
                                <a16:creationId xmlns:a16="http://schemas.microsoft.com/office/drawing/2014/main" id="{E813B6EC-CEFA-3D93-D60B-2BDB9CB39D8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08793" name="Line 57">
              <a:extLst>
                <a:ext uri="{FF2B5EF4-FFF2-40B4-BE49-F238E27FC236}">
                  <a16:creationId xmlns:a16="http://schemas.microsoft.com/office/drawing/2014/main" id="{5935235F-4D81-964C-720B-3EA179111830}"/>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8794" name="Line 58">
              <a:extLst>
                <a:ext uri="{FF2B5EF4-FFF2-40B4-BE49-F238E27FC236}">
                  <a16:creationId xmlns:a16="http://schemas.microsoft.com/office/drawing/2014/main" id="{7E8C13F5-FD76-760B-0DA8-C5DB0D09C14D}"/>
                </a:ext>
              </a:extLst>
            </p:cNvPr>
            <p:cNvSpPr>
              <a:spLocks noChangeShapeType="1"/>
            </p:cNvSpPr>
            <p:nvPr/>
          </p:nvSpPr>
          <p:spPr bwMode="auto">
            <a:xfrm flipH="1">
              <a:off x="3372" y="348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8795" name="Line 59">
              <a:extLst>
                <a:ext uri="{FF2B5EF4-FFF2-40B4-BE49-F238E27FC236}">
                  <a16:creationId xmlns:a16="http://schemas.microsoft.com/office/drawing/2014/main" id="{3C694CCF-C534-D8FA-EB39-CB09D8690D8D}"/>
                </a:ext>
              </a:extLst>
            </p:cNvPr>
            <p:cNvSpPr>
              <a:spLocks noChangeShapeType="1"/>
            </p:cNvSpPr>
            <p:nvPr/>
          </p:nvSpPr>
          <p:spPr bwMode="auto">
            <a:xfrm flipH="1">
              <a:off x="3381" y="3534"/>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8796" name="Line 60">
              <a:extLst>
                <a:ext uri="{FF2B5EF4-FFF2-40B4-BE49-F238E27FC236}">
                  <a16:creationId xmlns:a16="http://schemas.microsoft.com/office/drawing/2014/main" id="{DF1CE1E1-D749-FB45-5AF0-B2C941C7346B}"/>
                </a:ext>
              </a:extLst>
            </p:cNvPr>
            <p:cNvSpPr>
              <a:spLocks noChangeShapeType="1"/>
            </p:cNvSpPr>
            <p:nvPr/>
          </p:nvSpPr>
          <p:spPr bwMode="auto">
            <a:xfrm flipH="1">
              <a:off x="3345" y="357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sp>
        <p:nvSpPr>
          <p:cNvPr id="1908797" name="Line 61">
            <a:extLst>
              <a:ext uri="{FF2B5EF4-FFF2-40B4-BE49-F238E27FC236}">
                <a16:creationId xmlns:a16="http://schemas.microsoft.com/office/drawing/2014/main" id="{A8114210-5941-BA15-2CF9-8E327FD95BA9}"/>
              </a:ext>
            </a:extLst>
          </p:cNvPr>
          <p:cNvSpPr>
            <a:spLocks noChangeShapeType="1"/>
          </p:cNvSpPr>
          <p:nvPr/>
        </p:nvSpPr>
        <p:spPr bwMode="auto">
          <a:xfrm flipH="1" flipV="1">
            <a:off x="4498975" y="4448175"/>
            <a:ext cx="747713" cy="1095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8798" name="Line 62">
            <a:extLst>
              <a:ext uri="{FF2B5EF4-FFF2-40B4-BE49-F238E27FC236}">
                <a16:creationId xmlns:a16="http://schemas.microsoft.com/office/drawing/2014/main" id="{0D23F24E-17C6-9744-7D17-5B55E2F6EF66}"/>
              </a:ext>
            </a:extLst>
          </p:cNvPr>
          <p:cNvSpPr>
            <a:spLocks noChangeShapeType="1"/>
          </p:cNvSpPr>
          <p:nvPr/>
        </p:nvSpPr>
        <p:spPr bwMode="auto">
          <a:xfrm flipH="1" flipV="1">
            <a:off x="3727450" y="4595813"/>
            <a:ext cx="176213"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8799" name="Rectangle 63">
            <a:extLst>
              <a:ext uri="{FF2B5EF4-FFF2-40B4-BE49-F238E27FC236}">
                <a16:creationId xmlns:a16="http://schemas.microsoft.com/office/drawing/2014/main" id="{9904EA02-DC43-29D6-3193-5D56A9D0BC20}"/>
              </a:ext>
            </a:extLst>
          </p:cNvPr>
          <p:cNvSpPr>
            <a:spLocks noChangeArrowheads="1"/>
          </p:cNvSpPr>
          <p:nvPr/>
        </p:nvSpPr>
        <p:spPr bwMode="auto">
          <a:xfrm>
            <a:off x="4440238" y="1470025"/>
            <a:ext cx="1912937" cy="280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08800" name="Rectangle 64">
            <a:extLst>
              <a:ext uri="{FF2B5EF4-FFF2-40B4-BE49-F238E27FC236}">
                <a16:creationId xmlns:a16="http://schemas.microsoft.com/office/drawing/2014/main" id="{C29B2AF2-97BA-D72C-F9BC-ABAFDE54120D}"/>
              </a:ext>
            </a:extLst>
          </p:cNvPr>
          <p:cNvSpPr>
            <a:spLocks noChangeArrowheads="1"/>
          </p:cNvSpPr>
          <p:nvPr/>
        </p:nvSpPr>
        <p:spPr bwMode="auto">
          <a:xfrm>
            <a:off x="5340350" y="1431925"/>
            <a:ext cx="3557588" cy="3071813"/>
          </a:xfrm>
          <a:prstGeom prst="rect">
            <a:avLst/>
          </a:prstGeom>
          <a:noFill/>
          <a:ln w="25400">
            <a:solidFill>
              <a:srgbClr val="FF33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23838" indent="-223838" algn="l" eaLnBrk="0" hangingPunct="0">
              <a:spcBef>
                <a:spcPct val="50000"/>
              </a:spcBef>
              <a:buChar char="•"/>
              <a:defRPr sz="2400">
                <a:solidFill>
                  <a:srgbClr val="0000FF"/>
                </a:solidFill>
                <a:latin typeface="Arial" panose="020B0604020202020204" pitchFamily="34" charset="0"/>
                <a:cs typeface="Arial" panose="020B0604020202020204" pitchFamily="34" charset="0"/>
              </a:defRPr>
            </a:lvl1pPr>
            <a:lvl2pPr marL="563563" indent="-223838" algn="l" eaLnBrk="0" hangingPunct="0">
              <a:spcBef>
                <a:spcPct val="10000"/>
              </a:spcBef>
              <a:buFont typeface="Helvetica" panose="020B0604020202020204" pitchFamily="34" charset="0"/>
              <a:buChar char="–"/>
              <a:defRPr sz="2000">
                <a:solidFill>
                  <a:schemeClr val="accent2"/>
                </a:solidFill>
                <a:latin typeface="Arial" panose="020B0604020202020204" pitchFamily="34" charset="0"/>
                <a:cs typeface="Arial" panose="020B0604020202020204" pitchFamily="34" charset="0"/>
              </a:defRPr>
            </a:lvl2pPr>
            <a:lvl3pPr marL="911225" indent="-233363" algn="l" eaLnBrk="0" hangingPunct="0">
              <a:spcBef>
                <a:spcPct val="1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258888" indent="-233363" algn="l" eaLnBrk="0" hangingPunct="0">
              <a:spcBef>
                <a:spcPct val="10000"/>
              </a:spcBef>
              <a:buChar char="•"/>
              <a:defRPr>
                <a:solidFill>
                  <a:schemeClr val="accent2"/>
                </a:solidFill>
                <a:latin typeface="Helvetica" panose="020B0604020202020204" pitchFamily="34" charset="0"/>
                <a:cs typeface="Arial" panose="020B0604020202020204" pitchFamily="34" charset="0"/>
              </a:defRPr>
            </a:lvl4pPr>
            <a:lvl5pPr marL="1597025" indent="-223838" algn="l" eaLnBrk="0" hangingPunct="0">
              <a:spcBef>
                <a:spcPct val="10000"/>
              </a:spcBef>
              <a:buChar char="•"/>
              <a:defRPr>
                <a:solidFill>
                  <a:schemeClr val="tx1"/>
                </a:solidFill>
                <a:latin typeface="Helvetica" panose="020B0604020202020204" pitchFamily="34" charset="0"/>
                <a:cs typeface="Arial" panose="020B0604020202020204" pitchFamily="34" charset="0"/>
              </a:defRPr>
            </a:lvl5pPr>
            <a:lvl6pPr marL="20542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6pPr>
            <a:lvl7pPr marL="25114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7pPr>
            <a:lvl8pPr marL="29686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8pPr>
            <a:lvl9pPr marL="34258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9pPr>
          </a:lstStyle>
          <a:p>
            <a:pPr marL="223838" marR="0" lvl="0" indent="-223838" algn="l" defTabSz="914400" rtl="0" eaLnBrk="0" fontAlgn="base" latinLnBrk="0" hangingPunct="0">
              <a:lnSpc>
                <a:spcPct val="90000"/>
              </a:lnSpc>
              <a:spcBef>
                <a:spcPct val="50000"/>
              </a:spcBef>
              <a:spcAft>
                <a:spcPct val="0"/>
              </a:spcAft>
              <a:buClrTx/>
              <a:buSzTx/>
              <a:buFontTx/>
              <a:buNone/>
              <a:tabLst/>
              <a:defRPr/>
            </a:pPr>
            <a:r>
              <a:rPr kumimoji="0" lang="en-US" altLang="en-US" sz="2000" b="0" i="0" u="sng"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Network infrastructure</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Larger network with which a wireless host wants to communicate</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Typically a wired network</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Provides traditional network services</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May not always exist</a:t>
            </a:r>
            <a:r>
              <a:rPr kumimoji="0" lang="en-US" altLang="en-US" sz="24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 </a:t>
            </a:r>
          </a:p>
        </p:txBody>
      </p:sp>
      <p:sp>
        <p:nvSpPr>
          <p:cNvPr id="1908802" name="Line 66">
            <a:extLst>
              <a:ext uri="{FF2B5EF4-FFF2-40B4-BE49-F238E27FC236}">
                <a16:creationId xmlns:a16="http://schemas.microsoft.com/office/drawing/2014/main" id="{3C0250AD-BBB4-C060-9209-0A51CF546A21}"/>
              </a:ext>
            </a:extLst>
          </p:cNvPr>
          <p:cNvSpPr>
            <a:spLocks noChangeShapeType="1"/>
          </p:cNvSpPr>
          <p:nvPr/>
        </p:nvSpPr>
        <p:spPr bwMode="auto">
          <a:xfrm flipH="1">
            <a:off x="3265488" y="2392363"/>
            <a:ext cx="2074862" cy="7651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C077563C-C389-53A6-E6B1-9DFA9BC542D9}"/>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2CE4F7D-7B9E-4F82-83F0-11BA2FD833DD}"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10854" name="Rectangle 70">
            <a:extLst>
              <a:ext uri="{FF2B5EF4-FFF2-40B4-BE49-F238E27FC236}">
                <a16:creationId xmlns:a16="http://schemas.microsoft.com/office/drawing/2014/main" id="{CE9A9FD6-2749-5E05-FBA0-B22F232C1C5E}"/>
              </a:ext>
            </a:extLst>
          </p:cNvPr>
          <p:cNvSpPr>
            <a:spLocks noGrp="1" noChangeArrowheads="1"/>
          </p:cNvSpPr>
          <p:nvPr>
            <p:ph type="title"/>
          </p:nvPr>
        </p:nvSpPr>
        <p:spPr>
          <a:xfrm>
            <a:off x="152400" y="381000"/>
            <a:ext cx="9067800" cy="685800"/>
          </a:xfrm>
        </p:spPr>
        <p:txBody>
          <a:bodyPr/>
          <a:lstStyle/>
          <a:p>
            <a:r>
              <a:rPr lang="en-US" altLang="en-US" sz="2400" dirty="0">
                <a:ea typeface="ＭＳ Ｐゴシック" panose="020B0600070205080204" pitchFamily="34" charset="-128"/>
              </a:rPr>
              <a:t>Wireless Access Networks:: </a:t>
            </a:r>
            <a:r>
              <a:rPr lang="en-US" altLang="en-US" sz="2400" dirty="0">
                <a:solidFill>
                  <a:srgbClr val="FF0000"/>
                </a:solidFill>
              </a:rPr>
              <a:t>Infrastructure Modes </a:t>
            </a:r>
            <a:br>
              <a:rPr lang="en-US" altLang="en-US" sz="2400" dirty="0">
                <a:solidFill>
                  <a:srgbClr val="FF0000"/>
                </a:solidFill>
              </a:rPr>
            </a:br>
            <a:r>
              <a:rPr lang="en-US" altLang="en-US" sz="2400" dirty="0"/>
              <a:t>Scenario #1: </a:t>
            </a:r>
            <a:r>
              <a:rPr lang="en-US" altLang="en-US" sz="2400" dirty="0">
                <a:solidFill>
                  <a:srgbClr val="FF0000"/>
                </a:solidFill>
              </a:rPr>
              <a:t>Infrastructure Mode</a:t>
            </a:r>
          </a:p>
        </p:txBody>
      </p:sp>
      <p:sp>
        <p:nvSpPr>
          <p:cNvPr id="1910787" name="Oval 3">
            <a:extLst>
              <a:ext uri="{FF2B5EF4-FFF2-40B4-BE49-F238E27FC236}">
                <a16:creationId xmlns:a16="http://schemas.microsoft.com/office/drawing/2014/main" id="{3F21F030-53CC-E2C1-C163-C88E83569643}"/>
              </a:ext>
            </a:extLst>
          </p:cNvPr>
          <p:cNvSpPr>
            <a:spLocks noChangeArrowheads="1"/>
          </p:cNvSpPr>
          <p:nvPr/>
        </p:nvSpPr>
        <p:spPr bwMode="auto">
          <a:xfrm>
            <a:off x="4332288" y="4914900"/>
            <a:ext cx="1755775" cy="1625600"/>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10788" name="Group 4">
            <a:extLst>
              <a:ext uri="{FF2B5EF4-FFF2-40B4-BE49-F238E27FC236}">
                <a16:creationId xmlns:a16="http://schemas.microsoft.com/office/drawing/2014/main" id="{D319243B-3A5A-5BE1-67AB-600980EA3A26}"/>
              </a:ext>
            </a:extLst>
          </p:cNvPr>
          <p:cNvGrpSpPr>
            <a:grpSpLocks/>
          </p:cNvGrpSpPr>
          <p:nvPr/>
        </p:nvGrpSpPr>
        <p:grpSpPr bwMode="auto">
          <a:xfrm>
            <a:off x="2451100" y="3028950"/>
            <a:ext cx="2362200" cy="1762125"/>
            <a:chOff x="3839" y="1737"/>
            <a:chExt cx="1488" cy="1110"/>
          </a:xfrm>
        </p:grpSpPr>
        <p:sp>
          <p:nvSpPr>
            <p:cNvPr id="1910789" name="Freeform 5">
              <a:extLst>
                <a:ext uri="{FF2B5EF4-FFF2-40B4-BE49-F238E27FC236}">
                  <a16:creationId xmlns:a16="http://schemas.microsoft.com/office/drawing/2014/main" id="{7803DE6B-2D52-12BC-56ED-7CE4C0584549}"/>
                </a:ext>
              </a:extLst>
            </p:cNvPr>
            <p:cNvSpPr>
              <a:spLocks/>
            </p:cNvSpPr>
            <p:nvPr/>
          </p:nvSpPr>
          <p:spPr bwMode="auto">
            <a:xfrm>
              <a:off x="3839" y="1737"/>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790" name="Text Box 6">
              <a:extLst>
                <a:ext uri="{FF2B5EF4-FFF2-40B4-BE49-F238E27FC236}">
                  <a16:creationId xmlns:a16="http://schemas.microsoft.com/office/drawing/2014/main" id="{5087B2AE-229A-DDB3-519A-B2E78532288E}"/>
                </a:ext>
              </a:extLst>
            </p:cNvPr>
            <p:cNvSpPr txBox="1">
              <a:spLocks noChangeArrowheads="1"/>
            </p:cNvSpPr>
            <p:nvPr/>
          </p:nvSpPr>
          <p:spPr bwMode="auto">
            <a:xfrm>
              <a:off x="4075" y="1947"/>
              <a:ext cx="109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omic Sans MS" panose="030F0702030302020204" pitchFamily="66" charset="0"/>
                  <a:ea typeface="+mn-ea"/>
                  <a:cs typeface="Arial"/>
                </a:rPr>
                <a:t>network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omic Sans MS" panose="030F0702030302020204" pitchFamily="66" charset="0"/>
                  <a:ea typeface="+mn-ea"/>
                  <a:cs typeface="Arial"/>
                </a:rPr>
                <a:t>infrastructure</a:t>
              </a:r>
            </a:p>
          </p:txBody>
        </p:sp>
      </p:grpSp>
      <p:pic>
        <p:nvPicPr>
          <p:cNvPr id="1910791" name="Picture 7">
            <a:extLst>
              <a:ext uri="{FF2B5EF4-FFF2-40B4-BE49-F238E27FC236}">
                <a16:creationId xmlns:a16="http://schemas.microsoft.com/office/drawing/2014/main" id="{B9BB0276-B099-CAE6-8F45-A6737991F3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7313" y="5492750"/>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10792" name="Group 8">
            <a:extLst>
              <a:ext uri="{FF2B5EF4-FFF2-40B4-BE49-F238E27FC236}">
                <a16:creationId xmlns:a16="http://schemas.microsoft.com/office/drawing/2014/main" id="{82995657-0D31-9CA5-2B41-7F4B7C3E7524}"/>
              </a:ext>
            </a:extLst>
          </p:cNvPr>
          <p:cNvGrpSpPr>
            <a:grpSpLocks/>
          </p:cNvGrpSpPr>
          <p:nvPr/>
        </p:nvGrpSpPr>
        <p:grpSpPr bwMode="auto">
          <a:xfrm>
            <a:off x="539750" y="1957388"/>
            <a:ext cx="1755775" cy="1625600"/>
            <a:chOff x="567" y="1326"/>
            <a:chExt cx="1106" cy="1024"/>
          </a:xfrm>
        </p:grpSpPr>
        <p:sp>
          <p:nvSpPr>
            <p:cNvPr id="1910793" name="Oval 9">
              <a:extLst>
                <a:ext uri="{FF2B5EF4-FFF2-40B4-BE49-F238E27FC236}">
                  <a16:creationId xmlns:a16="http://schemas.microsoft.com/office/drawing/2014/main" id="{FE5C5305-60AD-3CB9-6DB5-163C48D4E088}"/>
                </a:ext>
              </a:extLst>
            </p:cNvPr>
            <p:cNvSpPr>
              <a:spLocks noChangeArrowheads="1"/>
            </p:cNvSpPr>
            <p:nvPr/>
          </p:nvSpPr>
          <p:spPr bwMode="auto">
            <a:xfrm>
              <a:off x="567" y="1326"/>
              <a:ext cx="1106" cy="1024"/>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10794" name="Picture 10">
              <a:extLst>
                <a:ext uri="{FF2B5EF4-FFF2-40B4-BE49-F238E27FC236}">
                  <a16:creationId xmlns:a16="http://schemas.microsoft.com/office/drawing/2014/main" id="{39E7885F-81D7-4D6D-6E8C-914BAACEA2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035" y="1785"/>
              <a:ext cx="212" cy="135"/>
            </a:xfrm>
            <a:prstGeom prst="rect">
              <a:avLst/>
            </a:prstGeom>
            <a:solidFill>
              <a:srgbClr val="CCFFFF"/>
            </a:solidFill>
          </p:spPr>
        </p:pic>
        <p:grpSp>
          <p:nvGrpSpPr>
            <p:cNvPr id="1910795" name="Group 11">
              <a:extLst>
                <a:ext uri="{FF2B5EF4-FFF2-40B4-BE49-F238E27FC236}">
                  <a16:creationId xmlns:a16="http://schemas.microsoft.com/office/drawing/2014/main" id="{59FE46CD-64C6-4BC8-361D-B95D2D719549}"/>
                </a:ext>
              </a:extLst>
            </p:cNvPr>
            <p:cNvGrpSpPr>
              <a:grpSpLocks/>
            </p:cNvGrpSpPr>
            <p:nvPr/>
          </p:nvGrpSpPr>
          <p:grpSpPr bwMode="auto">
            <a:xfrm>
              <a:off x="1221" y="1447"/>
              <a:ext cx="252" cy="288"/>
              <a:chOff x="2870" y="1518"/>
              <a:chExt cx="292" cy="320"/>
            </a:xfrm>
          </p:grpSpPr>
          <p:graphicFrame>
            <p:nvGraphicFramePr>
              <p:cNvPr id="1910796" name="Object 12">
                <a:extLst>
                  <a:ext uri="{FF2B5EF4-FFF2-40B4-BE49-F238E27FC236}">
                    <a16:creationId xmlns:a16="http://schemas.microsoft.com/office/drawing/2014/main" id="{5029FD5A-CF03-0950-F131-9A85F04BFBC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796" name="Object 12">
                            <a:extLst>
                              <a:ext uri="{FF2B5EF4-FFF2-40B4-BE49-F238E27FC236}">
                                <a16:creationId xmlns:a16="http://schemas.microsoft.com/office/drawing/2014/main" id="{5029FD5A-CF03-0950-F131-9A85F04BFB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797" name="Object 13">
                <a:extLst>
                  <a:ext uri="{FF2B5EF4-FFF2-40B4-BE49-F238E27FC236}">
                    <a16:creationId xmlns:a16="http://schemas.microsoft.com/office/drawing/2014/main" id="{D8DB76E5-E385-4B15-09A4-0F6EEAA73AB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797" name="Object 13">
                            <a:extLst>
                              <a:ext uri="{FF2B5EF4-FFF2-40B4-BE49-F238E27FC236}">
                                <a16:creationId xmlns:a16="http://schemas.microsoft.com/office/drawing/2014/main" id="{D8DB76E5-E385-4B15-09A4-0F6EEAA73AB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0798" name="Group 14">
              <a:extLst>
                <a:ext uri="{FF2B5EF4-FFF2-40B4-BE49-F238E27FC236}">
                  <a16:creationId xmlns:a16="http://schemas.microsoft.com/office/drawing/2014/main" id="{18AD1BEF-DFE2-1BFD-6B05-AF59D97C6187}"/>
                </a:ext>
              </a:extLst>
            </p:cNvPr>
            <p:cNvGrpSpPr>
              <a:grpSpLocks/>
            </p:cNvGrpSpPr>
            <p:nvPr/>
          </p:nvGrpSpPr>
          <p:grpSpPr bwMode="auto">
            <a:xfrm>
              <a:off x="869" y="1379"/>
              <a:ext cx="252" cy="288"/>
              <a:chOff x="2870" y="1518"/>
              <a:chExt cx="292" cy="320"/>
            </a:xfrm>
          </p:grpSpPr>
          <p:graphicFrame>
            <p:nvGraphicFramePr>
              <p:cNvPr id="1910799" name="Object 15">
                <a:extLst>
                  <a:ext uri="{FF2B5EF4-FFF2-40B4-BE49-F238E27FC236}">
                    <a16:creationId xmlns:a16="http://schemas.microsoft.com/office/drawing/2014/main" id="{A4A21C66-55BE-8228-F80D-175ED1CE5567}"/>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799" name="Object 15">
                            <a:extLst>
                              <a:ext uri="{FF2B5EF4-FFF2-40B4-BE49-F238E27FC236}">
                                <a16:creationId xmlns:a16="http://schemas.microsoft.com/office/drawing/2014/main" id="{A4A21C66-55BE-8228-F80D-175ED1CE55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00" name="Object 16">
                <a:extLst>
                  <a:ext uri="{FF2B5EF4-FFF2-40B4-BE49-F238E27FC236}">
                    <a16:creationId xmlns:a16="http://schemas.microsoft.com/office/drawing/2014/main" id="{A968DC1F-E98E-181F-A50F-C8D14487C3D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00" name="Object 16">
                            <a:extLst>
                              <a:ext uri="{FF2B5EF4-FFF2-40B4-BE49-F238E27FC236}">
                                <a16:creationId xmlns:a16="http://schemas.microsoft.com/office/drawing/2014/main" id="{A968DC1F-E98E-181F-A50F-C8D14487C3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0801" name="Group 17">
              <a:extLst>
                <a:ext uri="{FF2B5EF4-FFF2-40B4-BE49-F238E27FC236}">
                  <a16:creationId xmlns:a16="http://schemas.microsoft.com/office/drawing/2014/main" id="{ABB6503E-8ADB-DBB6-B66D-58D3BAE90DD3}"/>
                </a:ext>
              </a:extLst>
            </p:cNvPr>
            <p:cNvGrpSpPr>
              <a:grpSpLocks/>
            </p:cNvGrpSpPr>
            <p:nvPr/>
          </p:nvGrpSpPr>
          <p:grpSpPr bwMode="auto">
            <a:xfrm>
              <a:off x="727" y="1878"/>
              <a:ext cx="252" cy="288"/>
              <a:chOff x="2870" y="1518"/>
              <a:chExt cx="292" cy="320"/>
            </a:xfrm>
          </p:grpSpPr>
          <p:graphicFrame>
            <p:nvGraphicFramePr>
              <p:cNvPr id="1910802" name="Object 18">
                <a:extLst>
                  <a:ext uri="{FF2B5EF4-FFF2-40B4-BE49-F238E27FC236}">
                    <a16:creationId xmlns:a16="http://schemas.microsoft.com/office/drawing/2014/main" id="{93B691CB-6018-B8C8-9D62-76DC79CDE67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02" name="Object 18">
                            <a:extLst>
                              <a:ext uri="{FF2B5EF4-FFF2-40B4-BE49-F238E27FC236}">
                                <a16:creationId xmlns:a16="http://schemas.microsoft.com/office/drawing/2014/main" id="{93B691CB-6018-B8C8-9D62-76DC79CDE6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03" name="Object 19">
                <a:extLst>
                  <a:ext uri="{FF2B5EF4-FFF2-40B4-BE49-F238E27FC236}">
                    <a16:creationId xmlns:a16="http://schemas.microsoft.com/office/drawing/2014/main" id="{44A23C83-822B-CFAF-8C7E-A1A2A19C764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03" name="Object 19">
                            <a:extLst>
                              <a:ext uri="{FF2B5EF4-FFF2-40B4-BE49-F238E27FC236}">
                                <a16:creationId xmlns:a16="http://schemas.microsoft.com/office/drawing/2014/main" id="{44A23C83-822B-CFAF-8C7E-A1A2A19C764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910804" name="Line 20">
            <a:extLst>
              <a:ext uri="{FF2B5EF4-FFF2-40B4-BE49-F238E27FC236}">
                <a16:creationId xmlns:a16="http://schemas.microsoft.com/office/drawing/2014/main" id="{3CC949FE-6CE2-ED1B-7652-A9C7A1A7516D}"/>
              </a:ext>
            </a:extLst>
          </p:cNvPr>
          <p:cNvSpPr>
            <a:spLocks noChangeShapeType="1"/>
          </p:cNvSpPr>
          <p:nvPr/>
        </p:nvSpPr>
        <p:spPr bwMode="auto">
          <a:xfrm>
            <a:off x="1568450" y="2959100"/>
            <a:ext cx="900113" cy="392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805" name="Oval 21">
            <a:extLst>
              <a:ext uri="{FF2B5EF4-FFF2-40B4-BE49-F238E27FC236}">
                <a16:creationId xmlns:a16="http://schemas.microsoft.com/office/drawing/2014/main" id="{BCD6EEA0-9F1D-BB38-4C73-102A1324BB41}"/>
              </a:ext>
            </a:extLst>
          </p:cNvPr>
          <p:cNvSpPr>
            <a:spLocks noChangeArrowheads="1"/>
          </p:cNvSpPr>
          <p:nvPr/>
        </p:nvSpPr>
        <p:spPr bwMode="auto">
          <a:xfrm>
            <a:off x="635000" y="3879850"/>
            <a:ext cx="1755775" cy="1625600"/>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10806" name="Picture 22">
            <a:extLst>
              <a:ext uri="{FF2B5EF4-FFF2-40B4-BE49-F238E27FC236}">
                <a16:creationId xmlns:a16="http://schemas.microsoft.com/office/drawing/2014/main" id="{D40E83BB-3243-C072-9766-A82AEEF8CA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275" y="4548188"/>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10807" name="Group 23">
            <a:extLst>
              <a:ext uri="{FF2B5EF4-FFF2-40B4-BE49-F238E27FC236}">
                <a16:creationId xmlns:a16="http://schemas.microsoft.com/office/drawing/2014/main" id="{E25CBEF0-B794-2228-892F-BDA28013ED5F}"/>
              </a:ext>
            </a:extLst>
          </p:cNvPr>
          <p:cNvGrpSpPr>
            <a:grpSpLocks/>
          </p:cNvGrpSpPr>
          <p:nvPr/>
        </p:nvGrpSpPr>
        <p:grpSpPr bwMode="auto">
          <a:xfrm>
            <a:off x="1425575" y="4899025"/>
            <a:ext cx="400050" cy="457200"/>
            <a:chOff x="2870" y="1518"/>
            <a:chExt cx="292" cy="320"/>
          </a:xfrm>
        </p:grpSpPr>
        <p:graphicFrame>
          <p:nvGraphicFramePr>
            <p:cNvPr id="1910808" name="Object 24">
              <a:extLst>
                <a:ext uri="{FF2B5EF4-FFF2-40B4-BE49-F238E27FC236}">
                  <a16:creationId xmlns:a16="http://schemas.microsoft.com/office/drawing/2014/main" id="{1835590A-6FE1-5EC4-918C-FD37F526B77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08" name="Object 24">
                          <a:extLst>
                            <a:ext uri="{FF2B5EF4-FFF2-40B4-BE49-F238E27FC236}">
                              <a16:creationId xmlns:a16="http://schemas.microsoft.com/office/drawing/2014/main" id="{1835590A-6FE1-5EC4-918C-FD37F526B7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09" name="Object 25">
              <a:extLst>
                <a:ext uri="{FF2B5EF4-FFF2-40B4-BE49-F238E27FC236}">
                  <a16:creationId xmlns:a16="http://schemas.microsoft.com/office/drawing/2014/main" id="{1047334A-4AEE-1A2B-26C7-846307A6EDB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09" name="Object 25">
                          <a:extLst>
                            <a:ext uri="{FF2B5EF4-FFF2-40B4-BE49-F238E27FC236}">
                              <a16:creationId xmlns:a16="http://schemas.microsoft.com/office/drawing/2014/main" id="{1047334A-4AEE-1A2B-26C7-846307A6EDB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0810" name="Group 26">
            <a:extLst>
              <a:ext uri="{FF2B5EF4-FFF2-40B4-BE49-F238E27FC236}">
                <a16:creationId xmlns:a16="http://schemas.microsoft.com/office/drawing/2014/main" id="{BDEA5259-0963-42C5-0ED8-A41824108590}"/>
              </a:ext>
            </a:extLst>
          </p:cNvPr>
          <p:cNvGrpSpPr>
            <a:grpSpLocks/>
          </p:cNvGrpSpPr>
          <p:nvPr/>
        </p:nvGrpSpPr>
        <p:grpSpPr bwMode="auto">
          <a:xfrm>
            <a:off x="1274763" y="3949700"/>
            <a:ext cx="400050" cy="457200"/>
            <a:chOff x="2870" y="1518"/>
            <a:chExt cx="292" cy="320"/>
          </a:xfrm>
        </p:grpSpPr>
        <p:graphicFrame>
          <p:nvGraphicFramePr>
            <p:cNvPr id="1910811" name="Object 27">
              <a:extLst>
                <a:ext uri="{FF2B5EF4-FFF2-40B4-BE49-F238E27FC236}">
                  <a16:creationId xmlns:a16="http://schemas.microsoft.com/office/drawing/2014/main" id="{FE4BE61B-0189-CFAB-1A63-FD92B7BD6F60}"/>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11" name="Object 27">
                          <a:extLst>
                            <a:ext uri="{FF2B5EF4-FFF2-40B4-BE49-F238E27FC236}">
                              <a16:creationId xmlns:a16="http://schemas.microsoft.com/office/drawing/2014/main" id="{FE4BE61B-0189-CFAB-1A63-FD92B7BD6F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12" name="Object 28">
              <a:extLst>
                <a:ext uri="{FF2B5EF4-FFF2-40B4-BE49-F238E27FC236}">
                  <a16:creationId xmlns:a16="http://schemas.microsoft.com/office/drawing/2014/main" id="{3AEAC982-6F96-2DFF-E2EC-D70726D1FD4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12" name="Object 28">
                          <a:extLst>
                            <a:ext uri="{FF2B5EF4-FFF2-40B4-BE49-F238E27FC236}">
                              <a16:creationId xmlns:a16="http://schemas.microsoft.com/office/drawing/2014/main" id="{3AEAC982-6F96-2DFF-E2EC-D70726D1FD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0813" name="Group 29">
            <a:extLst>
              <a:ext uri="{FF2B5EF4-FFF2-40B4-BE49-F238E27FC236}">
                <a16:creationId xmlns:a16="http://schemas.microsoft.com/office/drawing/2014/main" id="{9402A039-77BA-8562-AC56-A37E8BF0E6AF}"/>
              </a:ext>
            </a:extLst>
          </p:cNvPr>
          <p:cNvGrpSpPr>
            <a:grpSpLocks/>
          </p:cNvGrpSpPr>
          <p:nvPr/>
        </p:nvGrpSpPr>
        <p:grpSpPr bwMode="auto">
          <a:xfrm>
            <a:off x="889000" y="4756150"/>
            <a:ext cx="400050" cy="457200"/>
            <a:chOff x="2870" y="1518"/>
            <a:chExt cx="292" cy="320"/>
          </a:xfrm>
        </p:grpSpPr>
        <p:graphicFrame>
          <p:nvGraphicFramePr>
            <p:cNvPr id="1910814" name="Object 30">
              <a:extLst>
                <a:ext uri="{FF2B5EF4-FFF2-40B4-BE49-F238E27FC236}">
                  <a16:creationId xmlns:a16="http://schemas.microsoft.com/office/drawing/2014/main" id="{3722851A-A0E8-7714-4DF9-F1AD643E8F3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14" name="Object 30">
                          <a:extLst>
                            <a:ext uri="{FF2B5EF4-FFF2-40B4-BE49-F238E27FC236}">
                              <a16:creationId xmlns:a16="http://schemas.microsoft.com/office/drawing/2014/main" id="{3722851A-A0E8-7714-4DF9-F1AD643E8F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15" name="Object 31">
              <a:extLst>
                <a:ext uri="{FF2B5EF4-FFF2-40B4-BE49-F238E27FC236}">
                  <a16:creationId xmlns:a16="http://schemas.microsoft.com/office/drawing/2014/main" id="{BB5409D9-70F6-E506-53F7-16913F9BEB5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15" name="Object 31">
                          <a:extLst>
                            <a:ext uri="{FF2B5EF4-FFF2-40B4-BE49-F238E27FC236}">
                              <a16:creationId xmlns:a16="http://schemas.microsoft.com/office/drawing/2014/main" id="{BB5409D9-70F6-E506-53F7-16913F9BEB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10816" name="Line 32">
            <a:extLst>
              <a:ext uri="{FF2B5EF4-FFF2-40B4-BE49-F238E27FC236}">
                <a16:creationId xmlns:a16="http://schemas.microsoft.com/office/drawing/2014/main" id="{986CE4C3-EC2C-82EF-D2FE-9FC875EF42F3}"/>
              </a:ext>
            </a:extLst>
          </p:cNvPr>
          <p:cNvSpPr>
            <a:spLocks noChangeShapeType="1"/>
          </p:cNvSpPr>
          <p:nvPr/>
        </p:nvSpPr>
        <p:spPr bwMode="auto">
          <a:xfrm flipV="1">
            <a:off x="1589088" y="3968750"/>
            <a:ext cx="974725" cy="725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10817" name="Group 33">
            <a:extLst>
              <a:ext uri="{FF2B5EF4-FFF2-40B4-BE49-F238E27FC236}">
                <a16:creationId xmlns:a16="http://schemas.microsoft.com/office/drawing/2014/main" id="{DE1DFD46-A89B-A776-F177-582FE0AB0B23}"/>
              </a:ext>
            </a:extLst>
          </p:cNvPr>
          <p:cNvGrpSpPr>
            <a:grpSpLocks/>
          </p:cNvGrpSpPr>
          <p:nvPr/>
        </p:nvGrpSpPr>
        <p:grpSpPr bwMode="auto">
          <a:xfrm>
            <a:off x="765175" y="4208463"/>
            <a:ext cx="400050" cy="457200"/>
            <a:chOff x="2870" y="1518"/>
            <a:chExt cx="292" cy="320"/>
          </a:xfrm>
        </p:grpSpPr>
        <p:graphicFrame>
          <p:nvGraphicFramePr>
            <p:cNvPr id="1910818" name="Object 34">
              <a:extLst>
                <a:ext uri="{FF2B5EF4-FFF2-40B4-BE49-F238E27FC236}">
                  <a16:creationId xmlns:a16="http://schemas.microsoft.com/office/drawing/2014/main" id="{46FB97AD-B936-4389-3D39-869F73CA873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18" name="Object 34">
                          <a:extLst>
                            <a:ext uri="{FF2B5EF4-FFF2-40B4-BE49-F238E27FC236}">
                              <a16:creationId xmlns:a16="http://schemas.microsoft.com/office/drawing/2014/main" id="{46FB97AD-B936-4389-3D39-869F73CA87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19" name="Object 35">
              <a:extLst>
                <a:ext uri="{FF2B5EF4-FFF2-40B4-BE49-F238E27FC236}">
                  <a16:creationId xmlns:a16="http://schemas.microsoft.com/office/drawing/2014/main" id="{26968CDD-CCE5-43FD-BDD6-0D4C926700F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19" name="Object 35">
                          <a:extLst>
                            <a:ext uri="{FF2B5EF4-FFF2-40B4-BE49-F238E27FC236}">
                              <a16:creationId xmlns:a16="http://schemas.microsoft.com/office/drawing/2014/main" id="{26968CDD-CCE5-43FD-BDD6-0D4C926700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10820" name="Oval 36">
            <a:extLst>
              <a:ext uri="{FF2B5EF4-FFF2-40B4-BE49-F238E27FC236}">
                <a16:creationId xmlns:a16="http://schemas.microsoft.com/office/drawing/2014/main" id="{FFA773F1-4B9A-75FA-EC47-2F97F94D0BBD}"/>
              </a:ext>
            </a:extLst>
          </p:cNvPr>
          <p:cNvSpPr>
            <a:spLocks noChangeArrowheads="1"/>
          </p:cNvSpPr>
          <p:nvPr/>
        </p:nvSpPr>
        <p:spPr bwMode="auto">
          <a:xfrm>
            <a:off x="3022600" y="4830763"/>
            <a:ext cx="1755775" cy="1625600"/>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pic>
        <p:nvPicPr>
          <p:cNvPr id="1910821" name="Picture 37">
            <a:extLst>
              <a:ext uri="{FF2B5EF4-FFF2-40B4-BE49-F238E27FC236}">
                <a16:creationId xmlns:a16="http://schemas.microsoft.com/office/drawing/2014/main" id="{65902FF5-35B5-2BEF-AA1F-7C983E4E63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5875" y="5513388"/>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1910822" name="Group 38">
            <a:extLst>
              <a:ext uri="{FF2B5EF4-FFF2-40B4-BE49-F238E27FC236}">
                <a16:creationId xmlns:a16="http://schemas.microsoft.com/office/drawing/2014/main" id="{7ABCFBFB-1086-F559-97F1-6D74287BC713}"/>
              </a:ext>
            </a:extLst>
          </p:cNvPr>
          <p:cNvGrpSpPr>
            <a:grpSpLocks/>
          </p:cNvGrpSpPr>
          <p:nvPr/>
        </p:nvGrpSpPr>
        <p:grpSpPr bwMode="auto">
          <a:xfrm>
            <a:off x="3813175" y="5864225"/>
            <a:ext cx="400050" cy="457200"/>
            <a:chOff x="2870" y="1518"/>
            <a:chExt cx="292" cy="320"/>
          </a:xfrm>
        </p:grpSpPr>
        <p:graphicFrame>
          <p:nvGraphicFramePr>
            <p:cNvPr id="1910823" name="Object 39">
              <a:extLst>
                <a:ext uri="{FF2B5EF4-FFF2-40B4-BE49-F238E27FC236}">
                  <a16:creationId xmlns:a16="http://schemas.microsoft.com/office/drawing/2014/main" id="{175171A3-01CA-4B94-6319-923CEDDC6E47}"/>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23" name="Object 39">
                          <a:extLst>
                            <a:ext uri="{FF2B5EF4-FFF2-40B4-BE49-F238E27FC236}">
                              <a16:creationId xmlns:a16="http://schemas.microsoft.com/office/drawing/2014/main" id="{175171A3-01CA-4B94-6319-923CEDDC6E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24" name="Object 40">
              <a:extLst>
                <a:ext uri="{FF2B5EF4-FFF2-40B4-BE49-F238E27FC236}">
                  <a16:creationId xmlns:a16="http://schemas.microsoft.com/office/drawing/2014/main" id="{AC0B53BF-AFDC-79C6-3390-90F6FAF7CC3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24" name="Object 40">
                          <a:extLst>
                            <a:ext uri="{FF2B5EF4-FFF2-40B4-BE49-F238E27FC236}">
                              <a16:creationId xmlns:a16="http://schemas.microsoft.com/office/drawing/2014/main" id="{AC0B53BF-AFDC-79C6-3390-90F6FAF7CC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0825" name="Group 41">
            <a:extLst>
              <a:ext uri="{FF2B5EF4-FFF2-40B4-BE49-F238E27FC236}">
                <a16:creationId xmlns:a16="http://schemas.microsoft.com/office/drawing/2014/main" id="{CF86313C-9CE2-63C6-205F-F79028C4B7EE}"/>
              </a:ext>
            </a:extLst>
          </p:cNvPr>
          <p:cNvGrpSpPr>
            <a:grpSpLocks/>
          </p:cNvGrpSpPr>
          <p:nvPr/>
        </p:nvGrpSpPr>
        <p:grpSpPr bwMode="auto">
          <a:xfrm>
            <a:off x="4014788" y="4919663"/>
            <a:ext cx="400050" cy="457200"/>
            <a:chOff x="2870" y="1518"/>
            <a:chExt cx="292" cy="320"/>
          </a:xfrm>
        </p:grpSpPr>
        <p:graphicFrame>
          <p:nvGraphicFramePr>
            <p:cNvPr id="1910826" name="Object 42">
              <a:extLst>
                <a:ext uri="{FF2B5EF4-FFF2-40B4-BE49-F238E27FC236}">
                  <a16:creationId xmlns:a16="http://schemas.microsoft.com/office/drawing/2014/main" id="{F057E3C9-0DC8-322D-D271-21FBBE71CCA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26" name="Object 42">
                          <a:extLst>
                            <a:ext uri="{FF2B5EF4-FFF2-40B4-BE49-F238E27FC236}">
                              <a16:creationId xmlns:a16="http://schemas.microsoft.com/office/drawing/2014/main" id="{F057E3C9-0DC8-322D-D271-21FBBE71CCA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27" name="Object 43">
              <a:extLst>
                <a:ext uri="{FF2B5EF4-FFF2-40B4-BE49-F238E27FC236}">
                  <a16:creationId xmlns:a16="http://schemas.microsoft.com/office/drawing/2014/main" id="{E7A0CD32-FB01-4E9D-1987-0335CB4CA0D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27" name="Object 43">
                          <a:extLst>
                            <a:ext uri="{FF2B5EF4-FFF2-40B4-BE49-F238E27FC236}">
                              <a16:creationId xmlns:a16="http://schemas.microsoft.com/office/drawing/2014/main" id="{E7A0CD32-FB01-4E9D-1987-0335CB4CA0D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0828" name="Group 44">
            <a:extLst>
              <a:ext uri="{FF2B5EF4-FFF2-40B4-BE49-F238E27FC236}">
                <a16:creationId xmlns:a16="http://schemas.microsoft.com/office/drawing/2014/main" id="{9ADF1444-6E75-A832-9A41-F7AA2A352E7A}"/>
              </a:ext>
            </a:extLst>
          </p:cNvPr>
          <p:cNvGrpSpPr>
            <a:grpSpLocks/>
          </p:cNvGrpSpPr>
          <p:nvPr/>
        </p:nvGrpSpPr>
        <p:grpSpPr bwMode="auto">
          <a:xfrm>
            <a:off x="3276600" y="5721350"/>
            <a:ext cx="400050" cy="457200"/>
            <a:chOff x="2870" y="1518"/>
            <a:chExt cx="292" cy="320"/>
          </a:xfrm>
        </p:grpSpPr>
        <p:graphicFrame>
          <p:nvGraphicFramePr>
            <p:cNvPr id="1910829" name="Object 45">
              <a:extLst>
                <a:ext uri="{FF2B5EF4-FFF2-40B4-BE49-F238E27FC236}">
                  <a16:creationId xmlns:a16="http://schemas.microsoft.com/office/drawing/2014/main" id="{837335DC-E2EF-DFA1-20AD-BD13907CD0B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29" name="Object 45">
                          <a:extLst>
                            <a:ext uri="{FF2B5EF4-FFF2-40B4-BE49-F238E27FC236}">
                              <a16:creationId xmlns:a16="http://schemas.microsoft.com/office/drawing/2014/main" id="{837335DC-E2EF-DFA1-20AD-BD13907CD0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30" name="Object 46">
              <a:extLst>
                <a:ext uri="{FF2B5EF4-FFF2-40B4-BE49-F238E27FC236}">
                  <a16:creationId xmlns:a16="http://schemas.microsoft.com/office/drawing/2014/main" id="{11FC12A6-93DB-F84E-9B95-03D2EF4B85D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30" name="Object 46">
                          <a:extLst>
                            <a:ext uri="{FF2B5EF4-FFF2-40B4-BE49-F238E27FC236}">
                              <a16:creationId xmlns:a16="http://schemas.microsoft.com/office/drawing/2014/main" id="{11FC12A6-93DB-F84E-9B95-03D2EF4B85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0831" name="Group 47">
            <a:extLst>
              <a:ext uri="{FF2B5EF4-FFF2-40B4-BE49-F238E27FC236}">
                <a16:creationId xmlns:a16="http://schemas.microsoft.com/office/drawing/2014/main" id="{0200D935-ED0D-4C13-A052-D1ED68381B1F}"/>
              </a:ext>
            </a:extLst>
          </p:cNvPr>
          <p:cNvGrpSpPr>
            <a:grpSpLocks/>
          </p:cNvGrpSpPr>
          <p:nvPr/>
        </p:nvGrpSpPr>
        <p:grpSpPr bwMode="auto">
          <a:xfrm>
            <a:off x="3152775" y="5173663"/>
            <a:ext cx="400050" cy="457200"/>
            <a:chOff x="2870" y="1518"/>
            <a:chExt cx="292" cy="320"/>
          </a:xfrm>
        </p:grpSpPr>
        <p:graphicFrame>
          <p:nvGraphicFramePr>
            <p:cNvPr id="1910832" name="Object 48">
              <a:extLst>
                <a:ext uri="{FF2B5EF4-FFF2-40B4-BE49-F238E27FC236}">
                  <a16:creationId xmlns:a16="http://schemas.microsoft.com/office/drawing/2014/main" id="{9308AB03-9BAC-4A3F-D807-F3963BF7A54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32" name="Object 48">
                          <a:extLst>
                            <a:ext uri="{FF2B5EF4-FFF2-40B4-BE49-F238E27FC236}">
                              <a16:creationId xmlns:a16="http://schemas.microsoft.com/office/drawing/2014/main" id="{9308AB03-9BAC-4A3F-D807-F3963BF7A5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33" name="Object 49">
              <a:extLst>
                <a:ext uri="{FF2B5EF4-FFF2-40B4-BE49-F238E27FC236}">
                  <a16:creationId xmlns:a16="http://schemas.microsoft.com/office/drawing/2014/main" id="{F6A0C4D7-4E8D-CCD4-12D0-9AD6CA9EF54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33" name="Object 49">
                          <a:extLst>
                            <a:ext uri="{FF2B5EF4-FFF2-40B4-BE49-F238E27FC236}">
                              <a16:creationId xmlns:a16="http://schemas.microsoft.com/office/drawing/2014/main" id="{F6A0C4D7-4E8D-CCD4-12D0-9AD6CA9EF54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0834" name="Group 50">
            <a:extLst>
              <a:ext uri="{FF2B5EF4-FFF2-40B4-BE49-F238E27FC236}">
                <a16:creationId xmlns:a16="http://schemas.microsoft.com/office/drawing/2014/main" id="{C852A420-DBDB-D598-AFDF-4B3D16DB3DA1}"/>
              </a:ext>
            </a:extLst>
          </p:cNvPr>
          <p:cNvGrpSpPr>
            <a:grpSpLocks/>
          </p:cNvGrpSpPr>
          <p:nvPr/>
        </p:nvGrpSpPr>
        <p:grpSpPr bwMode="auto">
          <a:xfrm>
            <a:off x="5229225" y="5945188"/>
            <a:ext cx="400050" cy="457200"/>
            <a:chOff x="2870" y="1518"/>
            <a:chExt cx="292" cy="320"/>
          </a:xfrm>
        </p:grpSpPr>
        <p:graphicFrame>
          <p:nvGraphicFramePr>
            <p:cNvPr id="1910835" name="Object 51">
              <a:extLst>
                <a:ext uri="{FF2B5EF4-FFF2-40B4-BE49-F238E27FC236}">
                  <a16:creationId xmlns:a16="http://schemas.microsoft.com/office/drawing/2014/main" id="{22D838DC-24CB-5FC2-3B2E-2E301E6F6B1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35" name="Object 51">
                          <a:extLst>
                            <a:ext uri="{FF2B5EF4-FFF2-40B4-BE49-F238E27FC236}">
                              <a16:creationId xmlns:a16="http://schemas.microsoft.com/office/drawing/2014/main" id="{22D838DC-24CB-5FC2-3B2E-2E301E6F6B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36" name="Object 52">
              <a:extLst>
                <a:ext uri="{FF2B5EF4-FFF2-40B4-BE49-F238E27FC236}">
                  <a16:creationId xmlns:a16="http://schemas.microsoft.com/office/drawing/2014/main" id="{85DB3B8D-68E4-9469-AC21-3DC91C1EAFA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36" name="Object 52">
                          <a:extLst>
                            <a:ext uri="{FF2B5EF4-FFF2-40B4-BE49-F238E27FC236}">
                              <a16:creationId xmlns:a16="http://schemas.microsoft.com/office/drawing/2014/main" id="{85DB3B8D-68E4-9469-AC21-3DC91C1EAF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0837" name="Group 53">
            <a:extLst>
              <a:ext uri="{FF2B5EF4-FFF2-40B4-BE49-F238E27FC236}">
                <a16:creationId xmlns:a16="http://schemas.microsoft.com/office/drawing/2014/main" id="{FFFFEC9C-C911-3F9C-7BD1-F790F0E16B3C}"/>
              </a:ext>
            </a:extLst>
          </p:cNvPr>
          <p:cNvGrpSpPr>
            <a:grpSpLocks/>
          </p:cNvGrpSpPr>
          <p:nvPr/>
        </p:nvGrpSpPr>
        <p:grpSpPr bwMode="auto">
          <a:xfrm>
            <a:off x="4222750" y="5411788"/>
            <a:ext cx="835025" cy="457200"/>
            <a:chOff x="3345" y="3383"/>
            <a:chExt cx="526" cy="288"/>
          </a:xfrm>
        </p:grpSpPr>
        <p:grpSp>
          <p:nvGrpSpPr>
            <p:cNvPr id="1910838" name="Group 54">
              <a:extLst>
                <a:ext uri="{FF2B5EF4-FFF2-40B4-BE49-F238E27FC236}">
                  <a16:creationId xmlns:a16="http://schemas.microsoft.com/office/drawing/2014/main" id="{E10A7AA9-2B1E-695E-CCD7-6632621849EB}"/>
                </a:ext>
              </a:extLst>
            </p:cNvPr>
            <p:cNvGrpSpPr>
              <a:grpSpLocks/>
            </p:cNvGrpSpPr>
            <p:nvPr/>
          </p:nvGrpSpPr>
          <p:grpSpPr bwMode="auto">
            <a:xfrm>
              <a:off x="3426" y="3383"/>
              <a:ext cx="252" cy="288"/>
              <a:chOff x="2870" y="1518"/>
              <a:chExt cx="292" cy="320"/>
            </a:xfrm>
          </p:grpSpPr>
          <p:graphicFrame>
            <p:nvGraphicFramePr>
              <p:cNvPr id="1910839" name="Object 55">
                <a:extLst>
                  <a:ext uri="{FF2B5EF4-FFF2-40B4-BE49-F238E27FC236}">
                    <a16:creationId xmlns:a16="http://schemas.microsoft.com/office/drawing/2014/main" id="{6615F963-902F-61EA-3791-FC913D1C53C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MS_ClipArt_Gallery.2">
                      <p:embed/>
                    </p:oleObj>
                  </mc:Choice>
                  <mc:Fallback>
                    <p:oleObj name="Clip" r:id="rId5" imgW="819000" imgH="847800" progId="MS_ClipArt_Gallery.2">
                      <p:embed/>
                      <p:pic>
                        <p:nvPicPr>
                          <p:cNvPr id="1910839" name="Object 55">
                            <a:extLst>
                              <a:ext uri="{FF2B5EF4-FFF2-40B4-BE49-F238E27FC236}">
                                <a16:creationId xmlns:a16="http://schemas.microsoft.com/office/drawing/2014/main" id="{6615F963-902F-61EA-3791-FC913D1C53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0840" name="Object 56">
                <a:extLst>
                  <a:ext uri="{FF2B5EF4-FFF2-40B4-BE49-F238E27FC236}">
                    <a16:creationId xmlns:a16="http://schemas.microsoft.com/office/drawing/2014/main" id="{AC7A7005-FA23-C5BD-6A95-5D5B5579309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MS_ClipArt_Gallery.2">
                      <p:embed/>
                    </p:oleObj>
                  </mc:Choice>
                  <mc:Fallback>
                    <p:oleObj name="Clip" r:id="rId7" imgW="1266840" imgH="1200240" progId="MS_ClipArt_Gallery.2">
                      <p:embed/>
                      <p:pic>
                        <p:nvPicPr>
                          <p:cNvPr id="1910840" name="Object 56">
                            <a:extLst>
                              <a:ext uri="{FF2B5EF4-FFF2-40B4-BE49-F238E27FC236}">
                                <a16:creationId xmlns:a16="http://schemas.microsoft.com/office/drawing/2014/main" id="{AC7A7005-FA23-C5BD-6A95-5D5B557930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10841" name="Line 57">
              <a:extLst>
                <a:ext uri="{FF2B5EF4-FFF2-40B4-BE49-F238E27FC236}">
                  <a16:creationId xmlns:a16="http://schemas.microsoft.com/office/drawing/2014/main" id="{CAB22781-E40A-5993-88CA-ECB287087F20}"/>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842" name="Line 58">
              <a:extLst>
                <a:ext uri="{FF2B5EF4-FFF2-40B4-BE49-F238E27FC236}">
                  <a16:creationId xmlns:a16="http://schemas.microsoft.com/office/drawing/2014/main" id="{345D85A5-3E9C-820F-CAEC-A896604AB43E}"/>
                </a:ext>
              </a:extLst>
            </p:cNvPr>
            <p:cNvSpPr>
              <a:spLocks noChangeShapeType="1"/>
            </p:cNvSpPr>
            <p:nvPr/>
          </p:nvSpPr>
          <p:spPr bwMode="auto">
            <a:xfrm flipH="1">
              <a:off x="3372" y="348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843" name="Line 59">
              <a:extLst>
                <a:ext uri="{FF2B5EF4-FFF2-40B4-BE49-F238E27FC236}">
                  <a16:creationId xmlns:a16="http://schemas.microsoft.com/office/drawing/2014/main" id="{192079B1-3051-7FE2-A64F-3960AE2DC34A}"/>
                </a:ext>
              </a:extLst>
            </p:cNvPr>
            <p:cNvSpPr>
              <a:spLocks noChangeShapeType="1"/>
            </p:cNvSpPr>
            <p:nvPr/>
          </p:nvSpPr>
          <p:spPr bwMode="auto">
            <a:xfrm flipH="1">
              <a:off x="3381" y="3534"/>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844" name="Line 60">
              <a:extLst>
                <a:ext uri="{FF2B5EF4-FFF2-40B4-BE49-F238E27FC236}">
                  <a16:creationId xmlns:a16="http://schemas.microsoft.com/office/drawing/2014/main" id="{1CA19EAA-D08D-1AFC-ECDB-24ED279BA653}"/>
                </a:ext>
              </a:extLst>
            </p:cNvPr>
            <p:cNvSpPr>
              <a:spLocks noChangeShapeType="1"/>
            </p:cNvSpPr>
            <p:nvPr/>
          </p:nvSpPr>
          <p:spPr bwMode="auto">
            <a:xfrm flipH="1">
              <a:off x="3345" y="357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sp>
        <p:nvSpPr>
          <p:cNvPr id="1910845" name="Line 61">
            <a:extLst>
              <a:ext uri="{FF2B5EF4-FFF2-40B4-BE49-F238E27FC236}">
                <a16:creationId xmlns:a16="http://schemas.microsoft.com/office/drawing/2014/main" id="{6C2AEAA2-1401-77B3-3F8D-0F1462767640}"/>
              </a:ext>
            </a:extLst>
          </p:cNvPr>
          <p:cNvSpPr>
            <a:spLocks noChangeShapeType="1"/>
          </p:cNvSpPr>
          <p:nvPr/>
        </p:nvSpPr>
        <p:spPr bwMode="auto">
          <a:xfrm flipH="1" flipV="1">
            <a:off x="4460875" y="4551363"/>
            <a:ext cx="747713" cy="1095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846" name="Line 62">
            <a:extLst>
              <a:ext uri="{FF2B5EF4-FFF2-40B4-BE49-F238E27FC236}">
                <a16:creationId xmlns:a16="http://schemas.microsoft.com/office/drawing/2014/main" id="{F519DD74-205E-CFBF-05A5-27D67A1DEB44}"/>
              </a:ext>
            </a:extLst>
          </p:cNvPr>
          <p:cNvSpPr>
            <a:spLocks noChangeShapeType="1"/>
          </p:cNvSpPr>
          <p:nvPr/>
        </p:nvSpPr>
        <p:spPr bwMode="auto">
          <a:xfrm flipH="1" flipV="1">
            <a:off x="3689350" y="4699000"/>
            <a:ext cx="176213"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849" name="Rectangle 65">
            <a:extLst>
              <a:ext uri="{FF2B5EF4-FFF2-40B4-BE49-F238E27FC236}">
                <a16:creationId xmlns:a16="http://schemas.microsoft.com/office/drawing/2014/main" id="{B50A7F9C-91FF-5874-2523-8D759810E285}"/>
              </a:ext>
            </a:extLst>
          </p:cNvPr>
          <p:cNvSpPr>
            <a:spLocks noChangeArrowheads="1"/>
          </p:cNvSpPr>
          <p:nvPr/>
        </p:nvSpPr>
        <p:spPr bwMode="auto">
          <a:xfrm>
            <a:off x="5538788" y="1403350"/>
            <a:ext cx="2728912" cy="2524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850" name="Rectangle 66">
            <a:extLst>
              <a:ext uri="{FF2B5EF4-FFF2-40B4-BE49-F238E27FC236}">
                <a16:creationId xmlns:a16="http://schemas.microsoft.com/office/drawing/2014/main" id="{DEC9861A-EED8-C044-A733-9FDDC5570D06}"/>
              </a:ext>
            </a:extLst>
          </p:cNvPr>
          <p:cNvSpPr>
            <a:spLocks noChangeArrowheads="1"/>
          </p:cNvSpPr>
          <p:nvPr/>
        </p:nvSpPr>
        <p:spPr bwMode="auto">
          <a:xfrm>
            <a:off x="5262563" y="1355724"/>
            <a:ext cx="3648075" cy="2786063"/>
          </a:xfrm>
          <a:prstGeom prst="rect">
            <a:avLst/>
          </a:prstGeom>
          <a:noFill/>
          <a:ln w="25400">
            <a:solidFill>
              <a:srgbClr val="FF33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23838" indent="-223838" algn="l" eaLnBrk="0" hangingPunct="0">
              <a:spcBef>
                <a:spcPct val="50000"/>
              </a:spcBef>
              <a:buChar char="•"/>
              <a:defRPr sz="2400">
                <a:solidFill>
                  <a:srgbClr val="0000FF"/>
                </a:solidFill>
                <a:latin typeface="Arial" panose="020B0604020202020204" pitchFamily="34" charset="0"/>
                <a:cs typeface="Arial" panose="020B0604020202020204" pitchFamily="34" charset="0"/>
              </a:defRPr>
            </a:lvl1pPr>
            <a:lvl2pPr marL="563563" indent="-223838" algn="l" eaLnBrk="0" hangingPunct="0">
              <a:spcBef>
                <a:spcPct val="10000"/>
              </a:spcBef>
              <a:buFont typeface="Helvetica" panose="020B0604020202020204" pitchFamily="34" charset="0"/>
              <a:buChar char="–"/>
              <a:defRPr sz="2000">
                <a:solidFill>
                  <a:schemeClr val="accent2"/>
                </a:solidFill>
                <a:latin typeface="Arial" panose="020B0604020202020204" pitchFamily="34" charset="0"/>
                <a:cs typeface="Arial" panose="020B0604020202020204" pitchFamily="34" charset="0"/>
              </a:defRPr>
            </a:lvl2pPr>
            <a:lvl3pPr marL="911225" indent="-233363" algn="l" eaLnBrk="0" hangingPunct="0">
              <a:spcBef>
                <a:spcPct val="1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258888" indent="-233363" algn="l" eaLnBrk="0" hangingPunct="0">
              <a:spcBef>
                <a:spcPct val="10000"/>
              </a:spcBef>
              <a:buChar char="•"/>
              <a:defRPr>
                <a:solidFill>
                  <a:schemeClr val="accent2"/>
                </a:solidFill>
                <a:latin typeface="Helvetica" panose="020B0604020202020204" pitchFamily="34" charset="0"/>
                <a:cs typeface="Arial" panose="020B0604020202020204" pitchFamily="34" charset="0"/>
              </a:defRPr>
            </a:lvl4pPr>
            <a:lvl5pPr marL="1597025" indent="-223838" algn="l" eaLnBrk="0" hangingPunct="0">
              <a:spcBef>
                <a:spcPct val="10000"/>
              </a:spcBef>
              <a:buChar char="•"/>
              <a:defRPr>
                <a:solidFill>
                  <a:schemeClr val="tx1"/>
                </a:solidFill>
                <a:latin typeface="Helvetica" panose="020B0604020202020204" pitchFamily="34" charset="0"/>
                <a:cs typeface="Arial" panose="020B0604020202020204" pitchFamily="34" charset="0"/>
              </a:defRPr>
            </a:lvl5pPr>
            <a:lvl6pPr marL="20542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6pPr>
            <a:lvl7pPr marL="25114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7pPr>
            <a:lvl8pPr marL="29686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8pPr>
            <a:lvl9pPr marL="34258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9pPr>
          </a:lstStyle>
          <a:p>
            <a:pPr marL="223838" marR="0" lvl="0" indent="-223838" algn="l" defTabSz="914400" rtl="0" eaLnBrk="0" fontAlgn="base" latinLnBrk="0" hangingPunct="0">
              <a:lnSpc>
                <a:spcPct val="90000"/>
              </a:lnSpc>
              <a:spcBef>
                <a:spcPct val="50000"/>
              </a:spcBef>
              <a:spcAft>
                <a:spcPct val="0"/>
              </a:spcAft>
              <a:buClrTx/>
              <a:buSzTx/>
              <a:buFontTx/>
              <a:buNone/>
              <a:tabLst/>
              <a:defRPr/>
            </a:pPr>
            <a:r>
              <a:rPr kumimoji="0" lang="en-US" altLang="en-US" sz="2000" b="0" i="0" u="sng"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Infrastructure mode</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Base station connects mobiles into wired network</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Network provides services (addressing, routing, DNS)</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Handoff: mobile changes base station providing connection to wired network</a:t>
            </a:r>
          </a:p>
        </p:txBody>
      </p:sp>
      <p:sp>
        <p:nvSpPr>
          <p:cNvPr id="1910851" name="Line 67">
            <a:extLst>
              <a:ext uri="{FF2B5EF4-FFF2-40B4-BE49-F238E27FC236}">
                <a16:creationId xmlns:a16="http://schemas.microsoft.com/office/drawing/2014/main" id="{DE297A19-24A1-E412-6FCC-5DD310826683}"/>
              </a:ext>
            </a:extLst>
          </p:cNvPr>
          <p:cNvSpPr>
            <a:spLocks noChangeShapeType="1"/>
          </p:cNvSpPr>
          <p:nvPr/>
        </p:nvSpPr>
        <p:spPr bwMode="auto">
          <a:xfrm flipH="1">
            <a:off x="4652963" y="4130675"/>
            <a:ext cx="1701800" cy="140652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852" name="Line 68">
            <a:extLst>
              <a:ext uri="{FF2B5EF4-FFF2-40B4-BE49-F238E27FC236}">
                <a16:creationId xmlns:a16="http://schemas.microsoft.com/office/drawing/2014/main" id="{40B4BD73-12DB-A0D5-C642-C54441559CA7}"/>
              </a:ext>
            </a:extLst>
          </p:cNvPr>
          <p:cNvSpPr>
            <a:spLocks noChangeShapeType="1"/>
          </p:cNvSpPr>
          <p:nvPr/>
        </p:nvSpPr>
        <p:spPr bwMode="auto">
          <a:xfrm flipH="1">
            <a:off x="5340350" y="4129088"/>
            <a:ext cx="1011238" cy="143351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0853" name="Line 69">
            <a:extLst>
              <a:ext uri="{FF2B5EF4-FFF2-40B4-BE49-F238E27FC236}">
                <a16:creationId xmlns:a16="http://schemas.microsoft.com/office/drawing/2014/main" id="{C3DAD1FE-C760-D8DC-5FE6-B202D6240B06}"/>
              </a:ext>
            </a:extLst>
          </p:cNvPr>
          <p:cNvSpPr>
            <a:spLocks noChangeShapeType="1"/>
          </p:cNvSpPr>
          <p:nvPr/>
        </p:nvSpPr>
        <p:spPr bwMode="auto">
          <a:xfrm flipH="1">
            <a:off x="3989388" y="4141788"/>
            <a:ext cx="2333625" cy="1531937"/>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6" name="TextBox 5">
            <a:extLst>
              <a:ext uri="{FF2B5EF4-FFF2-40B4-BE49-F238E27FC236}">
                <a16:creationId xmlns:a16="http://schemas.microsoft.com/office/drawing/2014/main" id="{454DCA7B-8410-71C1-7B8D-9AC54496E640}"/>
              </a:ext>
            </a:extLst>
          </p:cNvPr>
          <p:cNvSpPr txBox="1"/>
          <p:nvPr/>
        </p:nvSpPr>
        <p:spPr>
          <a:xfrm>
            <a:off x="6052724" y="5954981"/>
            <a:ext cx="2857914" cy="338554"/>
          </a:xfrm>
          <a:prstGeom prst="rect">
            <a:avLst/>
          </a:prstGeom>
          <a:noFill/>
        </p:spPr>
        <p:txBody>
          <a:bodyPr wrap="square">
            <a:spAutoFit/>
          </a:bodyPr>
          <a:lstStyle/>
          <a:p>
            <a:pPr lvl="1"/>
            <a:r>
              <a:rPr lang="en-US" altLang="en-US" sz="1600" dirty="0"/>
              <a:t>Client-server communication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614A7936-6A0A-1CC6-9E23-BD13D8203912}"/>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8171CB0-76BE-4C7E-A7DB-A043E86F9A74}"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12835" name="Rectangle 3">
            <a:extLst>
              <a:ext uri="{FF2B5EF4-FFF2-40B4-BE49-F238E27FC236}">
                <a16:creationId xmlns:a16="http://schemas.microsoft.com/office/drawing/2014/main" id="{D2067E75-BD3C-A8D7-7B8C-19F4EE4DA765}"/>
              </a:ext>
            </a:extLst>
          </p:cNvPr>
          <p:cNvSpPr>
            <a:spLocks noChangeArrowheads="1"/>
          </p:cNvSpPr>
          <p:nvPr/>
        </p:nvSpPr>
        <p:spPr bwMode="auto">
          <a:xfrm>
            <a:off x="5562600" y="1384300"/>
            <a:ext cx="1752600" cy="3175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12836" name="Group 4">
            <a:extLst>
              <a:ext uri="{FF2B5EF4-FFF2-40B4-BE49-F238E27FC236}">
                <a16:creationId xmlns:a16="http://schemas.microsoft.com/office/drawing/2014/main" id="{B06A571D-5D42-1BFD-3495-261F1DBF718B}"/>
              </a:ext>
            </a:extLst>
          </p:cNvPr>
          <p:cNvGrpSpPr>
            <a:grpSpLocks/>
          </p:cNvGrpSpPr>
          <p:nvPr/>
        </p:nvGrpSpPr>
        <p:grpSpPr bwMode="auto">
          <a:xfrm>
            <a:off x="876300" y="1717675"/>
            <a:ext cx="1755775" cy="1625600"/>
            <a:chOff x="1824" y="1076"/>
            <a:chExt cx="1106" cy="1024"/>
          </a:xfrm>
        </p:grpSpPr>
        <p:sp>
          <p:nvSpPr>
            <p:cNvPr id="1912837" name="Oval 5">
              <a:extLst>
                <a:ext uri="{FF2B5EF4-FFF2-40B4-BE49-F238E27FC236}">
                  <a16:creationId xmlns:a16="http://schemas.microsoft.com/office/drawing/2014/main" id="{D84D3F6D-EE70-3282-6A4D-1FBAF8BCF4D6}"/>
                </a:ext>
              </a:extLst>
            </p:cNvPr>
            <p:cNvSpPr>
              <a:spLocks noChangeArrowheads="1"/>
            </p:cNvSpPr>
            <p:nvPr/>
          </p:nvSpPr>
          <p:spPr bwMode="auto">
            <a:xfrm>
              <a:off x="1824" y="1076"/>
              <a:ext cx="1106" cy="1024"/>
            </a:xfrm>
            <a:prstGeom prst="ellipse">
              <a:avLst/>
            </a:prstGeom>
            <a:gradFill rotWithShape="1">
              <a:gsLst>
                <a:gs pos="0">
                  <a:srgbClr val="66CCFF"/>
                </a:gs>
                <a:gs pos="100000">
                  <a:srgbClr val="CCFFFF">
                    <a:alpha val="50999"/>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12838" name="Group 6">
              <a:extLst>
                <a:ext uri="{FF2B5EF4-FFF2-40B4-BE49-F238E27FC236}">
                  <a16:creationId xmlns:a16="http://schemas.microsoft.com/office/drawing/2014/main" id="{02396C3D-C618-517D-55C0-16004347D776}"/>
                </a:ext>
              </a:extLst>
            </p:cNvPr>
            <p:cNvGrpSpPr>
              <a:grpSpLocks/>
            </p:cNvGrpSpPr>
            <p:nvPr/>
          </p:nvGrpSpPr>
          <p:grpSpPr bwMode="auto">
            <a:xfrm>
              <a:off x="2204" y="1436"/>
              <a:ext cx="252" cy="288"/>
              <a:chOff x="2870" y="1518"/>
              <a:chExt cx="292" cy="320"/>
            </a:xfrm>
          </p:grpSpPr>
          <p:graphicFrame>
            <p:nvGraphicFramePr>
              <p:cNvPr id="1912839" name="Object 7">
                <a:extLst>
                  <a:ext uri="{FF2B5EF4-FFF2-40B4-BE49-F238E27FC236}">
                    <a16:creationId xmlns:a16="http://schemas.microsoft.com/office/drawing/2014/main" id="{B11346E6-D255-6C43-16F6-3A7476D39AA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MS_ClipArt_Gallery.2">
                      <p:embed/>
                    </p:oleObj>
                  </mc:Choice>
                  <mc:Fallback>
                    <p:oleObj name="Clip" r:id="rId3" imgW="819000" imgH="847800" progId="MS_ClipArt_Gallery.2">
                      <p:embed/>
                      <p:pic>
                        <p:nvPicPr>
                          <p:cNvPr id="1912839" name="Object 7">
                            <a:extLst>
                              <a:ext uri="{FF2B5EF4-FFF2-40B4-BE49-F238E27FC236}">
                                <a16:creationId xmlns:a16="http://schemas.microsoft.com/office/drawing/2014/main" id="{B11346E6-D255-6C43-16F6-3A7476D39A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40" name="Object 8">
                <a:extLst>
                  <a:ext uri="{FF2B5EF4-FFF2-40B4-BE49-F238E27FC236}">
                    <a16:creationId xmlns:a16="http://schemas.microsoft.com/office/drawing/2014/main" id="{32702D3E-628F-D1E0-EFFD-E1C4DAC5B6C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40" name="Object 8">
                            <a:extLst>
                              <a:ext uri="{FF2B5EF4-FFF2-40B4-BE49-F238E27FC236}">
                                <a16:creationId xmlns:a16="http://schemas.microsoft.com/office/drawing/2014/main" id="{32702D3E-628F-D1E0-EFFD-E1C4DAC5B6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912842" name="Rectangle 10">
            <a:extLst>
              <a:ext uri="{FF2B5EF4-FFF2-40B4-BE49-F238E27FC236}">
                <a16:creationId xmlns:a16="http://schemas.microsoft.com/office/drawing/2014/main" id="{1D5ECD44-0805-6DEE-30FE-4E0B9ADA02CF}"/>
              </a:ext>
            </a:extLst>
          </p:cNvPr>
          <p:cNvSpPr>
            <a:spLocks noChangeArrowheads="1"/>
          </p:cNvSpPr>
          <p:nvPr/>
        </p:nvSpPr>
        <p:spPr bwMode="auto">
          <a:xfrm>
            <a:off x="4725988" y="1316038"/>
            <a:ext cx="4114800" cy="2297112"/>
          </a:xfrm>
          <a:prstGeom prst="rect">
            <a:avLst/>
          </a:prstGeom>
          <a:noFill/>
          <a:ln w="25400">
            <a:solidFill>
              <a:srgbClr val="FF33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23838" indent="-223838" algn="l" eaLnBrk="0" hangingPunct="0">
              <a:spcBef>
                <a:spcPct val="50000"/>
              </a:spcBef>
              <a:buChar char="•"/>
              <a:defRPr sz="2400">
                <a:solidFill>
                  <a:srgbClr val="0000FF"/>
                </a:solidFill>
                <a:latin typeface="Arial" panose="020B0604020202020204" pitchFamily="34" charset="0"/>
                <a:cs typeface="Arial" panose="020B0604020202020204" pitchFamily="34" charset="0"/>
              </a:defRPr>
            </a:lvl1pPr>
            <a:lvl2pPr marL="563563" indent="-223838" algn="l" eaLnBrk="0" hangingPunct="0">
              <a:spcBef>
                <a:spcPct val="10000"/>
              </a:spcBef>
              <a:buFont typeface="Helvetica" panose="020B0604020202020204" pitchFamily="34" charset="0"/>
              <a:buChar char="–"/>
              <a:defRPr sz="2000">
                <a:solidFill>
                  <a:schemeClr val="accent2"/>
                </a:solidFill>
                <a:latin typeface="Arial" panose="020B0604020202020204" pitchFamily="34" charset="0"/>
                <a:cs typeface="Arial" panose="020B0604020202020204" pitchFamily="34" charset="0"/>
              </a:defRPr>
            </a:lvl2pPr>
            <a:lvl3pPr marL="911225" indent="-233363" algn="l" eaLnBrk="0" hangingPunct="0">
              <a:spcBef>
                <a:spcPct val="1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258888" indent="-233363" algn="l" eaLnBrk="0" hangingPunct="0">
              <a:spcBef>
                <a:spcPct val="10000"/>
              </a:spcBef>
              <a:buChar char="•"/>
              <a:defRPr>
                <a:solidFill>
                  <a:schemeClr val="accent2"/>
                </a:solidFill>
                <a:latin typeface="Helvetica" panose="020B0604020202020204" pitchFamily="34" charset="0"/>
                <a:cs typeface="Arial" panose="020B0604020202020204" pitchFamily="34" charset="0"/>
              </a:defRPr>
            </a:lvl4pPr>
            <a:lvl5pPr marL="1597025" indent="-223838" algn="l" eaLnBrk="0" hangingPunct="0">
              <a:spcBef>
                <a:spcPct val="10000"/>
              </a:spcBef>
              <a:buChar char="•"/>
              <a:defRPr>
                <a:solidFill>
                  <a:schemeClr val="tx1"/>
                </a:solidFill>
                <a:latin typeface="Helvetica" panose="020B0604020202020204" pitchFamily="34" charset="0"/>
                <a:cs typeface="Arial" panose="020B0604020202020204" pitchFamily="34" charset="0"/>
              </a:defRPr>
            </a:lvl5pPr>
            <a:lvl6pPr marL="20542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6pPr>
            <a:lvl7pPr marL="25114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7pPr>
            <a:lvl8pPr marL="29686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8pPr>
            <a:lvl9pPr marL="3425825" indent="-223838" eaLnBrk="0" fontAlgn="base" hangingPunct="0">
              <a:spcBef>
                <a:spcPct val="10000"/>
              </a:spcBef>
              <a:spcAft>
                <a:spcPct val="0"/>
              </a:spcAft>
              <a:buChar char="•"/>
              <a:defRPr>
                <a:solidFill>
                  <a:schemeClr val="tx1"/>
                </a:solidFill>
                <a:latin typeface="Helvetica" panose="020B0604020202020204" pitchFamily="34" charset="0"/>
                <a:cs typeface="Arial" panose="020B0604020202020204" pitchFamily="34" charset="0"/>
              </a:defRPr>
            </a:lvl9pPr>
          </a:lstStyle>
          <a:p>
            <a:pPr marL="223838" marR="0" lvl="0" indent="-223838" algn="l" defTabSz="914400" rtl="0" eaLnBrk="0" fontAlgn="base" latinLnBrk="0" hangingPunct="0">
              <a:lnSpc>
                <a:spcPct val="90000"/>
              </a:lnSpc>
              <a:spcBef>
                <a:spcPct val="50000"/>
              </a:spcBef>
              <a:spcAft>
                <a:spcPct val="0"/>
              </a:spcAft>
              <a:buClrTx/>
              <a:buSzTx/>
              <a:buFontTx/>
              <a:buNone/>
              <a:tabLst/>
              <a:defRPr/>
            </a:pPr>
            <a:r>
              <a:rPr kumimoji="0" lang="en-US" altLang="en-US" sz="2000" b="0" i="0" u="sng"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Ad hoc mode</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No base stations</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Nodes can only transmit to other nodes within link coverage</a:t>
            </a:r>
          </a:p>
          <a:p>
            <a:pPr marL="223838" marR="0" lvl="0" indent="-223838" algn="l" defTabSz="914400" rtl="0" eaLnBrk="0" fontAlgn="base" latinLnBrk="0" hangingPunct="0">
              <a:lnSpc>
                <a:spcPct val="90000"/>
              </a:lnSpc>
              <a:spcBef>
                <a:spcPct val="50000"/>
              </a:spcBef>
              <a:spcAft>
                <a:spcPct val="0"/>
              </a:spcAft>
              <a:buClrTx/>
              <a:buSzTx/>
              <a:buFontTx/>
              <a:buChar char="•"/>
              <a:tabLst/>
              <a:defRPr/>
            </a:pPr>
            <a:r>
              <a:rPr kumimoji="0" lang="en-US" altLang="en-US" sz="2000" b="0" i="0" u="none" strike="noStrike" kern="1200" cap="none" spc="0" normalizeH="0" baseline="0" noProof="0">
                <a:ln>
                  <a:noFill/>
                </a:ln>
                <a:solidFill>
                  <a:srgbClr val="0000FF"/>
                </a:solidFill>
                <a:effectLst/>
                <a:uLnTx/>
                <a:uFillTx/>
                <a:latin typeface="Arial" panose="020B0604020202020204" pitchFamily="34" charset="0"/>
                <a:ea typeface="+mn-ea"/>
                <a:cs typeface="Arial" panose="020B0604020202020204" pitchFamily="34" charset="0"/>
              </a:rPr>
              <a:t>Nodes self-organize and route among themselves</a:t>
            </a:r>
          </a:p>
        </p:txBody>
      </p:sp>
      <p:grpSp>
        <p:nvGrpSpPr>
          <p:cNvPr id="1912843" name="Group 11">
            <a:extLst>
              <a:ext uri="{FF2B5EF4-FFF2-40B4-BE49-F238E27FC236}">
                <a16:creationId xmlns:a16="http://schemas.microsoft.com/office/drawing/2014/main" id="{E8B070FE-588C-677F-02A6-859A313E234F}"/>
              </a:ext>
            </a:extLst>
          </p:cNvPr>
          <p:cNvGrpSpPr>
            <a:grpSpLocks/>
          </p:cNvGrpSpPr>
          <p:nvPr/>
        </p:nvGrpSpPr>
        <p:grpSpPr bwMode="auto">
          <a:xfrm>
            <a:off x="2181225" y="3041650"/>
            <a:ext cx="1755775" cy="1625600"/>
            <a:chOff x="1824" y="1076"/>
            <a:chExt cx="1106" cy="1024"/>
          </a:xfrm>
        </p:grpSpPr>
        <p:sp>
          <p:nvSpPr>
            <p:cNvPr id="1912844" name="Oval 12">
              <a:extLst>
                <a:ext uri="{FF2B5EF4-FFF2-40B4-BE49-F238E27FC236}">
                  <a16:creationId xmlns:a16="http://schemas.microsoft.com/office/drawing/2014/main" id="{5BF2F062-DC72-7F6C-6212-B5D69D73BE24}"/>
                </a:ext>
              </a:extLst>
            </p:cNvPr>
            <p:cNvSpPr>
              <a:spLocks noChangeArrowheads="1"/>
            </p:cNvSpPr>
            <p:nvPr/>
          </p:nvSpPr>
          <p:spPr bwMode="auto">
            <a:xfrm>
              <a:off x="1824" y="1076"/>
              <a:ext cx="1106" cy="1024"/>
            </a:xfrm>
            <a:prstGeom prst="ellipse">
              <a:avLst/>
            </a:prstGeom>
            <a:gradFill rotWithShape="1">
              <a:gsLst>
                <a:gs pos="0">
                  <a:srgbClr val="66CCFF"/>
                </a:gs>
                <a:gs pos="100000">
                  <a:srgbClr val="CCFFFF">
                    <a:alpha val="50999"/>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12845" name="Group 13">
              <a:extLst>
                <a:ext uri="{FF2B5EF4-FFF2-40B4-BE49-F238E27FC236}">
                  <a16:creationId xmlns:a16="http://schemas.microsoft.com/office/drawing/2014/main" id="{376E0210-2A7A-98CB-CE91-A3C3983B0F32}"/>
                </a:ext>
              </a:extLst>
            </p:cNvPr>
            <p:cNvGrpSpPr>
              <a:grpSpLocks/>
            </p:cNvGrpSpPr>
            <p:nvPr/>
          </p:nvGrpSpPr>
          <p:grpSpPr bwMode="auto">
            <a:xfrm>
              <a:off x="2204" y="1436"/>
              <a:ext cx="252" cy="288"/>
              <a:chOff x="2870" y="1518"/>
              <a:chExt cx="292" cy="320"/>
            </a:xfrm>
          </p:grpSpPr>
          <p:graphicFrame>
            <p:nvGraphicFramePr>
              <p:cNvPr id="1912846" name="Object 14">
                <a:extLst>
                  <a:ext uri="{FF2B5EF4-FFF2-40B4-BE49-F238E27FC236}">
                    <a16:creationId xmlns:a16="http://schemas.microsoft.com/office/drawing/2014/main" id="{D149A0BA-C17B-6636-F6CB-DFB9232BAEE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MS_ClipArt_Gallery.2">
                      <p:embed/>
                    </p:oleObj>
                  </mc:Choice>
                  <mc:Fallback>
                    <p:oleObj name="Clip" r:id="rId3" imgW="819000" imgH="847800" progId="MS_ClipArt_Gallery.2">
                      <p:embed/>
                      <p:pic>
                        <p:nvPicPr>
                          <p:cNvPr id="1912846" name="Object 14">
                            <a:extLst>
                              <a:ext uri="{FF2B5EF4-FFF2-40B4-BE49-F238E27FC236}">
                                <a16:creationId xmlns:a16="http://schemas.microsoft.com/office/drawing/2014/main" id="{D149A0BA-C17B-6636-F6CB-DFB9232BAE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47" name="Object 15">
                <a:extLst>
                  <a:ext uri="{FF2B5EF4-FFF2-40B4-BE49-F238E27FC236}">
                    <a16:creationId xmlns:a16="http://schemas.microsoft.com/office/drawing/2014/main" id="{3F540ED1-E0D6-FEBF-1545-B53F4767E9E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47" name="Object 15">
                            <a:extLst>
                              <a:ext uri="{FF2B5EF4-FFF2-40B4-BE49-F238E27FC236}">
                                <a16:creationId xmlns:a16="http://schemas.microsoft.com/office/drawing/2014/main" id="{3F540ED1-E0D6-FEBF-1545-B53F4767E9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912848" name="Group 16">
            <a:extLst>
              <a:ext uri="{FF2B5EF4-FFF2-40B4-BE49-F238E27FC236}">
                <a16:creationId xmlns:a16="http://schemas.microsoft.com/office/drawing/2014/main" id="{8B67F27E-8E92-38FF-ACB9-66CBB6D42A29}"/>
              </a:ext>
            </a:extLst>
          </p:cNvPr>
          <p:cNvGrpSpPr>
            <a:grpSpLocks/>
          </p:cNvGrpSpPr>
          <p:nvPr/>
        </p:nvGrpSpPr>
        <p:grpSpPr bwMode="auto">
          <a:xfrm>
            <a:off x="1933575" y="4765675"/>
            <a:ext cx="1755775" cy="1625600"/>
            <a:chOff x="1824" y="1076"/>
            <a:chExt cx="1106" cy="1024"/>
          </a:xfrm>
        </p:grpSpPr>
        <p:sp>
          <p:nvSpPr>
            <p:cNvPr id="1912849" name="Oval 17">
              <a:extLst>
                <a:ext uri="{FF2B5EF4-FFF2-40B4-BE49-F238E27FC236}">
                  <a16:creationId xmlns:a16="http://schemas.microsoft.com/office/drawing/2014/main" id="{3011C3AD-9774-2647-E605-8A8D8C5E2766}"/>
                </a:ext>
              </a:extLst>
            </p:cNvPr>
            <p:cNvSpPr>
              <a:spLocks noChangeArrowheads="1"/>
            </p:cNvSpPr>
            <p:nvPr/>
          </p:nvSpPr>
          <p:spPr bwMode="auto">
            <a:xfrm>
              <a:off x="1824" y="1076"/>
              <a:ext cx="1106" cy="1024"/>
            </a:xfrm>
            <a:prstGeom prst="ellipse">
              <a:avLst/>
            </a:prstGeom>
            <a:gradFill rotWithShape="1">
              <a:gsLst>
                <a:gs pos="0">
                  <a:srgbClr val="66CCFF"/>
                </a:gs>
                <a:gs pos="100000">
                  <a:srgbClr val="CCFFFF">
                    <a:alpha val="50999"/>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12850" name="Group 18">
              <a:extLst>
                <a:ext uri="{FF2B5EF4-FFF2-40B4-BE49-F238E27FC236}">
                  <a16:creationId xmlns:a16="http://schemas.microsoft.com/office/drawing/2014/main" id="{661A1D08-604C-458F-E029-B2EFA052315A}"/>
                </a:ext>
              </a:extLst>
            </p:cNvPr>
            <p:cNvGrpSpPr>
              <a:grpSpLocks/>
            </p:cNvGrpSpPr>
            <p:nvPr/>
          </p:nvGrpSpPr>
          <p:grpSpPr bwMode="auto">
            <a:xfrm>
              <a:off x="2204" y="1436"/>
              <a:ext cx="252" cy="288"/>
              <a:chOff x="2870" y="1518"/>
              <a:chExt cx="292" cy="320"/>
            </a:xfrm>
          </p:grpSpPr>
          <p:graphicFrame>
            <p:nvGraphicFramePr>
              <p:cNvPr id="1912851" name="Object 19">
                <a:extLst>
                  <a:ext uri="{FF2B5EF4-FFF2-40B4-BE49-F238E27FC236}">
                    <a16:creationId xmlns:a16="http://schemas.microsoft.com/office/drawing/2014/main" id="{3E5C327F-B427-6BD0-2E63-0C6A92BE831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MS_ClipArt_Gallery.2">
                      <p:embed/>
                    </p:oleObj>
                  </mc:Choice>
                  <mc:Fallback>
                    <p:oleObj name="Clip" r:id="rId3" imgW="819000" imgH="847800" progId="MS_ClipArt_Gallery.2">
                      <p:embed/>
                      <p:pic>
                        <p:nvPicPr>
                          <p:cNvPr id="1912851" name="Object 19">
                            <a:extLst>
                              <a:ext uri="{FF2B5EF4-FFF2-40B4-BE49-F238E27FC236}">
                                <a16:creationId xmlns:a16="http://schemas.microsoft.com/office/drawing/2014/main" id="{3E5C327F-B427-6BD0-2E63-0C6A92BE83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52" name="Object 20">
                <a:extLst>
                  <a:ext uri="{FF2B5EF4-FFF2-40B4-BE49-F238E27FC236}">
                    <a16:creationId xmlns:a16="http://schemas.microsoft.com/office/drawing/2014/main" id="{010F8529-867D-C3AB-4037-666C1926A7E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52" name="Object 20">
                            <a:extLst>
                              <a:ext uri="{FF2B5EF4-FFF2-40B4-BE49-F238E27FC236}">
                                <a16:creationId xmlns:a16="http://schemas.microsoft.com/office/drawing/2014/main" id="{010F8529-867D-C3AB-4037-666C1926A7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912853" name="Group 21">
            <a:extLst>
              <a:ext uri="{FF2B5EF4-FFF2-40B4-BE49-F238E27FC236}">
                <a16:creationId xmlns:a16="http://schemas.microsoft.com/office/drawing/2014/main" id="{888CB119-0B7A-4638-878C-3279E47C3912}"/>
              </a:ext>
            </a:extLst>
          </p:cNvPr>
          <p:cNvGrpSpPr>
            <a:grpSpLocks/>
          </p:cNvGrpSpPr>
          <p:nvPr/>
        </p:nvGrpSpPr>
        <p:grpSpPr bwMode="auto">
          <a:xfrm>
            <a:off x="1047750" y="2317750"/>
            <a:ext cx="1755775" cy="1625600"/>
            <a:chOff x="1824" y="1076"/>
            <a:chExt cx="1106" cy="1024"/>
          </a:xfrm>
        </p:grpSpPr>
        <p:sp>
          <p:nvSpPr>
            <p:cNvPr id="1912854" name="Oval 22">
              <a:extLst>
                <a:ext uri="{FF2B5EF4-FFF2-40B4-BE49-F238E27FC236}">
                  <a16:creationId xmlns:a16="http://schemas.microsoft.com/office/drawing/2014/main" id="{772D861B-A891-42DA-8F51-9F0608EF845D}"/>
                </a:ext>
              </a:extLst>
            </p:cNvPr>
            <p:cNvSpPr>
              <a:spLocks noChangeArrowheads="1"/>
            </p:cNvSpPr>
            <p:nvPr/>
          </p:nvSpPr>
          <p:spPr bwMode="auto">
            <a:xfrm>
              <a:off x="1824" y="1076"/>
              <a:ext cx="1106" cy="1024"/>
            </a:xfrm>
            <a:prstGeom prst="ellipse">
              <a:avLst/>
            </a:prstGeom>
            <a:gradFill rotWithShape="1">
              <a:gsLst>
                <a:gs pos="0">
                  <a:srgbClr val="66CCFF"/>
                </a:gs>
                <a:gs pos="100000">
                  <a:srgbClr val="CCFFFF">
                    <a:alpha val="50999"/>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12855" name="Group 23">
              <a:extLst>
                <a:ext uri="{FF2B5EF4-FFF2-40B4-BE49-F238E27FC236}">
                  <a16:creationId xmlns:a16="http://schemas.microsoft.com/office/drawing/2014/main" id="{AF387FFA-D784-FE13-539F-73102E28EDB9}"/>
                </a:ext>
              </a:extLst>
            </p:cNvPr>
            <p:cNvGrpSpPr>
              <a:grpSpLocks/>
            </p:cNvGrpSpPr>
            <p:nvPr/>
          </p:nvGrpSpPr>
          <p:grpSpPr bwMode="auto">
            <a:xfrm>
              <a:off x="2204" y="1436"/>
              <a:ext cx="252" cy="288"/>
              <a:chOff x="2870" y="1518"/>
              <a:chExt cx="292" cy="320"/>
            </a:xfrm>
          </p:grpSpPr>
          <p:graphicFrame>
            <p:nvGraphicFramePr>
              <p:cNvPr id="1912856" name="Object 24">
                <a:extLst>
                  <a:ext uri="{FF2B5EF4-FFF2-40B4-BE49-F238E27FC236}">
                    <a16:creationId xmlns:a16="http://schemas.microsoft.com/office/drawing/2014/main" id="{7BE11DD5-2E10-8ABD-3F3D-C5D532BD497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MS_ClipArt_Gallery.2">
                      <p:embed/>
                    </p:oleObj>
                  </mc:Choice>
                  <mc:Fallback>
                    <p:oleObj name="Clip" r:id="rId3" imgW="819000" imgH="847800" progId="MS_ClipArt_Gallery.2">
                      <p:embed/>
                      <p:pic>
                        <p:nvPicPr>
                          <p:cNvPr id="1912856" name="Object 24">
                            <a:extLst>
                              <a:ext uri="{FF2B5EF4-FFF2-40B4-BE49-F238E27FC236}">
                                <a16:creationId xmlns:a16="http://schemas.microsoft.com/office/drawing/2014/main" id="{7BE11DD5-2E10-8ABD-3F3D-C5D532BD49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57" name="Object 25">
                <a:extLst>
                  <a:ext uri="{FF2B5EF4-FFF2-40B4-BE49-F238E27FC236}">
                    <a16:creationId xmlns:a16="http://schemas.microsoft.com/office/drawing/2014/main" id="{7C4A91D2-9E11-4FD3-CCD0-DE4111179B4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57" name="Object 25">
                            <a:extLst>
                              <a:ext uri="{FF2B5EF4-FFF2-40B4-BE49-F238E27FC236}">
                                <a16:creationId xmlns:a16="http://schemas.microsoft.com/office/drawing/2014/main" id="{7C4A91D2-9E11-4FD3-CCD0-DE4111179B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912858" name="Group 26">
            <a:extLst>
              <a:ext uri="{FF2B5EF4-FFF2-40B4-BE49-F238E27FC236}">
                <a16:creationId xmlns:a16="http://schemas.microsoft.com/office/drawing/2014/main" id="{6C7A185C-5319-F63A-9D8D-3AB411EDF562}"/>
              </a:ext>
            </a:extLst>
          </p:cNvPr>
          <p:cNvGrpSpPr>
            <a:grpSpLocks/>
          </p:cNvGrpSpPr>
          <p:nvPr/>
        </p:nvGrpSpPr>
        <p:grpSpPr bwMode="auto">
          <a:xfrm>
            <a:off x="1620838" y="2741613"/>
            <a:ext cx="1755775" cy="1625600"/>
            <a:chOff x="1824" y="1076"/>
            <a:chExt cx="1106" cy="1024"/>
          </a:xfrm>
        </p:grpSpPr>
        <p:sp>
          <p:nvSpPr>
            <p:cNvPr id="1912859" name="Oval 27">
              <a:extLst>
                <a:ext uri="{FF2B5EF4-FFF2-40B4-BE49-F238E27FC236}">
                  <a16:creationId xmlns:a16="http://schemas.microsoft.com/office/drawing/2014/main" id="{365D7F66-63E7-9827-80D3-FEB9718D4195}"/>
                </a:ext>
              </a:extLst>
            </p:cNvPr>
            <p:cNvSpPr>
              <a:spLocks noChangeArrowheads="1"/>
            </p:cNvSpPr>
            <p:nvPr/>
          </p:nvSpPr>
          <p:spPr bwMode="auto">
            <a:xfrm>
              <a:off x="1824" y="1076"/>
              <a:ext cx="1106" cy="1024"/>
            </a:xfrm>
            <a:prstGeom prst="ellipse">
              <a:avLst/>
            </a:prstGeom>
            <a:gradFill rotWithShape="1">
              <a:gsLst>
                <a:gs pos="0">
                  <a:srgbClr val="CCECFF"/>
                </a:gs>
                <a:gs pos="100000">
                  <a:srgbClr val="CCFFFF">
                    <a:alpha val="50999"/>
                  </a:srgbClr>
                </a:gs>
              </a:gsLst>
              <a:path path="shape">
                <a:fillToRect l="50000" t="50000" r="50000" b="50000"/>
              </a:path>
            </a:gradFill>
            <a:ln w="1270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12860" name="Group 28">
              <a:extLst>
                <a:ext uri="{FF2B5EF4-FFF2-40B4-BE49-F238E27FC236}">
                  <a16:creationId xmlns:a16="http://schemas.microsoft.com/office/drawing/2014/main" id="{6CA0504F-48AF-5061-F56C-913640D5F0BE}"/>
                </a:ext>
              </a:extLst>
            </p:cNvPr>
            <p:cNvGrpSpPr>
              <a:grpSpLocks/>
            </p:cNvGrpSpPr>
            <p:nvPr/>
          </p:nvGrpSpPr>
          <p:grpSpPr bwMode="auto">
            <a:xfrm>
              <a:off x="2204" y="1436"/>
              <a:ext cx="252" cy="288"/>
              <a:chOff x="2870" y="1518"/>
              <a:chExt cx="292" cy="320"/>
            </a:xfrm>
          </p:grpSpPr>
          <p:graphicFrame>
            <p:nvGraphicFramePr>
              <p:cNvPr id="1912861" name="Object 29">
                <a:extLst>
                  <a:ext uri="{FF2B5EF4-FFF2-40B4-BE49-F238E27FC236}">
                    <a16:creationId xmlns:a16="http://schemas.microsoft.com/office/drawing/2014/main" id="{969E3829-769A-D0BC-24F8-F8AA8966BC3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MS_ClipArt_Gallery.2">
                      <p:embed/>
                    </p:oleObj>
                  </mc:Choice>
                  <mc:Fallback>
                    <p:oleObj name="Clip" r:id="rId3" imgW="819000" imgH="847800" progId="MS_ClipArt_Gallery.2">
                      <p:embed/>
                      <p:pic>
                        <p:nvPicPr>
                          <p:cNvPr id="1912861" name="Object 29">
                            <a:extLst>
                              <a:ext uri="{FF2B5EF4-FFF2-40B4-BE49-F238E27FC236}">
                                <a16:creationId xmlns:a16="http://schemas.microsoft.com/office/drawing/2014/main" id="{969E3829-769A-D0BC-24F8-F8AA8966BC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62" name="Object 30">
                <a:extLst>
                  <a:ext uri="{FF2B5EF4-FFF2-40B4-BE49-F238E27FC236}">
                    <a16:creationId xmlns:a16="http://schemas.microsoft.com/office/drawing/2014/main" id="{E6C9168E-FE08-95D7-6488-76553D2DECA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62" name="Object 30">
                            <a:extLst>
                              <a:ext uri="{FF2B5EF4-FFF2-40B4-BE49-F238E27FC236}">
                                <a16:creationId xmlns:a16="http://schemas.microsoft.com/office/drawing/2014/main" id="{E6C9168E-FE08-95D7-6488-76553D2DEC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912864" name="Rectangle 32">
            <a:extLst>
              <a:ext uri="{FF2B5EF4-FFF2-40B4-BE49-F238E27FC236}">
                <a16:creationId xmlns:a16="http://schemas.microsoft.com/office/drawing/2014/main" id="{6B1FDF51-A5DD-43BF-7422-5F0AD410865A}"/>
              </a:ext>
            </a:extLst>
          </p:cNvPr>
          <p:cNvSpPr>
            <a:spLocks noChangeArrowheads="1"/>
          </p:cNvSpPr>
          <p:nvPr/>
        </p:nvSpPr>
        <p:spPr bwMode="auto">
          <a:xfrm>
            <a:off x="2693988" y="1468438"/>
            <a:ext cx="1728787" cy="238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2865" name="Oval 33">
            <a:extLst>
              <a:ext uri="{FF2B5EF4-FFF2-40B4-BE49-F238E27FC236}">
                <a16:creationId xmlns:a16="http://schemas.microsoft.com/office/drawing/2014/main" id="{59D1EA15-FFBC-1440-25D9-9CD52394CBB1}"/>
              </a:ext>
            </a:extLst>
          </p:cNvPr>
          <p:cNvSpPr>
            <a:spLocks noChangeArrowheads="1"/>
          </p:cNvSpPr>
          <p:nvPr/>
        </p:nvSpPr>
        <p:spPr bwMode="auto">
          <a:xfrm>
            <a:off x="879475" y="1730375"/>
            <a:ext cx="1755775" cy="1625600"/>
          </a:xfrm>
          <a:prstGeom prst="ellipse">
            <a:avLst/>
          </a:prstGeom>
          <a:solidFill>
            <a:srgbClr val="99CCFF"/>
          </a:solidFill>
          <a:ln>
            <a:noFill/>
          </a:ln>
          <a:effectLst/>
          <a:extLst>
            <a:ext uri="{91240B29-F687-4F45-9708-019B960494DF}">
              <a14:hiddenLine xmlns:a14="http://schemas.microsoft.com/office/drawing/2010/main" w="12700">
                <a:solidFill>
                  <a:srgbClr val="3333CC"/>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2866" name="Oval 34">
            <a:extLst>
              <a:ext uri="{FF2B5EF4-FFF2-40B4-BE49-F238E27FC236}">
                <a16:creationId xmlns:a16="http://schemas.microsoft.com/office/drawing/2014/main" id="{F749BD50-757B-F10C-77CB-86CF6462D5CA}"/>
              </a:ext>
            </a:extLst>
          </p:cNvPr>
          <p:cNvSpPr>
            <a:spLocks noChangeArrowheads="1"/>
          </p:cNvSpPr>
          <p:nvPr/>
        </p:nvSpPr>
        <p:spPr bwMode="auto">
          <a:xfrm>
            <a:off x="2184400" y="3054350"/>
            <a:ext cx="1755775" cy="1625600"/>
          </a:xfrm>
          <a:prstGeom prst="ellipse">
            <a:avLst/>
          </a:prstGeom>
          <a:solidFill>
            <a:srgbClr val="99CCFF"/>
          </a:solidFill>
          <a:ln>
            <a:noFill/>
          </a:ln>
          <a:effectLst/>
          <a:extLst>
            <a:ext uri="{91240B29-F687-4F45-9708-019B960494DF}">
              <a14:hiddenLine xmlns:a14="http://schemas.microsoft.com/office/drawing/2010/main" w="12700">
                <a:solidFill>
                  <a:srgbClr val="3333CC"/>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2867" name="Oval 35">
            <a:extLst>
              <a:ext uri="{FF2B5EF4-FFF2-40B4-BE49-F238E27FC236}">
                <a16:creationId xmlns:a16="http://schemas.microsoft.com/office/drawing/2014/main" id="{A6F2EBF1-4883-F877-A869-197136FB238D}"/>
              </a:ext>
            </a:extLst>
          </p:cNvPr>
          <p:cNvSpPr>
            <a:spLocks noChangeArrowheads="1"/>
          </p:cNvSpPr>
          <p:nvPr/>
        </p:nvSpPr>
        <p:spPr bwMode="auto">
          <a:xfrm>
            <a:off x="1050925" y="2330450"/>
            <a:ext cx="1755775" cy="1625600"/>
          </a:xfrm>
          <a:prstGeom prst="ellipse">
            <a:avLst/>
          </a:prstGeom>
          <a:solidFill>
            <a:srgbClr val="99CCFF"/>
          </a:solidFill>
          <a:ln>
            <a:noFill/>
          </a:ln>
          <a:effectLst/>
          <a:extLst>
            <a:ext uri="{91240B29-F687-4F45-9708-019B960494DF}">
              <a14:hiddenLine xmlns:a14="http://schemas.microsoft.com/office/drawing/2010/main" w="12700">
                <a:solidFill>
                  <a:srgbClr val="3333CC"/>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2868" name="Oval 36">
            <a:extLst>
              <a:ext uri="{FF2B5EF4-FFF2-40B4-BE49-F238E27FC236}">
                <a16:creationId xmlns:a16="http://schemas.microsoft.com/office/drawing/2014/main" id="{722DD260-72E3-0852-794B-AB7322ACCAEC}"/>
              </a:ext>
            </a:extLst>
          </p:cNvPr>
          <p:cNvSpPr>
            <a:spLocks noChangeArrowheads="1"/>
          </p:cNvSpPr>
          <p:nvPr/>
        </p:nvSpPr>
        <p:spPr bwMode="auto">
          <a:xfrm>
            <a:off x="1624013" y="2754313"/>
            <a:ext cx="1755775" cy="1625600"/>
          </a:xfrm>
          <a:prstGeom prst="ellipse">
            <a:avLst/>
          </a:prstGeom>
          <a:solidFill>
            <a:srgbClr val="99CCFF"/>
          </a:solidFill>
          <a:ln>
            <a:noFill/>
          </a:ln>
          <a:effectLst/>
          <a:extLst>
            <a:ext uri="{91240B29-F687-4F45-9708-019B960494DF}">
              <a14:hiddenLine xmlns:a14="http://schemas.microsoft.com/office/drawing/2010/main" w="12700">
                <a:solidFill>
                  <a:srgbClr val="3333CC"/>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sp>
        <p:nvSpPr>
          <p:cNvPr id="1912869" name="Oval 37">
            <a:extLst>
              <a:ext uri="{FF2B5EF4-FFF2-40B4-BE49-F238E27FC236}">
                <a16:creationId xmlns:a16="http://schemas.microsoft.com/office/drawing/2014/main" id="{810DCA9A-243A-C1C3-49D0-1D23E6B03496}"/>
              </a:ext>
            </a:extLst>
          </p:cNvPr>
          <p:cNvSpPr>
            <a:spLocks noChangeArrowheads="1"/>
          </p:cNvSpPr>
          <p:nvPr/>
        </p:nvSpPr>
        <p:spPr bwMode="auto">
          <a:xfrm>
            <a:off x="1936750" y="4778375"/>
            <a:ext cx="1755775" cy="1625600"/>
          </a:xfrm>
          <a:prstGeom prst="ellipse">
            <a:avLst/>
          </a:prstGeom>
          <a:solidFill>
            <a:srgbClr val="99CCFF"/>
          </a:solidFill>
          <a:ln>
            <a:noFill/>
          </a:ln>
          <a:effectLst/>
          <a:extLst>
            <a:ext uri="{91240B29-F687-4F45-9708-019B960494DF}">
              <a14:hiddenLine xmlns:a14="http://schemas.microsoft.com/office/drawing/2010/main" w="12700">
                <a:solidFill>
                  <a:srgbClr val="3333CC"/>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Helvetica" panose="020B0604020202020204" pitchFamily="34" charset="0"/>
              <a:ea typeface="+mn-ea"/>
              <a:cs typeface="Arial"/>
            </a:endParaRPr>
          </a:p>
        </p:txBody>
      </p:sp>
      <p:grpSp>
        <p:nvGrpSpPr>
          <p:cNvPr id="1912870" name="Group 38">
            <a:extLst>
              <a:ext uri="{FF2B5EF4-FFF2-40B4-BE49-F238E27FC236}">
                <a16:creationId xmlns:a16="http://schemas.microsoft.com/office/drawing/2014/main" id="{50A76BFD-74E4-69FB-27FC-E23EC0110C71}"/>
              </a:ext>
            </a:extLst>
          </p:cNvPr>
          <p:cNvGrpSpPr>
            <a:grpSpLocks/>
          </p:cNvGrpSpPr>
          <p:nvPr/>
        </p:nvGrpSpPr>
        <p:grpSpPr bwMode="auto">
          <a:xfrm>
            <a:off x="2540000" y="5349875"/>
            <a:ext cx="400050" cy="457200"/>
            <a:chOff x="2870" y="1518"/>
            <a:chExt cx="292" cy="320"/>
          </a:xfrm>
        </p:grpSpPr>
        <p:graphicFrame>
          <p:nvGraphicFramePr>
            <p:cNvPr id="1912871" name="Object 39">
              <a:extLst>
                <a:ext uri="{FF2B5EF4-FFF2-40B4-BE49-F238E27FC236}">
                  <a16:creationId xmlns:a16="http://schemas.microsoft.com/office/drawing/2014/main" id="{3DF9F8C2-4FB7-24C4-DF20-1AAEE20913E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MS_ClipArt_Gallery.2">
                    <p:embed/>
                  </p:oleObj>
                </mc:Choice>
                <mc:Fallback>
                  <p:oleObj name="Clip" r:id="rId3" imgW="819000" imgH="847800" progId="MS_ClipArt_Gallery.2">
                    <p:embed/>
                    <p:pic>
                      <p:nvPicPr>
                        <p:cNvPr id="1912871" name="Object 39">
                          <a:extLst>
                            <a:ext uri="{FF2B5EF4-FFF2-40B4-BE49-F238E27FC236}">
                              <a16:creationId xmlns:a16="http://schemas.microsoft.com/office/drawing/2014/main" id="{3DF9F8C2-4FB7-24C4-DF20-1AAEE20913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72" name="Object 40">
              <a:extLst>
                <a:ext uri="{FF2B5EF4-FFF2-40B4-BE49-F238E27FC236}">
                  <a16:creationId xmlns:a16="http://schemas.microsoft.com/office/drawing/2014/main" id="{A39A9B93-BFF8-E865-D522-A252D9A35FF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72" name="Object 40">
                          <a:extLst>
                            <a:ext uri="{FF2B5EF4-FFF2-40B4-BE49-F238E27FC236}">
                              <a16:creationId xmlns:a16="http://schemas.microsoft.com/office/drawing/2014/main" id="{A39A9B93-BFF8-E865-D522-A252D9A35F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2873" name="Group 41">
            <a:extLst>
              <a:ext uri="{FF2B5EF4-FFF2-40B4-BE49-F238E27FC236}">
                <a16:creationId xmlns:a16="http://schemas.microsoft.com/office/drawing/2014/main" id="{10144E28-690C-13F3-A469-273398D8F4CB}"/>
              </a:ext>
            </a:extLst>
          </p:cNvPr>
          <p:cNvGrpSpPr>
            <a:grpSpLocks/>
          </p:cNvGrpSpPr>
          <p:nvPr/>
        </p:nvGrpSpPr>
        <p:grpSpPr bwMode="auto">
          <a:xfrm>
            <a:off x="2227263" y="3325813"/>
            <a:ext cx="400050" cy="457200"/>
            <a:chOff x="2870" y="1518"/>
            <a:chExt cx="292" cy="320"/>
          </a:xfrm>
        </p:grpSpPr>
        <p:graphicFrame>
          <p:nvGraphicFramePr>
            <p:cNvPr id="1912874" name="Object 42">
              <a:extLst>
                <a:ext uri="{FF2B5EF4-FFF2-40B4-BE49-F238E27FC236}">
                  <a16:creationId xmlns:a16="http://schemas.microsoft.com/office/drawing/2014/main" id="{AF220E8A-D1C9-35BB-BC47-E257B16722EC}"/>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7" imgW="819000" imgH="847800" progId="MS_ClipArt_Gallery.2">
                    <p:embed/>
                  </p:oleObj>
                </mc:Choice>
                <mc:Fallback>
                  <p:oleObj name="Clip" r:id="rId7" imgW="819000" imgH="847800" progId="MS_ClipArt_Gallery.2">
                    <p:embed/>
                    <p:pic>
                      <p:nvPicPr>
                        <p:cNvPr id="1912874" name="Object 42">
                          <a:extLst>
                            <a:ext uri="{FF2B5EF4-FFF2-40B4-BE49-F238E27FC236}">
                              <a16:creationId xmlns:a16="http://schemas.microsoft.com/office/drawing/2014/main" id="{AF220E8A-D1C9-35BB-BC47-E257B16722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75" name="Object 43">
              <a:extLst>
                <a:ext uri="{FF2B5EF4-FFF2-40B4-BE49-F238E27FC236}">
                  <a16:creationId xmlns:a16="http://schemas.microsoft.com/office/drawing/2014/main" id="{A9118547-2583-471D-532C-04CA5E9EEF01}"/>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75" name="Object 43">
                          <a:extLst>
                            <a:ext uri="{FF2B5EF4-FFF2-40B4-BE49-F238E27FC236}">
                              <a16:creationId xmlns:a16="http://schemas.microsoft.com/office/drawing/2014/main" id="{A9118547-2583-471D-532C-04CA5E9EEF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2876" name="Group 44">
            <a:extLst>
              <a:ext uri="{FF2B5EF4-FFF2-40B4-BE49-F238E27FC236}">
                <a16:creationId xmlns:a16="http://schemas.microsoft.com/office/drawing/2014/main" id="{9297A789-7071-C5B9-8D33-96A2067BE4B9}"/>
              </a:ext>
            </a:extLst>
          </p:cNvPr>
          <p:cNvGrpSpPr>
            <a:grpSpLocks/>
          </p:cNvGrpSpPr>
          <p:nvPr/>
        </p:nvGrpSpPr>
        <p:grpSpPr bwMode="auto">
          <a:xfrm>
            <a:off x="2787650" y="3625850"/>
            <a:ext cx="400050" cy="457200"/>
            <a:chOff x="2870" y="1518"/>
            <a:chExt cx="292" cy="320"/>
          </a:xfrm>
        </p:grpSpPr>
        <p:graphicFrame>
          <p:nvGraphicFramePr>
            <p:cNvPr id="1912877" name="Object 45">
              <a:extLst>
                <a:ext uri="{FF2B5EF4-FFF2-40B4-BE49-F238E27FC236}">
                  <a16:creationId xmlns:a16="http://schemas.microsoft.com/office/drawing/2014/main" id="{B2213B31-C79F-269F-C94A-6B7A25D17CD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MS_ClipArt_Gallery.2">
                    <p:embed/>
                  </p:oleObj>
                </mc:Choice>
                <mc:Fallback>
                  <p:oleObj name="Clip" r:id="rId3" imgW="819000" imgH="847800" progId="MS_ClipArt_Gallery.2">
                    <p:embed/>
                    <p:pic>
                      <p:nvPicPr>
                        <p:cNvPr id="1912877" name="Object 45">
                          <a:extLst>
                            <a:ext uri="{FF2B5EF4-FFF2-40B4-BE49-F238E27FC236}">
                              <a16:creationId xmlns:a16="http://schemas.microsoft.com/office/drawing/2014/main" id="{B2213B31-C79F-269F-C94A-6B7A25D17C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78" name="Object 46">
              <a:extLst>
                <a:ext uri="{FF2B5EF4-FFF2-40B4-BE49-F238E27FC236}">
                  <a16:creationId xmlns:a16="http://schemas.microsoft.com/office/drawing/2014/main" id="{A8F688CF-3E6A-9742-3E86-94A7C497B1A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78" name="Object 46">
                          <a:extLst>
                            <a:ext uri="{FF2B5EF4-FFF2-40B4-BE49-F238E27FC236}">
                              <a16:creationId xmlns:a16="http://schemas.microsoft.com/office/drawing/2014/main" id="{A8F688CF-3E6A-9742-3E86-94A7C497B1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2879" name="Group 47">
            <a:extLst>
              <a:ext uri="{FF2B5EF4-FFF2-40B4-BE49-F238E27FC236}">
                <a16:creationId xmlns:a16="http://schemas.microsoft.com/office/drawing/2014/main" id="{F909622A-FCCA-5919-48F4-8B417F6AE157}"/>
              </a:ext>
            </a:extLst>
          </p:cNvPr>
          <p:cNvGrpSpPr>
            <a:grpSpLocks/>
          </p:cNvGrpSpPr>
          <p:nvPr/>
        </p:nvGrpSpPr>
        <p:grpSpPr bwMode="auto">
          <a:xfrm>
            <a:off x="1482725" y="2301875"/>
            <a:ext cx="400050" cy="457200"/>
            <a:chOff x="2870" y="1518"/>
            <a:chExt cx="292" cy="320"/>
          </a:xfrm>
        </p:grpSpPr>
        <p:graphicFrame>
          <p:nvGraphicFramePr>
            <p:cNvPr id="1912880" name="Object 48">
              <a:extLst>
                <a:ext uri="{FF2B5EF4-FFF2-40B4-BE49-F238E27FC236}">
                  <a16:creationId xmlns:a16="http://schemas.microsoft.com/office/drawing/2014/main" id="{6FA80F29-A633-9813-FF1D-EE89415ACBA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MS_ClipArt_Gallery.2">
                    <p:embed/>
                  </p:oleObj>
                </mc:Choice>
                <mc:Fallback>
                  <p:oleObj name="Clip" r:id="rId3" imgW="819000" imgH="847800" progId="MS_ClipArt_Gallery.2">
                    <p:embed/>
                    <p:pic>
                      <p:nvPicPr>
                        <p:cNvPr id="1912880" name="Object 48">
                          <a:extLst>
                            <a:ext uri="{FF2B5EF4-FFF2-40B4-BE49-F238E27FC236}">
                              <a16:creationId xmlns:a16="http://schemas.microsoft.com/office/drawing/2014/main" id="{6FA80F29-A633-9813-FF1D-EE89415ACB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81" name="Object 49">
              <a:extLst>
                <a:ext uri="{FF2B5EF4-FFF2-40B4-BE49-F238E27FC236}">
                  <a16:creationId xmlns:a16="http://schemas.microsoft.com/office/drawing/2014/main" id="{FCDA71BC-5FBB-F5C7-31AB-C5077EAC8E2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81" name="Object 49">
                          <a:extLst>
                            <a:ext uri="{FF2B5EF4-FFF2-40B4-BE49-F238E27FC236}">
                              <a16:creationId xmlns:a16="http://schemas.microsoft.com/office/drawing/2014/main" id="{FCDA71BC-5FBB-F5C7-31AB-C5077EAC8E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2882" name="Group 50">
            <a:extLst>
              <a:ext uri="{FF2B5EF4-FFF2-40B4-BE49-F238E27FC236}">
                <a16:creationId xmlns:a16="http://schemas.microsoft.com/office/drawing/2014/main" id="{08358E4A-B9A6-438B-F2D2-3831D6B99A2F}"/>
              </a:ext>
            </a:extLst>
          </p:cNvPr>
          <p:cNvGrpSpPr>
            <a:grpSpLocks/>
          </p:cNvGrpSpPr>
          <p:nvPr/>
        </p:nvGrpSpPr>
        <p:grpSpPr bwMode="auto">
          <a:xfrm>
            <a:off x="1654175" y="2901950"/>
            <a:ext cx="400050" cy="457200"/>
            <a:chOff x="2870" y="1518"/>
            <a:chExt cx="292" cy="320"/>
          </a:xfrm>
        </p:grpSpPr>
        <p:graphicFrame>
          <p:nvGraphicFramePr>
            <p:cNvPr id="1912883" name="Object 51">
              <a:extLst>
                <a:ext uri="{FF2B5EF4-FFF2-40B4-BE49-F238E27FC236}">
                  <a16:creationId xmlns:a16="http://schemas.microsoft.com/office/drawing/2014/main" id="{13F097CF-A2C6-2521-4829-3302D792AA4F}"/>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MS_ClipArt_Gallery.2">
                    <p:embed/>
                  </p:oleObj>
                </mc:Choice>
                <mc:Fallback>
                  <p:oleObj name="Clip" r:id="rId3" imgW="819000" imgH="847800" progId="MS_ClipArt_Gallery.2">
                    <p:embed/>
                    <p:pic>
                      <p:nvPicPr>
                        <p:cNvPr id="1912883" name="Object 51">
                          <a:extLst>
                            <a:ext uri="{FF2B5EF4-FFF2-40B4-BE49-F238E27FC236}">
                              <a16:creationId xmlns:a16="http://schemas.microsoft.com/office/drawing/2014/main" id="{13F097CF-A2C6-2521-4829-3302D792AA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2884" name="Object 52">
              <a:extLst>
                <a:ext uri="{FF2B5EF4-FFF2-40B4-BE49-F238E27FC236}">
                  <a16:creationId xmlns:a16="http://schemas.microsoft.com/office/drawing/2014/main" id="{89DDC2BF-564B-2248-27F4-2EEAFCF6D1A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MS_ClipArt_Gallery.2">
                    <p:embed/>
                  </p:oleObj>
                </mc:Choice>
                <mc:Fallback>
                  <p:oleObj name="Clip" r:id="rId5" imgW="1266840" imgH="1200240" progId="MS_ClipArt_Gallery.2">
                    <p:embed/>
                    <p:pic>
                      <p:nvPicPr>
                        <p:cNvPr id="1912884" name="Object 52">
                          <a:extLst>
                            <a:ext uri="{FF2B5EF4-FFF2-40B4-BE49-F238E27FC236}">
                              <a16:creationId xmlns:a16="http://schemas.microsoft.com/office/drawing/2014/main" id="{89DDC2BF-564B-2248-27F4-2EEAFCF6D1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 name="TextBox 3">
            <a:extLst>
              <a:ext uri="{FF2B5EF4-FFF2-40B4-BE49-F238E27FC236}">
                <a16:creationId xmlns:a16="http://schemas.microsoft.com/office/drawing/2014/main" id="{D5A2E17F-120A-BA4E-B285-494F8B683833}"/>
              </a:ext>
            </a:extLst>
          </p:cNvPr>
          <p:cNvSpPr txBox="1"/>
          <p:nvPr/>
        </p:nvSpPr>
        <p:spPr>
          <a:xfrm>
            <a:off x="457868" y="1341993"/>
            <a:ext cx="3657600" cy="369332"/>
          </a:xfrm>
          <a:prstGeom prst="rect">
            <a:avLst/>
          </a:prstGeom>
          <a:noFill/>
        </p:spPr>
        <p:txBody>
          <a:bodyPr wrap="square">
            <a:spAutoFit/>
          </a:bodyPr>
          <a:lstStyle/>
          <a:p>
            <a:pPr lvl="1"/>
            <a:r>
              <a:rPr lang="en-US" altLang="en-US" dirty="0"/>
              <a:t>Peer-to-peer communication</a:t>
            </a:r>
          </a:p>
        </p:txBody>
      </p:sp>
      <p:sp>
        <p:nvSpPr>
          <p:cNvPr id="5" name="Rectangle 70">
            <a:extLst>
              <a:ext uri="{FF2B5EF4-FFF2-40B4-BE49-F238E27FC236}">
                <a16:creationId xmlns:a16="http://schemas.microsoft.com/office/drawing/2014/main" id="{7F5A781E-9B23-BE26-4BB5-9BA4733F9D2A}"/>
              </a:ext>
            </a:extLst>
          </p:cNvPr>
          <p:cNvSpPr txBox="1">
            <a:spLocks noChangeArrowheads="1"/>
          </p:cNvSpPr>
          <p:nvPr/>
        </p:nvSpPr>
        <p:spPr bwMode="auto">
          <a:xfrm>
            <a:off x="152400" y="381000"/>
            <a:ext cx="9067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Helvetica" panose="020B0604020202020204" pitchFamily="34" charset="0"/>
              </a:defRPr>
            </a:lvl2pPr>
            <a:lvl3pPr algn="l" rtl="0" eaLnBrk="0" fontAlgn="base" hangingPunct="0">
              <a:spcBef>
                <a:spcPct val="0"/>
              </a:spcBef>
              <a:spcAft>
                <a:spcPct val="0"/>
              </a:spcAft>
              <a:defRPr sz="3600" b="1">
                <a:solidFill>
                  <a:schemeClr val="tx1"/>
                </a:solidFill>
                <a:latin typeface="Helvetica" panose="020B0604020202020204" pitchFamily="34" charset="0"/>
              </a:defRPr>
            </a:lvl3pPr>
            <a:lvl4pPr algn="l" rtl="0" eaLnBrk="0" fontAlgn="base" hangingPunct="0">
              <a:spcBef>
                <a:spcPct val="0"/>
              </a:spcBef>
              <a:spcAft>
                <a:spcPct val="0"/>
              </a:spcAft>
              <a:defRPr sz="3600" b="1">
                <a:solidFill>
                  <a:schemeClr val="tx1"/>
                </a:solidFill>
                <a:latin typeface="Helvetica" panose="020B0604020202020204" pitchFamily="34" charset="0"/>
              </a:defRPr>
            </a:lvl4pPr>
            <a:lvl5pPr algn="l" rtl="0" eaLnBrk="0" fontAlgn="base" hangingPunct="0">
              <a:spcBef>
                <a:spcPct val="0"/>
              </a:spcBef>
              <a:spcAft>
                <a:spcPct val="0"/>
              </a:spcAft>
              <a:defRPr sz="3600" b="1">
                <a:solidFill>
                  <a:schemeClr val="tx1"/>
                </a:solidFill>
                <a:latin typeface="Helvetica" panose="020B0604020202020204" pitchFamily="34" charset="0"/>
              </a:defRPr>
            </a:lvl5pPr>
            <a:lvl6pPr marL="457200" algn="l" rtl="0" eaLnBrk="0" fontAlgn="base" hangingPunct="0">
              <a:spcBef>
                <a:spcPct val="0"/>
              </a:spcBef>
              <a:spcAft>
                <a:spcPct val="0"/>
              </a:spcAft>
              <a:defRPr sz="3600" b="1">
                <a:solidFill>
                  <a:schemeClr val="tx1"/>
                </a:solidFill>
                <a:latin typeface="Helvetica" panose="020B0604020202020204" pitchFamily="34" charset="0"/>
              </a:defRPr>
            </a:lvl6pPr>
            <a:lvl7pPr marL="914400" algn="l" rtl="0" eaLnBrk="0" fontAlgn="base" hangingPunct="0">
              <a:spcBef>
                <a:spcPct val="0"/>
              </a:spcBef>
              <a:spcAft>
                <a:spcPct val="0"/>
              </a:spcAft>
              <a:defRPr sz="3600" b="1">
                <a:solidFill>
                  <a:schemeClr val="tx1"/>
                </a:solidFill>
                <a:latin typeface="Helvetica" panose="020B0604020202020204" pitchFamily="34" charset="0"/>
              </a:defRPr>
            </a:lvl7pPr>
            <a:lvl8pPr marL="1371600" algn="l" rtl="0" eaLnBrk="0" fontAlgn="base" hangingPunct="0">
              <a:spcBef>
                <a:spcPct val="0"/>
              </a:spcBef>
              <a:spcAft>
                <a:spcPct val="0"/>
              </a:spcAft>
              <a:defRPr sz="3600" b="1">
                <a:solidFill>
                  <a:schemeClr val="tx1"/>
                </a:solidFill>
                <a:latin typeface="Helvetica" panose="020B0604020202020204" pitchFamily="34" charset="0"/>
              </a:defRPr>
            </a:lvl8pPr>
            <a:lvl9pPr marL="1828800" algn="l" rtl="0" eaLnBrk="0" fontAlgn="base" hangingPunct="0">
              <a:spcBef>
                <a:spcPct val="0"/>
              </a:spcBef>
              <a:spcAft>
                <a:spcPct val="0"/>
              </a:spcAft>
              <a:defRPr sz="3600" b="1">
                <a:solidFill>
                  <a:schemeClr val="tx1"/>
                </a:solidFill>
                <a:latin typeface="Helvetica" panose="020B0604020202020204" pitchFamily="34" charset="0"/>
              </a:defRPr>
            </a:lvl9pPr>
          </a:lstStyle>
          <a:p>
            <a:r>
              <a:rPr lang="en-US" altLang="en-US" sz="2400" dirty="0">
                <a:ea typeface="ＭＳ Ｐゴシック" panose="020B0600070205080204" pitchFamily="34" charset="-128"/>
              </a:rPr>
              <a:t>Wireless Access Networks:: </a:t>
            </a:r>
            <a:r>
              <a:rPr lang="en-US" altLang="en-US" sz="2400" dirty="0">
                <a:solidFill>
                  <a:srgbClr val="FF0000"/>
                </a:solidFill>
              </a:rPr>
              <a:t>Infrastructure Modes </a:t>
            </a:r>
            <a:br>
              <a:rPr lang="en-US" altLang="en-US" sz="2400" dirty="0">
                <a:solidFill>
                  <a:srgbClr val="FF0000"/>
                </a:solidFill>
              </a:rPr>
            </a:br>
            <a:r>
              <a:rPr lang="en-US" altLang="en-US" sz="2400" dirty="0"/>
              <a:t>Scenario #2: </a:t>
            </a:r>
            <a:r>
              <a:rPr lang="en-US" altLang="en-US" sz="2400" dirty="0">
                <a:solidFill>
                  <a:srgbClr val="FF0000"/>
                </a:solidFill>
              </a:rPr>
              <a:t>Infrastructure-less (Ad Hoc) Mode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8B528-5D41-7091-E352-D34DDA090F38}"/>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FCD4F6B-30BB-8790-9EAC-855CEACD797E}"/>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068874F-C924-401B-BD10-E4E90F2D7B69}"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14903" name="Rectangle 23">
            <a:extLst>
              <a:ext uri="{FF2B5EF4-FFF2-40B4-BE49-F238E27FC236}">
                <a16:creationId xmlns:a16="http://schemas.microsoft.com/office/drawing/2014/main" id="{07964DCB-8FCD-D718-4F0F-E7C860B1B2AC}"/>
              </a:ext>
            </a:extLst>
          </p:cNvPr>
          <p:cNvSpPr>
            <a:spLocks noGrp="1" noChangeArrowheads="1"/>
          </p:cNvSpPr>
          <p:nvPr>
            <p:ph type="title"/>
          </p:nvPr>
        </p:nvSpPr>
        <p:spPr/>
        <p:txBody>
          <a:bodyPr/>
          <a:lstStyle/>
          <a:p>
            <a:r>
              <a:rPr lang="en-US" altLang="en-US" sz="2400" dirty="0">
                <a:ea typeface="ＭＳ Ｐゴシック" panose="020B0600070205080204" pitchFamily="34" charset="-128"/>
              </a:rPr>
              <a:t>Wireless Access Networks:: </a:t>
            </a:r>
            <a:r>
              <a:rPr lang="en-US" altLang="en-US" sz="2400" dirty="0">
                <a:solidFill>
                  <a:srgbClr val="FF0000"/>
                </a:solidFill>
              </a:rPr>
              <a:t>Infrastructure Modes</a:t>
            </a:r>
            <a:endParaRPr lang="en-US" altLang="en-US" sz="2400" dirty="0"/>
          </a:p>
        </p:txBody>
      </p:sp>
      <p:graphicFrame>
        <p:nvGraphicFramePr>
          <p:cNvPr id="1914924" name="Group 44">
            <a:extLst>
              <a:ext uri="{FF2B5EF4-FFF2-40B4-BE49-F238E27FC236}">
                <a16:creationId xmlns:a16="http://schemas.microsoft.com/office/drawing/2014/main" id="{86DD7015-35BA-A99E-09AA-E4438F311F28}"/>
              </a:ext>
            </a:extLst>
          </p:cNvPr>
          <p:cNvGraphicFramePr>
            <a:graphicFrameLocks noGrp="1"/>
          </p:cNvGraphicFramePr>
          <p:nvPr>
            <p:ph idx="1"/>
            <p:extLst>
              <p:ext uri="{D42A27DB-BD31-4B8C-83A1-F6EECF244321}">
                <p14:modId xmlns:p14="http://schemas.microsoft.com/office/powerpoint/2010/main" val="1217669000"/>
              </p:ext>
            </p:extLst>
          </p:nvPr>
        </p:nvGraphicFramePr>
        <p:xfrm>
          <a:off x="492125" y="1355725"/>
          <a:ext cx="8458200" cy="4846955"/>
        </p:xfrm>
        <a:graphic>
          <a:graphicData uri="http://schemas.openxmlformats.org/drawingml/2006/table">
            <a:tbl>
              <a:tblPr/>
              <a:tblGrid>
                <a:gridCol w="1260475">
                  <a:extLst>
                    <a:ext uri="{9D8B030D-6E8A-4147-A177-3AD203B41FA5}">
                      <a16:colId xmlns:a16="http://schemas.microsoft.com/office/drawing/2014/main" val="1777726276"/>
                    </a:ext>
                  </a:extLst>
                </a:gridCol>
                <a:gridCol w="3657600">
                  <a:extLst>
                    <a:ext uri="{9D8B030D-6E8A-4147-A177-3AD203B41FA5}">
                      <a16:colId xmlns:a16="http://schemas.microsoft.com/office/drawing/2014/main" val="655817772"/>
                    </a:ext>
                  </a:extLst>
                </a:gridCol>
                <a:gridCol w="3540125">
                  <a:extLst>
                    <a:ext uri="{9D8B030D-6E8A-4147-A177-3AD203B41FA5}">
                      <a16:colId xmlns:a16="http://schemas.microsoft.com/office/drawing/2014/main" val="3812334050"/>
                    </a:ext>
                  </a:extLst>
                </a:gridCol>
              </a:tblGrid>
              <a:tr h="473075">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endParaRPr kumimoji="0" lang="en-US" altLang="en-US" sz="1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1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Infrastructure-based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1800" b="0" i="0" u="none" strike="noStrike" cap="none" normalizeH="0" baseline="0">
                          <a:ln>
                            <a:noFill/>
                          </a:ln>
                          <a:solidFill>
                            <a:srgbClr val="0000FF"/>
                          </a:solidFill>
                          <a:effectLst/>
                          <a:latin typeface="Arial" panose="020B0604020202020204" pitchFamily="34" charset="0"/>
                          <a:cs typeface="Arial" panose="020B0604020202020204" pitchFamily="34" charset="0"/>
                        </a:rPr>
                        <a:t>Infrastructure-less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4568792"/>
                  </a:ext>
                </a:extLst>
              </a:tr>
              <a:tr h="1828800">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Single-hop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Base station connected to larger wired network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WiFi</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 based wireless LAN</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Cellular telephony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kern="1200" cap="none" normalizeH="0" baseline="0" dirty="0">
                          <a:ln>
                            <a:noFill/>
                          </a:ln>
                          <a:solidFill>
                            <a:srgbClr val="FF0000"/>
                          </a:solidFill>
                          <a:effectLst/>
                          <a:latin typeface="Arial" panose="020B0604020202020204" pitchFamily="34" charset="0"/>
                          <a:ea typeface="+mn-ea"/>
                          <a:cs typeface="Arial" panose="020B0604020202020204" pitchFamily="34" charset="0"/>
                        </a:rPr>
                        <a:t>WiMAX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One node coordinates the transmissions of the others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Bluetooth</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Ad-hoc 802.11 (e.g., P2P,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WiFi</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 Direct)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8366032"/>
                  </a:ext>
                </a:extLst>
              </a:tr>
              <a:tr h="2266950">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Multi-hop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Base station exists</a:t>
                      </a:r>
                    </a:p>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Some nodes must relay through other nodes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Wireless Mesh Networks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No base station exists</a:t>
                      </a:r>
                    </a:p>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Some nodes must relay through others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Ad hoc wireless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Wireless Sensor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Mobile Ad-hoc Networks /Vehicular Ad-hoc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Delay Tolerant Networks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7530796"/>
                  </a:ext>
                </a:extLst>
              </a:tr>
            </a:tbl>
          </a:graphicData>
        </a:graphic>
      </p:graphicFrame>
      <p:sp>
        <p:nvSpPr>
          <p:cNvPr id="3" name="Rectangle 2">
            <a:extLst>
              <a:ext uri="{FF2B5EF4-FFF2-40B4-BE49-F238E27FC236}">
                <a16:creationId xmlns:a16="http://schemas.microsoft.com/office/drawing/2014/main" id="{4FE69F3E-E977-1230-B715-DC01580F645F}"/>
              </a:ext>
            </a:extLst>
          </p:cNvPr>
          <p:cNvSpPr/>
          <p:nvPr/>
        </p:nvSpPr>
        <p:spPr bwMode="auto">
          <a:xfrm>
            <a:off x="5486400" y="1355725"/>
            <a:ext cx="3429000" cy="4740275"/>
          </a:xfrm>
          <a:prstGeom prst="rect">
            <a:avLst/>
          </a:prstGeom>
          <a:solidFill>
            <a:schemeClr val="bg1"/>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anose="020B0604020202020204" pitchFamily="34" charset="0"/>
            </a:endParaRPr>
          </a:p>
        </p:txBody>
      </p:sp>
      <p:sp>
        <p:nvSpPr>
          <p:cNvPr id="4" name="Rectangle 3">
            <a:extLst>
              <a:ext uri="{FF2B5EF4-FFF2-40B4-BE49-F238E27FC236}">
                <a16:creationId xmlns:a16="http://schemas.microsoft.com/office/drawing/2014/main" id="{CD22F6D5-8902-474C-245E-FC9E27172709}"/>
              </a:ext>
            </a:extLst>
          </p:cNvPr>
          <p:cNvSpPr/>
          <p:nvPr/>
        </p:nvSpPr>
        <p:spPr bwMode="auto">
          <a:xfrm>
            <a:off x="609600" y="3733799"/>
            <a:ext cx="4729099" cy="2362201"/>
          </a:xfrm>
          <a:prstGeom prst="rect">
            <a:avLst/>
          </a:prstGeom>
          <a:solidFill>
            <a:schemeClr val="bg1"/>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anose="020B0604020202020204" pitchFamily="34" charset="0"/>
            </a:endParaRPr>
          </a:p>
        </p:txBody>
      </p:sp>
      <p:sp>
        <p:nvSpPr>
          <p:cNvPr id="5" name="object 2">
            <a:extLst>
              <a:ext uri="{FF2B5EF4-FFF2-40B4-BE49-F238E27FC236}">
                <a16:creationId xmlns:a16="http://schemas.microsoft.com/office/drawing/2014/main" id="{70553459-519D-2DFD-1D97-F19588FE6B20}"/>
              </a:ext>
            </a:extLst>
          </p:cNvPr>
          <p:cNvSpPr txBox="1">
            <a:spLocks/>
          </p:cNvSpPr>
          <p:nvPr/>
        </p:nvSpPr>
        <p:spPr>
          <a:xfrm>
            <a:off x="228600" y="371475"/>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229666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49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2AA4D-0D30-4D2B-7A8F-E598F082CBBE}"/>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FB749535-B187-74A7-D267-CA6205C18CAF}"/>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068874F-C924-401B-BD10-E4E90F2D7B69}"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14903" name="Rectangle 23">
            <a:extLst>
              <a:ext uri="{FF2B5EF4-FFF2-40B4-BE49-F238E27FC236}">
                <a16:creationId xmlns:a16="http://schemas.microsoft.com/office/drawing/2014/main" id="{D076B49A-AED4-B023-15E7-C318B8A9D595}"/>
              </a:ext>
            </a:extLst>
          </p:cNvPr>
          <p:cNvSpPr>
            <a:spLocks noGrp="1" noChangeArrowheads="1"/>
          </p:cNvSpPr>
          <p:nvPr>
            <p:ph type="title"/>
          </p:nvPr>
        </p:nvSpPr>
        <p:spPr/>
        <p:txBody>
          <a:bodyPr/>
          <a:lstStyle/>
          <a:p>
            <a:r>
              <a:rPr lang="en-US" altLang="en-US" sz="2400" dirty="0">
                <a:ea typeface="ＭＳ Ｐゴシック" panose="020B0600070205080204" pitchFamily="34" charset="-128"/>
              </a:rPr>
              <a:t>Wireless Access Networks:: </a:t>
            </a:r>
            <a:r>
              <a:rPr lang="en-US" altLang="en-US" sz="2400" dirty="0">
                <a:solidFill>
                  <a:srgbClr val="FF0000"/>
                </a:solidFill>
              </a:rPr>
              <a:t>Infrastructure Modes</a:t>
            </a:r>
            <a:endParaRPr lang="en-US" altLang="en-US" sz="2400" dirty="0"/>
          </a:p>
        </p:txBody>
      </p:sp>
      <p:graphicFrame>
        <p:nvGraphicFramePr>
          <p:cNvPr id="1914924" name="Group 44">
            <a:extLst>
              <a:ext uri="{FF2B5EF4-FFF2-40B4-BE49-F238E27FC236}">
                <a16:creationId xmlns:a16="http://schemas.microsoft.com/office/drawing/2014/main" id="{8159B748-BC09-5E6C-D93B-328F608EB959}"/>
              </a:ext>
            </a:extLst>
          </p:cNvPr>
          <p:cNvGraphicFramePr>
            <a:graphicFrameLocks noGrp="1"/>
          </p:cNvGraphicFramePr>
          <p:nvPr>
            <p:ph idx="1"/>
            <p:extLst>
              <p:ext uri="{D42A27DB-BD31-4B8C-83A1-F6EECF244321}">
                <p14:modId xmlns:p14="http://schemas.microsoft.com/office/powerpoint/2010/main" val="2452039652"/>
              </p:ext>
            </p:extLst>
          </p:nvPr>
        </p:nvGraphicFramePr>
        <p:xfrm>
          <a:off x="492125" y="1355725"/>
          <a:ext cx="8458200" cy="4846955"/>
        </p:xfrm>
        <a:graphic>
          <a:graphicData uri="http://schemas.openxmlformats.org/drawingml/2006/table">
            <a:tbl>
              <a:tblPr/>
              <a:tblGrid>
                <a:gridCol w="1260475">
                  <a:extLst>
                    <a:ext uri="{9D8B030D-6E8A-4147-A177-3AD203B41FA5}">
                      <a16:colId xmlns:a16="http://schemas.microsoft.com/office/drawing/2014/main" val="1777726276"/>
                    </a:ext>
                  </a:extLst>
                </a:gridCol>
                <a:gridCol w="3657600">
                  <a:extLst>
                    <a:ext uri="{9D8B030D-6E8A-4147-A177-3AD203B41FA5}">
                      <a16:colId xmlns:a16="http://schemas.microsoft.com/office/drawing/2014/main" val="655817772"/>
                    </a:ext>
                  </a:extLst>
                </a:gridCol>
                <a:gridCol w="3540125">
                  <a:extLst>
                    <a:ext uri="{9D8B030D-6E8A-4147-A177-3AD203B41FA5}">
                      <a16:colId xmlns:a16="http://schemas.microsoft.com/office/drawing/2014/main" val="3812334050"/>
                    </a:ext>
                  </a:extLst>
                </a:gridCol>
              </a:tblGrid>
              <a:tr h="473075">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endParaRPr kumimoji="0" lang="en-US" altLang="en-US" sz="1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1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Infrastructure-based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1800" b="0" i="0" u="none" strike="noStrike" cap="none" normalizeH="0" baseline="0">
                          <a:ln>
                            <a:noFill/>
                          </a:ln>
                          <a:solidFill>
                            <a:srgbClr val="0000FF"/>
                          </a:solidFill>
                          <a:effectLst/>
                          <a:latin typeface="Arial" panose="020B0604020202020204" pitchFamily="34" charset="0"/>
                          <a:cs typeface="Arial" panose="020B0604020202020204" pitchFamily="34" charset="0"/>
                        </a:rPr>
                        <a:t>Infrastructure-less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4568792"/>
                  </a:ext>
                </a:extLst>
              </a:tr>
              <a:tr h="1828800">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Single-hop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Base station connected to larger wired network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WiFi</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 based wireless LAN</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Cellular telephony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kern="1200" cap="none" normalizeH="0" baseline="0" dirty="0">
                          <a:ln>
                            <a:noFill/>
                          </a:ln>
                          <a:solidFill>
                            <a:srgbClr val="FF0000"/>
                          </a:solidFill>
                          <a:effectLst/>
                          <a:latin typeface="Arial" panose="020B0604020202020204" pitchFamily="34" charset="0"/>
                          <a:ea typeface="+mn-ea"/>
                          <a:cs typeface="Arial" panose="020B0604020202020204" pitchFamily="34" charset="0"/>
                        </a:rPr>
                        <a:t>WiMAX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One node coordinates the transmissions of the others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Bluetooth</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Ad-hoc 802.11 (e.g., P2P,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WiFi</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 Direct)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8366032"/>
                  </a:ext>
                </a:extLst>
              </a:tr>
              <a:tr h="2266950">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Multi-hop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Base station exists</a:t>
                      </a:r>
                    </a:p>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Some nodes must relay through other nodes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Wireless Mesh Networks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No base station exists</a:t>
                      </a:r>
                    </a:p>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Some nodes must relay through others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Ad hoc wireless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Wireless Sensor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Mobile Ad-hoc Networks /Vehicular Ad-hoc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Delay Tolerant Networks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7530796"/>
                  </a:ext>
                </a:extLst>
              </a:tr>
            </a:tbl>
          </a:graphicData>
        </a:graphic>
      </p:graphicFrame>
      <p:sp>
        <p:nvSpPr>
          <p:cNvPr id="3" name="Rectangle 2">
            <a:extLst>
              <a:ext uri="{FF2B5EF4-FFF2-40B4-BE49-F238E27FC236}">
                <a16:creationId xmlns:a16="http://schemas.microsoft.com/office/drawing/2014/main" id="{398DDC87-56B9-E79E-C5C5-3C326353B1E6}"/>
              </a:ext>
            </a:extLst>
          </p:cNvPr>
          <p:cNvSpPr/>
          <p:nvPr/>
        </p:nvSpPr>
        <p:spPr bwMode="auto">
          <a:xfrm>
            <a:off x="5486400" y="3733799"/>
            <a:ext cx="3429000" cy="2362201"/>
          </a:xfrm>
          <a:prstGeom prst="rect">
            <a:avLst/>
          </a:prstGeom>
          <a:solidFill>
            <a:schemeClr val="bg1"/>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anose="020B0604020202020204" pitchFamily="34" charset="0"/>
            </a:endParaRPr>
          </a:p>
        </p:txBody>
      </p:sp>
      <p:sp>
        <p:nvSpPr>
          <p:cNvPr id="4" name="Rectangle 3">
            <a:extLst>
              <a:ext uri="{FF2B5EF4-FFF2-40B4-BE49-F238E27FC236}">
                <a16:creationId xmlns:a16="http://schemas.microsoft.com/office/drawing/2014/main" id="{A016D001-70DE-05C6-1EC0-2317B0C751C5}"/>
              </a:ext>
            </a:extLst>
          </p:cNvPr>
          <p:cNvSpPr/>
          <p:nvPr/>
        </p:nvSpPr>
        <p:spPr bwMode="auto">
          <a:xfrm>
            <a:off x="609600" y="3733799"/>
            <a:ext cx="4729099" cy="2362201"/>
          </a:xfrm>
          <a:prstGeom prst="rect">
            <a:avLst/>
          </a:prstGeom>
          <a:solidFill>
            <a:schemeClr val="bg1"/>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anose="020B0604020202020204" pitchFamily="34" charset="0"/>
            </a:endParaRPr>
          </a:p>
        </p:txBody>
      </p:sp>
      <p:sp>
        <p:nvSpPr>
          <p:cNvPr id="5" name="object 2">
            <a:extLst>
              <a:ext uri="{FF2B5EF4-FFF2-40B4-BE49-F238E27FC236}">
                <a16:creationId xmlns:a16="http://schemas.microsoft.com/office/drawing/2014/main" id="{A3F405F9-B470-62D7-9CEF-B39787027BF6}"/>
              </a:ext>
            </a:extLst>
          </p:cNvPr>
          <p:cNvSpPr txBox="1">
            <a:spLocks/>
          </p:cNvSpPr>
          <p:nvPr/>
        </p:nvSpPr>
        <p:spPr>
          <a:xfrm>
            <a:off x="228600" y="371475"/>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044595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49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E07B6-F119-4C01-C411-AAAB5DEC98AC}"/>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AA518D1-014F-8F40-D582-E2C5930F2A27}"/>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068874F-C924-401B-BD10-E4E90F2D7B69}"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14903" name="Rectangle 23">
            <a:extLst>
              <a:ext uri="{FF2B5EF4-FFF2-40B4-BE49-F238E27FC236}">
                <a16:creationId xmlns:a16="http://schemas.microsoft.com/office/drawing/2014/main" id="{84A72D4B-FB0E-11AE-09A2-0E1E435865CE}"/>
              </a:ext>
            </a:extLst>
          </p:cNvPr>
          <p:cNvSpPr>
            <a:spLocks noGrp="1" noChangeArrowheads="1"/>
          </p:cNvSpPr>
          <p:nvPr>
            <p:ph type="title"/>
          </p:nvPr>
        </p:nvSpPr>
        <p:spPr/>
        <p:txBody>
          <a:bodyPr/>
          <a:lstStyle/>
          <a:p>
            <a:r>
              <a:rPr lang="en-US" altLang="en-US" sz="2400" dirty="0">
                <a:ea typeface="ＭＳ Ｐゴシック" panose="020B0600070205080204" pitchFamily="34" charset="-128"/>
              </a:rPr>
              <a:t>Wireless Access Networks:: </a:t>
            </a:r>
            <a:r>
              <a:rPr lang="en-US" altLang="en-US" sz="2400" dirty="0">
                <a:solidFill>
                  <a:srgbClr val="FF0000"/>
                </a:solidFill>
              </a:rPr>
              <a:t>Infrastructure Modes</a:t>
            </a:r>
            <a:endParaRPr lang="en-US" altLang="en-US" sz="2400" dirty="0"/>
          </a:p>
        </p:txBody>
      </p:sp>
      <p:graphicFrame>
        <p:nvGraphicFramePr>
          <p:cNvPr id="1914924" name="Group 44">
            <a:extLst>
              <a:ext uri="{FF2B5EF4-FFF2-40B4-BE49-F238E27FC236}">
                <a16:creationId xmlns:a16="http://schemas.microsoft.com/office/drawing/2014/main" id="{630AE9FC-B129-4888-3A9B-9A307145F5E6}"/>
              </a:ext>
            </a:extLst>
          </p:cNvPr>
          <p:cNvGraphicFramePr>
            <a:graphicFrameLocks noGrp="1"/>
          </p:cNvGraphicFramePr>
          <p:nvPr>
            <p:ph idx="1"/>
            <p:extLst>
              <p:ext uri="{D42A27DB-BD31-4B8C-83A1-F6EECF244321}">
                <p14:modId xmlns:p14="http://schemas.microsoft.com/office/powerpoint/2010/main" val="274843369"/>
              </p:ext>
            </p:extLst>
          </p:nvPr>
        </p:nvGraphicFramePr>
        <p:xfrm>
          <a:off x="492125" y="1355725"/>
          <a:ext cx="8458200" cy="4846955"/>
        </p:xfrm>
        <a:graphic>
          <a:graphicData uri="http://schemas.openxmlformats.org/drawingml/2006/table">
            <a:tbl>
              <a:tblPr/>
              <a:tblGrid>
                <a:gridCol w="1260475">
                  <a:extLst>
                    <a:ext uri="{9D8B030D-6E8A-4147-A177-3AD203B41FA5}">
                      <a16:colId xmlns:a16="http://schemas.microsoft.com/office/drawing/2014/main" val="1777726276"/>
                    </a:ext>
                  </a:extLst>
                </a:gridCol>
                <a:gridCol w="3657600">
                  <a:extLst>
                    <a:ext uri="{9D8B030D-6E8A-4147-A177-3AD203B41FA5}">
                      <a16:colId xmlns:a16="http://schemas.microsoft.com/office/drawing/2014/main" val="655817772"/>
                    </a:ext>
                  </a:extLst>
                </a:gridCol>
                <a:gridCol w="3540125">
                  <a:extLst>
                    <a:ext uri="{9D8B030D-6E8A-4147-A177-3AD203B41FA5}">
                      <a16:colId xmlns:a16="http://schemas.microsoft.com/office/drawing/2014/main" val="3812334050"/>
                    </a:ext>
                  </a:extLst>
                </a:gridCol>
              </a:tblGrid>
              <a:tr h="473075">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endParaRPr kumimoji="0" lang="en-US" altLang="en-US" sz="1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1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Infrastructure-based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1800" b="0" i="0" u="none" strike="noStrike" cap="none" normalizeH="0" baseline="0">
                          <a:ln>
                            <a:noFill/>
                          </a:ln>
                          <a:solidFill>
                            <a:srgbClr val="0000FF"/>
                          </a:solidFill>
                          <a:effectLst/>
                          <a:latin typeface="Arial" panose="020B0604020202020204" pitchFamily="34" charset="0"/>
                          <a:cs typeface="Arial" panose="020B0604020202020204" pitchFamily="34" charset="0"/>
                        </a:rPr>
                        <a:t>Infrastructure-less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4568792"/>
                  </a:ext>
                </a:extLst>
              </a:tr>
              <a:tr h="1828800">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Single-hop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Base station connected to larger wired network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WiFi</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 based wireless LAN</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Cellular telephony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kern="1200" cap="none" normalizeH="0" baseline="0" dirty="0">
                          <a:ln>
                            <a:noFill/>
                          </a:ln>
                          <a:solidFill>
                            <a:srgbClr val="FF0000"/>
                          </a:solidFill>
                          <a:effectLst/>
                          <a:latin typeface="Arial" panose="020B0604020202020204" pitchFamily="34" charset="0"/>
                          <a:ea typeface="+mn-ea"/>
                          <a:cs typeface="Arial" panose="020B0604020202020204" pitchFamily="34" charset="0"/>
                        </a:rPr>
                        <a:t>WiMAX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One node coordinates the transmissions of the others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Bluetooth</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Ad-hoc 802.11 (e.g., P2P,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WiFi</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 Direct)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8366032"/>
                  </a:ext>
                </a:extLst>
              </a:tr>
              <a:tr h="2266950">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Multi-hop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Base station exists</a:t>
                      </a:r>
                    </a:p>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Some nodes must relay through other nodes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Wireless Mesh Networks </a:t>
                      </a:r>
                      <a:r>
                        <a:rPr kumimoji="0" lang="en-US" altLang="en-US" sz="800" b="0" i="0" u="none" strike="noStrike" cap="none" normalizeH="0" baseline="0" dirty="0">
                          <a:ln>
                            <a:noFill/>
                          </a:ln>
                          <a:solidFill>
                            <a:srgbClr val="00B050"/>
                          </a:solidFill>
                          <a:effectLst/>
                          <a:latin typeface="Arial" panose="020B0604020202020204" pitchFamily="34" charset="0"/>
                          <a:cs typeface="Arial" panose="020B0604020202020204" pitchFamily="34" charset="0"/>
                        </a:rPr>
                        <a:t>(</a:t>
                      </a:r>
                      <a:r>
                        <a:rPr lang="en-US" sz="800" dirty="0">
                          <a:solidFill>
                            <a:srgbClr val="00B050"/>
                          </a:solidFill>
                        </a:rPr>
                        <a:t>semi-structured</a:t>
                      </a:r>
                      <a:r>
                        <a:rPr kumimoji="0" lang="en-US" altLang="en-US" sz="800" b="0" i="0" u="none" strike="noStrike" cap="none" normalizeH="0" baseline="0" dirty="0">
                          <a:ln>
                            <a:noFill/>
                          </a:ln>
                          <a:solidFill>
                            <a:srgbClr val="00B050"/>
                          </a:solidFill>
                          <a:effectLst/>
                          <a:latin typeface="Arial" panose="020B0604020202020204" pitchFamily="34" charset="0"/>
                          <a:cs typeface="Arial" panose="020B0604020202020204" pitchFamily="34" charset="0"/>
                        </a:rPr>
                        <a:t>)</a:t>
                      </a:r>
                      <a:endParaRPr kumimoji="0" lang="en-US" altLang="en-US" sz="1400" b="0" i="0" u="none" strike="noStrike" cap="none" normalizeH="0" baseline="0" dirty="0">
                        <a:ln>
                          <a:noFill/>
                        </a:ln>
                        <a:solidFill>
                          <a:srgbClr val="00B050"/>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No base station exists</a:t>
                      </a:r>
                    </a:p>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Some nodes must relay through others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Ad hoc wireless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Wireless Sensor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Mobile Ad-hoc Networks /Vehicular Ad-hoc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Delay Tolerant Networks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7530796"/>
                  </a:ext>
                </a:extLst>
              </a:tr>
            </a:tbl>
          </a:graphicData>
        </a:graphic>
      </p:graphicFrame>
      <p:sp>
        <p:nvSpPr>
          <p:cNvPr id="3" name="Rectangle 2">
            <a:extLst>
              <a:ext uri="{FF2B5EF4-FFF2-40B4-BE49-F238E27FC236}">
                <a16:creationId xmlns:a16="http://schemas.microsoft.com/office/drawing/2014/main" id="{56AEC678-F760-7F95-414C-EAD0E7477E8D}"/>
              </a:ext>
            </a:extLst>
          </p:cNvPr>
          <p:cNvSpPr/>
          <p:nvPr/>
        </p:nvSpPr>
        <p:spPr bwMode="auto">
          <a:xfrm>
            <a:off x="5486400" y="3733799"/>
            <a:ext cx="3429000" cy="2362201"/>
          </a:xfrm>
          <a:prstGeom prst="rect">
            <a:avLst/>
          </a:prstGeom>
          <a:solidFill>
            <a:schemeClr val="bg1"/>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anose="020B0604020202020204" pitchFamily="34" charset="0"/>
            </a:endParaRPr>
          </a:p>
        </p:txBody>
      </p:sp>
      <p:sp>
        <p:nvSpPr>
          <p:cNvPr id="4" name="object 2">
            <a:extLst>
              <a:ext uri="{FF2B5EF4-FFF2-40B4-BE49-F238E27FC236}">
                <a16:creationId xmlns:a16="http://schemas.microsoft.com/office/drawing/2014/main" id="{797773D9-EC58-B491-E2EF-E9C80D089B77}"/>
              </a:ext>
            </a:extLst>
          </p:cNvPr>
          <p:cNvSpPr txBox="1">
            <a:spLocks/>
          </p:cNvSpPr>
          <p:nvPr/>
        </p:nvSpPr>
        <p:spPr>
          <a:xfrm>
            <a:off x="228600" y="371475"/>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66961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49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E85B2-E681-9F92-E626-7B6774AEE9E2}"/>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D4C7434-56B9-62A4-818C-64784A42123F}"/>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068874F-C924-401B-BD10-E4E90F2D7B69}"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a:endParaRPr>
          </a:p>
        </p:txBody>
      </p:sp>
      <p:sp>
        <p:nvSpPr>
          <p:cNvPr id="1914903" name="Rectangle 23">
            <a:extLst>
              <a:ext uri="{FF2B5EF4-FFF2-40B4-BE49-F238E27FC236}">
                <a16:creationId xmlns:a16="http://schemas.microsoft.com/office/drawing/2014/main" id="{18EDB7AD-FEF8-074D-46B2-AB29AAFAF676}"/>
              </a:ext>
            </a:extLst>
          </p:cNvPr>
          <p:cNvSpPr>
            <a:spLocks noGrp="1" noChangeArrowheads="1"/>
          </p:cNvSpPr>
          <p:nvPr>
            <p:ph type="title"/>
          </p:nvPr>
        </p:nvSpPr>
        <p:spPr/>
        <p:txBody>
          <a:bodyPr/>
          <a:lstStyle/>
          <a:p>
            <a:r>
              <a:rPr lang="en-US" altLang="en-US" sz="2400" dirty="0">
                <a:ea typeface="ＭＳ Ｐゴシック" panose="020B0600070205080204" pitchFamily="34" charset="-128"/>
              </a:rPr>
              <a:t>Wireless Access Networks:: </a:t>
            </a:r>
            <a:r>
              <a:rPr lang="en-US" altLang="en-US" sz="2400" dirty="0">
                <a:solidFill>
                  <a:srgbClr val="FF0000"/>
                </a:solidFill>
              </a:rPr>
              <a:t>Infrastructure Modes</a:t>
            </a:r>
            <a:endParaRPr lang="en-US" altLang="en-US" sz="2400" dirty="0"/>
          </a:p>
        </p:txBody>
      </p:sp>
      <p:graphicFrame>
        <p:nvGraphicFramePr>
          <p:cNvPr id="1914924" name="Group 44">
            <a:extLst>
              <a:ext uri="{FF2B5EF4-FFF2-40B4-BE49-F238E27FC236}">
                <a16:creationId xmlns:a16="http://schemas.microsoft.com/office/drawing/2014/main" id="{E37094ED-0756-DF3A-E7B1-BDDB953DBA68}"/>
              </a:ext>
            </a:extLst>
          </p:cNvPr>
          <p:cNvGraphicFramePr>
            <a:graphicFrameLocks noGrp="1"/>
          </p:cNvGraphicFramePr>
          <p:nvPr>
            <p:ph idx="1"/>
            <p:extLst>
              <p:ext uri="{D42A27DB-BD31-4B8C-83A1-F6EECF244321}">
                <p14:modId xmlns:p14="http://schemas.microsoft.com/office/powerpoint/2010/main" val="4095801052"/>
              </p:ext>
            </p:extLst>
          </p:nvPr>
        </p:nvGraphicFramePr>
        <p:xfrm>
          <a:off x="492125" y="1355725"/>
          <a:ext cx="8458200" cy="5090795"/>
        </p:xfrm>
        <a:graphic>
          <a:graphicData uri="http://schemas.openxmlformats.org/drawingml/2006/table">
            <a:tbl>
              <a:tblPr/>
              <a:tblGrid>
                <a:gridCol w="1260475">
                  <a:extLst>
                    <a:ext uri="{9D8B030D-6E8A-4147-A177-3AD203B41FA5}">
                      <a16:colId xmlns:a16="http://schemas.microsoft.com/office/drawing/2014/main" val="1777726276"/>
                    </a:ext>
                  </a:extLst>
                </a:gridCol>
                <a:gridCol w="3657600">
                  <a:extLst>
                    <a:ext uri="{9D8B030D-6E8A-4147-A177-3AD203B41FA5}">
                      <a16:colId xmlns:a16="http://schemas.microsoft.com/office/drawing/2014/main" val="655817772"/>
                    </a:ext>
                  </a:extLst>
                </a:gridCol>
                <a:gridCol w="3540125">
                  <a:extLst>
                    <a:ext uri="{9D8B030D-6E8A-4147-A177-3AD203B41FA5}">
                      <a16:colId xmlns:a16="http://schemas.microsoft.com/office/drawing/2014/main" val="3812334050"/>
                    </a:ext>
                  </a:extLst>
                </a:gridCol>
              </a:tblGrid>
              <a:tr h="473075">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endParaRPr kumimoji="0" lang="en-US" altLang="en-US" sz="1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1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Infrastructure-based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1800" b="0" i="0" u="none" strike="noStrike" cap="none" normalizeH="0" baseline="0">
                          <a:ln>
                            <a:noFill/>
                          </a:ln>
                          <a:solidFill>
                            <a:srgbClr val="0000FF"/>
                          </a:solidFill>
                          <a:effectLst/>
                          <a:latin typeface="Arial" panose="020B0604020202020204" pitchFamily="34" charset="0"/>
                          <a:cs typeface="Arial" panose="020B0604020202020204" pitchFamily="34" charset="0"/>
                        </a:rPr>
                        <a:t>Infrastructure-less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4568792"/>
                  </a:ext>
                </a:extLst>
              </a:tr>
              <a:tr h="1828800">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Single-hop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Base station connected to larger wired network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WiFi</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 based wireless LAN</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Cellular telephony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kern="1200" cap="none" normalizeH="0" baseline="0" dirty="0">
                          <a:ln>
                            <a:noFill/>
                          </a:ln>
                          <a:solidFill>
                            <a:srgbClr val="FF0000"/>
                          </a:solidFill>
                          <a:effectLst/>
                          <a:latin typeface="Arial" panose="020B0604020202020204" pitchFamily="34" charset="0"/>
                          <a:ea typeface="+mn-ea"/>
                          <a:cs typeface="Arial" panose="020B0604020202020204" pitchFamily="34" charset="0"/>
                        </a:rPr>
                        <a:t>WiMAX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One node coordinates the transmissions of the others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Bluetooth</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Ad-hoc 802.11 (e.g., P2P,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WiFi</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 Direct)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8366032"/>
                  </a:ext>
                </a:extLst>
              </a:tr>
              <a:tr h="2266950">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Multi-hop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Base station exists</a:t>
                      </a:r>
                    </a:p>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Some nodes must relay through other nodes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Wireless Mesh Networks </a:t>
                      </a:r>
                      <a:r>
                        <a:rPr kumimoji="0" lang="en-US" altLang="en-US" sz="800" b="0" i="0" u="none" strike="noStrike" cap="none" normalizeH="0" baseline="0" dirty="0">
                          <a:ln>
                            <a:noFill/>
                          </a:ln>
                          <a:solidFill>
                            <a:srgbClr val="00B050"/>
                          </a:solidFill>
                          <a:effectLst/>
                          <a:latin typeface="Arial" panose="020B0604020202020204" pitchFamily="34" charset="0"/>
                          <a:cs typeface="Arial" panose="020B0604020202020204" pitchFamily="34" charset="0"/>
                        </a:rPr>
                        <a:t>(</a:t>
                      </a:r>
                      <a:r>
                        <a:rPr lang="en-US" sz="800" dirty="0">
                          <a:solidFill>
                            <a:srgbClr val="00B050"/>
                          </a:solidFill>
                        </a:rPr>
                        <a:t>semi-structured</a:t>
                      </a:r>
                      <a:r>
                        <a:rPr kumimoji="0" lang="en-US" altLang="en-US" sz="800" b="0" i="0" u="none" strike="noStrike" cap="none" normalizeH="0" baseline="0" dirty="0">
                          <a:ln>
                            <a:noFill/>
                          </a:ln>
                          <a:solidFill>
                            <a:srgbClr val="00B050"/>
                          </a:solidFill>
                          <a:effectLst/>
                          <a:latin typeface="Arial" panose="020B0604020202020204" pitchFamily="34" charset="0"/>
                          <a:cs typeface="Arial" panose="020B0604020202020204" pitchFamily="34" charset="0"/>
                        </a:rPr>
                        <a:t>)</a:t>
                      </a:r>
                      <a:endParaRPr kumimoji="0" lang="en-US" altLang="en-US" sz="1400" b="0" i="0" u="none" strike="noStrike" cap="none" normalizeH="0" baseline="0" dirty="0">
                        <a:ln>
                          <a:noFill/>
                        </a:ln>
                        <a:solidFill>
                          <a:srgbClr val="00B050"/>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50000"/>
                        </a:spcBef>
                        <a:defRPr sz="2400">
                          <a:solidFill>
                            <a:srgbClr val="0000FF"/>
                          </a:solidFill>
                          <a:latin typeface="Arial" panose="020B0604020202020204" pitchFamily="34" charset="0"/>
                          <a:cs typeface="Arial" panose="020B0604020202020204" pitchFamily="34" charset="0"/>
                        </a:defRPr>
                      </a:lvl1pPr>
                      <a:lvl2pPr marL="339725" algn="l" eaLnBrk="0" hangingPunct="0">
                        <a:spcBef>
                          <a:spcPct val="10000"/>
                        </a:spcBef>
                        <a:buFont typeface="Helvetica" panose="020B0604020202020204" pitchFamily="34" charset="0"/>
                        <a:defRPr sz="2000">
                          <a:solidFill>
                            <a:schemeClr val="accent2"/>
                          </a:solidFill>
                          <a:latin typeface="Arial" panose="020B0604020202020204" pitchFamily="34" charset="0"/>
                          <a:cs typeface="Arial" panose="020B0604020202020204" pitchFamily="34" charset="0"/>
                        </a:defRPr>
                      </a:lvl2pPr>
                      <a:lvl3pPr marL="677863" algn="l" eaLnBrk="0" hangingPunct="0">
                        <a:spcBef>
                          <a:spcPct val="1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025525" algn="l" eaLnBrk="0" hangingPunct="0">
                        <a:spcBef>
                          <a:spcPct val="10000"/>
                        </a:spcBef>
                        <a:defRPr>
                          <a:solidFill>
                            <a:schemeClr val="accent2"/>
                          </a:solidFill>
                          <a:latin typeface="Helvetica" panose="020B0604020202020204" pitchFamily="34" charset="0"/>
                          <a:cs typeface="Arial" panose="020B0604020202020204" pitchFamily="34" charset="0"/>
                        </a:defRPr>
                      </a:lvl4pPr>
                      <a:lvl5pPr marL="1373188" algn="l" eaLnBrk="0" hangingPunct="0">
                        <a:spcBef>
                          <a:spcPct val="10000"/>
                        </a:spcBef>
                        <a:defRPr>
                          <a:solidFill>
                            <a:schemeClr val="tx1"/>
                          </a:solidFill>
                          <a:latin typeface="Helvetica" panose="020B0604020202020204" pitchFamily="34" charset="0"/>
                          <a:cs typeface="Arial" panose="020B0604020202020204" pitchFamily="34" charset="0"/>
                        </a:defRPr>
                      </a:lvl5pPr>
                      <a:lvl6pPr marL="18303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6pPr>
                      <a:lvl7pPr marL="22875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7pPr>
                      <a:lvl8pPr marL="27447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8pPr>
                      <a:lvl9pPr marL="3201988" eaLnBrk="0" fontAlgn="base" hangingPunct="0">
                        <a:spcBef>
                          <a:spcPct val="10000"/>
                        </a:spcBef>
                        <a:spcAft>
                          <a:spcPct val="0"/>
                        </a:spcAft>
                        <a:defRPr>
                          <a:solidFill>
                            <a:schemeClr val="tx1"/>
                          </a:solidFill>
                          <a:latin typeface="Helvetica" panose="020B0604020202020204" pitchFamily="34" charset="0"/>
                          <a:cs typeface="Arial" panose="020B0604020202020204" pitchFamily="34" charset="0"/>
                        </a:defRPr>
                      </a:lvl9pPr>
                    </a:lstStyle>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No base station exists</a:t>
                      </a:r>
                    </a:p>
                    <a:p>
                      <a:pPr marL="285750" marR="0" lvl="0"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Some nodes must relay through others </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Ad hoc wireless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Wireless Sensor Networks</a:t>
                      </a:r>
                      <a:r>
                        <a:rPr lang="en-US" altLang="en-US" sz="800" b="0" dirty="0">
                          <a:solidFill>
                            <a:srgbClr val="00B050"/>
                          </a:solidFill>
                          <a:latin typeface="Arial" panose="020B0604020202020204" pitchFamily="34" charset="0"/>
                          <a:cs typeface="Arial" panose="020B0604020202020204" pitchFamily="34" charset="0"/>
                        </a:rPr>
                        <a:t>(</a:t>
                      </a:r>
                      <a:r>
                        <a:rPr lang="en-US" sz="800" b="0" dirty="0">
                          <a:solidFill>
                            <a:srgbClr val="0070C0"/>
                          </a:solidFill>
                          <a:latin typeface="Arial"/>
                          <a:cs typeface="Arial"/>
                        </a:rPr>
                        <a:t>Structured / </a:t>
                      </a:r>
                      <a:r>
                        <a:rPr lang="en-US" sz="800" b="0" dirty="0">
                          <a:solidFill>
                            <a:schemeClr val="accent1"/>
                          </a:solidFill>
                          <a:latin typeface="Arial"/>
                          <a:cs typeface="Arial"/>
                        </a:rPr>
                        <a:t>Semi-Structured /</a:t>
                      </a:r>
                      <a:r>
                        <a:rPr lang="en-US" sz="800" b="0" dirty="0">
                          <a:solidFill>
                            <a:srgbClr val="00B050"/>
                          </a:solidFill>
                          <a:latin typeface="Arial"/>
                          <a:cs typeface="Arial"/>
                        </a:rPr>
                        <a:t> </a:t>
                      </a:r>
                      <a:r>
                        <a:rPr lang="en-US" sz="800" b="0" dirty="0">
                          <a:solidFill>
                            <a:srgbClr val="FF0000"/>
                          </a:solidFill>
                          <a:latin typeface="Arial"/>
                          <a:cs typeface="Arial"/>
                        </a:rPr>
                        <a:t>Un-Structed</a:t>
                      </a:r>
                      <a:r>
                        <a:rPr lang="en-US" sz="800" b="0" dirty="0">
                          <a:solidFill>
                            <a:srgbClr val="00B050"/>
                          </a:solidFill>
                          <a:latin typeface="Arial"/>
                          <a:cs typeface="Arial"/>
                        </a:rPr>
                        <a:t> :: Depending on Application Nature</a:t>
                      </a:r>
                      <a:r>
                        <a:rPr lang="en-US" altLang="en-US" sz="800" b="0" dirty="0">
                          <a:solidFill>
                            <a:srgbClr val="00B050"/>
                          </a:solidFill>
                          <a:latin typeface="Arial" panose="020B0604020202020204" pitchFamily="34" charset="0"/>
                          <a:cs typeface="Arial" panose="020B0604020202020204" pitchFamily="34" charset="0"/>
                        </a:rPr>
                        <a:t>)</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Mobile Ad-hoc Networks /Vehicular Ad-hoc Networks</a:t>
                      </a:r>
                    </a:p>
                    <a:p>
                      <a:pPr marL="625475" marR="0" lvl="1" indent="-285750" algn="l" defTabSz="914400" rtl="0" eaLnBrk="0" fontAlgn="base" latinLnBrk="0" hangingPunct="0">
                        <a:lnSpc>
                          <a:spcPct val="100000"/>
                        </a:lnSpc>
                        <a:spcBef>
                          <a:spcPct val="50000"/>
                        </a:spcBef>
                        <a:spcAft>
                          <a:spcPct val="0"/>
                        </a:spcAft>
                        <a:buClrTx/>
                        <a:buSzTx/>
                        <a:buFont typeface="Arial" panose="020B0604020202020204" pitchFamily="34" charset="0"/>
                        <a:buChar char="•"/>
                        <a:tabLst/>
                        <a:defRPr/>
                      </a:pP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Delay Tolerant Networks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7530796"/>
                  </a:ext>
                </a:extLst>
              </a:tr>
            </a:tbl>
          </a:graphicData>
        </a:graphic>
      </p:graphicFrame>
      <p:sp>
        <p:nvSpPr>
          <p:cNvPr id="3" name="object 2">
            <a:extLst>
              <a:ext uri="{FF2B5EF4-FFF2-40B4-BE49-F238E27FC236}">
                <a16:creationId xmlns:a16="http://schemas.microsoft.com/office/drawing/2014/main" id="{0B837741-C686-DAF4-DA65-91A95FEFF7C3}"/>
              </a:ext>
            </a:extLst>
          </p:cNvPr>
          <p:cNvSpPr txBox="1">
            <a:spLocks/>
          </p:cNvSpPr>
          <p:nvPr/>
        </p:nvSpPr>
        <p:spPr>
          <a:xfrm>
            <a:off x="228600" y="371475"/>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200165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49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9F48A1A-2141-FA93-A0E0-B569D47F4CD0}"/>
              </a:ext>
            </a:extLst>
          </p:cNvPr>
          <p:cNvSpPr>
            <a:spLocks noGrp="1" noChangeArrowheads="1"/>
          </p:cNvSpPr>
          <p:nvPr>
            <p:ph type="title"/>
          </p:nvPr>
        </p:nvSpPr>
        <p:spPr/>
        <p:txBody>
          <a:bodyPr/>
          <a:lstStyle/>
          <a:p>
            <a:r>
              <a:rPr lang="en-US" altLang="en-US" dirty="0"/>
              <a:t>Wireless Access Networks</a:t>
            </a:r>
          </a:p>
        </p:txBody>
      </p:sp>
      <p:sp>
        <p:nvSpPr>
          <p:cNvPr id="43011" name="Rectangle 3">
            <a:extLst>
              <a:ext uri="{FF2B5EF4-FFF2-40B4-BE49-F238E27FC236}">
                <a16:creationId xmlns:a16="http://schemas.microsoft.com/office/drawing/2014/main" id="{54594C4C-7D17-7720-297B-5936E57B0D8A}"/>
              </a:ext>
            </a:extLst>
          </p:cNvPr>
          <p:cNvSpPr>
            <a:spLocks noGrp="1" noChangeArrowheads="1"/>
          </p:cNvSpPr>
          <p:nvPr>
            <p:ph type="body" idx="1"/>
          </p:nvPr>
        </p:nvSpPr>
        <p:spPr>
          <a:xfrm>
            <a:off x="423672" y="2308480"/>
            <a:ext cx="3636264" cy="1120520"/>
          </a:xfrm>
        </p:spPr>
        <p:txBody>
          <a:bodyPr/>
          <a:lstStyle/>
          <a:p>
            <a:pPr marL="0" indent="0">
              <a:lnSpc>
                <a:spcPct val="100000"/>
              </a:lnSpc>
              <a:buNone/>
            </a:pPr>
            <a:r>
              <a:rPr lang="en-US" altLang="en-US" sz="2000" b="0" dirty="0"/>
              <a:t>1. Cellular Networks</a:t>
            </a:r>
          </a:p>
          <a:p>
            <a:pPr marL="0" indent="0">
              <a:lnSpc>
                <a:spcPct val="100000"/>
              </a:lnSpc>
              <a:buNone/>
            </a:pPr>
            <a:r>
              <a:rPr lang="en-US" altLang="en-US" sz="2000" b="0" dirty="0"/>
              <a:t>2. Wireless LANs</a:t>
            </a:r>
          </a:p>
          <a:p>
            <a:pPr marL="0" indent="0">
              <a:lnSpc>
                <a:spcPct val="100000"/>
              </a:lnSpc>
              <a:buNone/>
            </a:pPr>
            <a:r>
              <a:rPr lang="en-US" altLang="en-US" sz="2000" b="0" dirty="0"/>
              <a:t>3. WiMAX</a:t>
            </a:r>
          </a:p>
          <a:p>
            <a:pPr marL="0" indent="0">
              <a:lnSpc>
                <a:spcPct val="100000"/>
              </a:lnSpc>
              <a:buNone/>
            </a:pPr>
            <a:endParaRPr lang="en-US" altLang="en-US" sz="2000" b="0" dirty="0"/>
          </a:p>
        </p:txBody>
      </p:sp>
      <p:sp>
        <p:nvSpPr>
          <p:cNvPr id="2" name="Rectangle 3">
            <a:extLst>
              <a:ext uri="{FF2B5EF4-FFF2-40B4-BE49-F238E27FC236}">
                <a16:creationId xmlns:a16="http://schemas.microsoft.com/office/drawing/2014/main" id="{C6058A09-B22F-1DB8-C9D4-7DCDDB8B3A36}"/>
              </a:ext>
            </a:extLst>
          </p:cNvPr>
          <p:cNvSpPr txBox="1">
            <a:spLocks noChangeArrowheads="1"/>
          </p:cNvSpPr>
          <p:nvPr/>
        </p:nvSpPr>
        <p:spPr bwMode="auto">
          <a:xfrm>
            <a:off x="4953000" y="2264664"/>
            <a:ext cx="4038600" cy="554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b="0" dirty="0"/>
              <a:t>4. Bluetooth</a:t>
            </a:r>
          </a:p>
        </p:txBody>
      </p:sp>
      <p:sp>
        <p:nvSpPr>
          <p:cNvPr id="3" name="Rectangle 2">
            <a:extLst>
              <a:ext uri="{FF2B5EF4-FFF2-40B4-BE49-F238E27FC236}">
                <a16:creationId xmlns:a16="http://schemas.microsoft.com/office/drawing/2014/main" id="{B09A4AF7-146D-82B0-73A1-93C9D125C1EF}"/>
              </a:ext>
            </a:extLst>
          </p:cNvPr>
          <p:cNvSpPr txBox="1">
            <a:spLocks noChangeArrowheads="1"/>
          </p:cNvSpPr>
          <p:nvPr/>
        </p:nvSpPr>
        <p:spPr bwMode="auto">
          <a:xfrm>
            <a:off x="3048" y="1737360"/>
            <a:ext cx="3636264" cy="54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algn="l"/>
            <a:r>
              <a:rPr lang="en-US" altLang="en-US" sz="2000" dirty="0">
                <a:solidFill>
                  <a:srgbClr val="0070C0"/>
                </a:solidFill>
              </a:rPr>
              <a:t>Single-hop</a:t>
            </a:r>
            <a:r>
              <a:rPr lang="en-US" altLang="en-US" sz="2000" dirty="0">
                <a:solidFill>
                  <a:srgbClr val="7030A0"/>
                </a:solidFill>
              </a:rPr>
              <a:t> </a:t>
            </a:r>
            <a:r>
              <a:rPr lang="en-US" altLang="en-US" sz="2000" dirty="0">
                <a:solidFill>
                  <a:srgbClr val="00B050"/>
                </a:solidFill>
              </a:rPr>
              <a:t>Infrastructure-based</a:t>
            </a:r>
            <a:r>
              <a:rPr lang="en-US" altLang="en-US" sz="2000" dirty="0">
                <a:solidFill>
                  <a:srgbClr val="00B0F0"/>
                </a:solidFill>
              </a:rPr>
              <a:t> </a:t>
            </a:r>
          </a:p>
          <a:p>
            <a:pPr algn="l"/>
            <a:r>
              <a:rPr lang="en-US" altLang="en-US" sz="2000" dirty="0">
                <a:solidFill>
                  <a:srgbClr val="7030A0"/>
                </a:solidFill>
              </a:rPr>
              <a:t>Wireless Systems</a:t>
            </a:r>
          </a:p>
        </p:txBody>
      </p:sp>
      <p:sp>
        <p:nvSpPr>
          <p:cNvPr id="4" name="Rectangle 2">
            <a:extLst>
              <a:ext uri="{FF2B5EF4-FFF2-40B4-BE49-F238E27FC236}">
                <a16:creationId xmlns:a16="http://schemas.microsoft.com/office/drawing/2014/main" id="{61991422-153D-FFBB-817A-72C89D61A294}"/>
              </a:ext>
            </a:extLst>
          </p:cNvPr>
          <p:cNvSpPr txBox="1">
            <a:spLocks noChangeArrowheads="1"/>
          </p:cNvSpPr>
          <p:nvPr/>
        </p:nvSpPr>
        <p:spPr bwMode="auto">
          <a:xfrm>
            <a:off x="4876800" y="1644776"/>
            <a:ext cx="3867912" cy="73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algn="l"/>
            <a:r>
              <a:rPr lang="en-US" altLang="en-US" sz="2000" dirty="0">
                <a:solidFill>
                  <a:srgbClr val="0070C0"/>
                </a:solidFill>
              </a:rPr>
              <a:t>Single-hop</a:t>
            </a:r>
            <a:r>
              <a:rPr lang="en-US" altLang="en-US" sz="2000" dirty="0">
                <a:solidFill>
                  <a:srgbClr val="7030A0"/>
                </a:solidFill>
              </a:rPr>
              <a:t> </a:t>
            </a:r>
            <a:r>
              <a:rPr lang="en-US" altLang="en-US" sz="2000" dirty="0">
                <a:solidFill>
                  <a:srgbClr val="FF0000"/>
                </a:solidFill>
              </a:rPr>
              <a:t>Infrastructure-less</a:t>
            </a:r>
          </a:p>
          <a:p>
            <a:pPr algn="l"/>
            <a:r>
              <a:rPr lang="en-US" altLang="en-US" sz="2800" dirty="0">
                <a:solidFill>
                  <a:srgbClr val="FF0000"/>
                </a:solidFill>
              </a:rPr>
              <a:t> </a:t>
            </a:r>
            <a:r>
              <a:rPr lang="en-US" altLang="en-US" sz="2000" dirty="0">
                <a:solidFill>
                  <a:srgbClr val="7030A0"/>
                </a:solidFill>
              </a:rPr>
              <a:t>Wireless Systems</a:t>
            </a:r>
          </a:p>
        </p:txBody>
      </p:sp>
      <p:sp>
        <p:nvSpPr>
          <p:cNvPr id="5" name="Rectangle 2">
            <a:extLst>
              <a:ext uri="{FF2B5EF4-FFF2-40B4-BE49-F238E27FC236}">
                <a16:creationId xmlns:a16="http://schemas.microsoft.com/office/drawing/2014/main" id="{7F3443CD-AD05-86BF-00CD-86533B9E63F5}"/>
              </a:ext>
            </a:extLst>
          </p:cNvPr>
          <p:cNvSpPr txBox="1">
            <a:spLocks noChangeArrowheads="1"/>
          </p:cNvSpPr>
          <p:nvPr/>
        </p:nvSpPr>
        <p:spPr bwMode="auto">
          <a:xfrm>
            <a:off x="0" y="3657599"/>
            <a:ext cx="3636264" cy="54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algn="l"/>
            <a:r>
              <a:rPr lang="en-US" altLang="en-US" sz="2000" dirty="0">
                <a:solidFill>
                  <a:srgbClr val="FF0000"/>
                </a:solidFill>
              </a:rPr>
              <a:t>Multi-hop</a:t>
            </a:r>
            <a:r>
              <a:rPr lang="en-US" altLang="en-US" sz="2000" dirty="0">
                <a:solidFill>
                  <a:srgbClr val="7030A0"/>
                </a:solidFill>
              </a:rPr>
              <a:t> </a:t>
            </a:r>
            <a:r>
              <a:rPr lang="en-US" altLang="en-US" sz="2000" dirty="0">
                <a:solidFill>
                  <a:srgbClr val="00B050"/>
                </a:solidFill>
              </a:rPr>
              <a:t>Infrastructure-based</a:t>
            </a:r>
            <a:r>
              <a:rPr lang="en-US" altLang="en-US" sz="2000" dirty="0">
                <a:solidFill>
                  <a:srgbClr val="00B0F0"/>
                </a:solidFill>
              </a:rPr>
              <a:t> </a:t>
            </a:r>
          </a:p>
          <a:p>
            <a:pPr algn="l"/>
            <a:r>
              <a:rPr lang="en-US" altLang="en-US" sz="2000" dirty="0">
                <a:solidFill>
                  <a:srgbClr val="7030A0"/>
                </a:solidFill>
              </a:rPr>
              <a:t>Wireless Systems</a:t>
            </a:r>
          </a:p>
        </p:txBody>
      </p:sp>
      <p:sp>
        <p:nvSpPr>
          <p:cNvPr id="6" name="Rectangle 2">
            <a:extLst>
              <a:ext uri="{FF2B5EF4-FFF2-40B4-BE49-F238E27FC236}">
                <a16:creationId xmlns:a16="http://schemas.microsoft.com/office/drawing/2014/main" id="{D0823373-D29C-A368-3825-145208E69633}"/>
              </a:ext>
            </a:extLst>
          </p:cNvPr>
          <p:cNvSpPr txBox="1">
            <a:spLocks noChangeArrowheads="1"/>
          </p:cNvSpPr>
          <p:nvPr/>
        </p:nvSpPr>
        <p:spPr bwMode="auto">
          <a:xfrm>
            <a:off x="4876800" y="3627120"/>
            <a:ext cx="3742943" cy="73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algn="l"/>
            <a:r>
              <a:rPr lang="en-US" altLang="en-US" sz="2000" dirty="0">
                <a:solidFill>
                  <a:srgbClr val="FF0000"/>
                </a:solidFill>
              </a:rPr>
              <a:t>Multi-hop Infrastructure-less</a:t>
            </a:r>
          </a:p>
          <a:p>
            <a:pPr algn="l"/>
            <a:r>
              <a:rPr lang="en-US" altLang="en-US" sz="2800" dirty="0">
                <a:solidFill>
                  <a:srgbClr val="FF0000"/>
                </a:solidFill>
              </a:rPr>
              <a:t> </a:t>
            </a:r>
            <a:r>
              <a:rPr lang="en-US" altLang="en-US" sz="2000" dirty="0">
                <a:solidFill>
                  <a:srgbClr val="7030A0"/>
                </a:solidFill>
              </a:rPr>
              <a:t>Wireless Systems</a:t>
            </a:r>
          </a:p>
        </p:txBody>
      </p:sp>
      <p:sp>
        <p:nvSpPr>
          <p:cNvPr id="7" name="Rectangle 3">
            <a:extLst>
              <a:ext uri="{FF2B5EF4-FFF2-40B4-BE49-F238E27FC236}">
                <a16:creationId xmlns:a16="http://schemas.microsoft.com/office/drawing/2014/main" id="{79A7A46B-9921-3E5C-66B2-835C17EF57FC}"/>
              </a:ext>
            </a:extLst>
          </p:cNvPr>
          <p:cNvSpPr txBox="1">
            <a:spLocks noChangeArrowheads="1"/>
          </p:cNvSpPr>
          <p:nvPr/>
        </p:nvSpPr>
        <p:spPr bwMode="auto">
          <a:xfrm>
            <a:off x="423671" y="4606286"/>
            <a:ext cx="4038599"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altLang="en-US" sz="2000" b="0" dirty="0"/>
              <a:t>5. Wireless Mesh Networks </a:t>
            </a:r>
            <a:r>
              <a:rPr lang="en-US" altLang="en-US" sz="800" b="0" dirty="0">
                <a:solidFill>
                  <a:srgbClr val="00B050"/>
                </a:solidFill>
                <a:latin typeface="Arial" panose="020B0604020202020204" pitchFamily="34" charset="0"/>
                <a:cs typeface="Arial" panose="020B0604020202020204" pitchFamily="34" charset="0"/>
              </a:rPr>
              <a:t>(</a:t>
            </a:r>
            <a:r>
              <a:rPr lang="en-US" sz="800" b="0" dirty="0">
                <a:solidFill>
                  <a:srgbClr val="00B050"/>
                </a:solidFill>
                <a:latin typeface="Arial"/>
                <a:cs typeface="Arial"/>
              </a:rPr>
              <a:t>semi-structured</a:t>
            </a:r>
            <a:r>
              <a:rPr lang="en-US" altLang="en-US" sz="800" b="0" dirty="0">
                <a:solidFill>
                  <a:srgbClr val="00B050"/>
                </a:solidFill>
                <a:latin typeface="Arial" panose="020B0604020202020204" pitchFamily="34" charset="0"/>
                <a:cs typeface="Arial" panose="020B0604020202020204" pitchFamily="34" charset="0"/>
              </a:rPr>
              <a:t>)</a:t>
            </a:r>
            <a:endParaRPr lang="en-US" altLang="en-US" sz="2000" b="0" dirty="0"/>
          </a:p>
          <a:p>
            <a:pPr>
              <a:lnSpc>
                <a:spcPct val="110000"/>
              </a:lnSpc>
            </a:pPr>
            <a:endParaRPr lang="en-US" altLang="en-US" sz="2000" b="0" dirty="0"/>
          </a:p>
          <a:p>
            <a:pPr>
              <a:lnSpc>
                <a:spcPct val="110000"/>
              </a:lnSpc>
            </a:pPr>
            <a:endParaRPr lang="en-US" altLang="en-US" sz="2000" b="0" dirty="0"/>
          </a:p>
        </p:txBody>
      </p:sp>
      <p:sp>
        <p:nvSpPr>
          <p:cNvPr id="8" name="Rectangle 3">
            <a:extLst>
              <a:ext uri="{FF2B5EF4-FFF2-40B4-BE49-F238E27FC236}">
                <a16:creationId xmlns:a16="http://schemas.microsoft.com/office/drawing/2014/main" id="{B81B4D9D-36A8-7C19-E360-CAC81BF440D7}"/>
              </a:ext>
            </a:extLst>
          </p:cNvPr>
          <p:cNvSpPr txBox="1">
            <a:spLocks noChangeArrowheads="1"/>
          </p:cNvSpPr>
          <p:nvPr/>
        </p:nvSpPr>
        <p:spPr bwMode="auto">
          <a:xfrm>
            <a:off x="4964545" y="4362292"/>
            <a:ext cx="3874656" cy="2071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altLang="en-US" sz="2000" b="0" dirty="0"/>
              <a:t>6. Ad hoc wireless Networks</a:t>
            </a:r>
          </a:p>
          <a:p>
            <a:pPr marL="400050" lvl="1" indent="0">
              <a:lnSpc>
                <a:spcPct val="110000"/>
              </a:lnSpc>
              <a:buNone/>
            </a:pPr>
            <a:r>
              <a:rPr lang="en-US" altLang="en-US" sz="1600" b="0" dirty="0"/>
              <a:t>6.1. Wireless Sensor Networks</a:t>
            </a:r>
            <a:r>
              <a:rPr lang="en-US" altLang="en-US" sz="1600" b="0" dirty="0">
                <a:solidFill>
                  <a:srgbClr val="FF0000"/>
                </a:solidFill>
                <a:latin typeface="Arial" panose="020B0604020202020204" pitchFamily="34" charset="0"/>
                <a:cs typeface="Arial" panose="020B0604020202020204" pitchFamily="34" charset="0"/>
              </a:rPr>
              <a:t> </a:t>
            </a:r>
            <a:r>
              <a:rPr lang="en-US" altLang="en-US" sz="800" b="0" dirty="0">
                <a:solidFill>
                  <a:srgbClr val="00B050"/>
                </a:solidFill>
                <a:latin typeface="Arial" panose="020B0604020202020204" pitchFamily="34" charset="0"/>
                <a:cs typeface="Arial" panose="020B0604020202020204" pitchFamily="34" charset="0"/>
              </a:rPr>
              <a:t>(</a:t>
            </a:r>
            <a:r>
              <a:rPr lang="en-US" sz="800" b="0" dirty="0">
                <a:solidFill>
                  <a:srgbClr val="0070C0"/>
                </a:solidFill>
                <a:latin typeface="Arial"/>
                <a:cs typeface="Arial"/>
              </a:rPr>
              <a:t>Structured / </a:t>
            </a:r>
            <a:r>
              <a:rPr lang="en-US" sz="800" b="0" dirty="0">
                <a:solidFill>
                  <a:schemeClr val="accent1"/>
                </a:solidFill>
                <a:latin typeface="Arial"/>
                <a:cs typeface="Arial"/>
              </a:rPr>
              <a:t>Semi-Structured /</a:t>
            </a:r>
            <a:r>
              <a:rPr lang="en-US" sz="800" b="0" dirty="0">
                <a:solidFill>
                  <a:srgbClr val="00B050"/>
                </a:solidFill>
                <a:latin typeface="Arial"/>
                <a:cs typeface="Arial"/>
              </a:rPr>
              <a:t> </a:t>
            </a:r>
            <a:r>
              <a:rPr lang="en-US" sz="800" b="0" dirty="0">
                <a:solidFill>
                  <a:srgbClr val="FF0000"/>
                </a:solidFill>
                <a:latin typeface="Arial"/>
                <a:cs typeface="Arial"/>
              </a:rPr>
              <a:t>Un-Structed</a:t>
            </a:r>
            <a:r>
              <a:rPr lang="en-US" sz="800" b="0" dirty="0">
                <a:solidFill>
                  <a:srgbClr val="00B050"/>
                </a:solidFill>
                <a:latin typeface="Arial"/>
                <a:cs typeface="Arial"/>
              </a:rPr>
              <a:t> :: Depending on Application Nature</a:t>
            </a:r>
            <a:r>
              <a:rPr lang="en-US" altLang="en-US" sz="800" b="0" dirty="0">
                <a:solidFill>
                  <a:srgbClr val="00B050"/>
                </a:solidFill>
                <a:latin typeface="Arial" panose="020B0604020202020204" pitchFamily="34" charset="0"/>
                <a:cs typeface="Arial" panose="020B0604020202020204" pitchFamily="34" charset="0"/>
              </a:rPr>
              <a:t>)</a:t>
            </a:r>
            <a:endParaRPr lang="en-US" altLang="en-US" sz="800" b="0" dirty="0">
              <a:solidFill>
                <a:srgbClr val="00B050"/>
              </a:solidFill>
              <a:latin typeface="Arial"/>
              <a:cs typeface="Arial"/>
            </a:endParaRPr>
          </a:p>
          <a:p>
            <a:pPr marL="400050" lvl="1" indent="0">
              <a:lnSpc>
                <a:spcPct val="110000"/>
              </a:lnSpc>
              <a:buNone/>
            </a:pPr>
            <a:r>
              <a:rPr lang="en-US" altLang="en-US" sz="1600" b="0" dirty="0"/>
              <a:t>6.2. Vehicular Ad-hoc Networks</a:t>
            </a:r>
          </a:p>
          <a:p>
            <a:pPr marL="400050" lvl="1" indent="0">
              <a:buNone/>
            </a:pPr>
            <a:r>
              <a:rPr lang="en-US" altLang="en-US" sz="1600" b="0" dirty="0"/>
              <a:t>6.3. Delay Tolerant Networks</a:t>
            </a:r>
          </a:p>
          <a:p>
            <a:pPr marL="457200" indent="-457200">
              <a:buFont typeface="+mj-lt"/>
              <a:buAutoNum type="arabicPeriod"/>
            </a:pPr>
            <a:endParaRPr lang="en-US" altLang="en-US" sz="2000" b="0" dirty="0"/>
          </a:p>
        </p:txBody>
      </p:sp>
      <p:sp>
        <p:nvSpPr>
          <p:cNvPr id="9" name="object 2">
            <a:extLst>
              <a:ext uri="{FF2B5EF4-FFF2-40B4-BE49-F238E27FC236}">
                <a16:creationId xmlns:a16="http://schemas.microsoft.com/office/drawing/2014/main" id="{247FC4EC-FAAB-E644-8B4E-B593246453BA}"/>
              </a:ext>
            </a:extLst>
          </p:cNvPr>
          <p:cNvSpPr txBox="1">
            <a:spLocks/>
          </p:cNvSpPr>
          <p:nvPr/>
        </p:nvSpPr>
        <p:spPr>
          <a:xfrm>
            <a:off x="386448" y="566170"/>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2" grpId="0"/>
      <p:bldP spid="3" grpId="0"/>
      <p:bldP spid="4" grpId="0"/>
      <p:bldP spid="5" grpId="0"/>
      <p:bldP spid="6" grpId="0"/>
      <p:bldP spid="7"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550DF-8BA6-D096-216A-19B5D3CAD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2718B-DE04-6480-246A-76BBB667BB8D}"/>
              </a:ext>
            </a:extLst>
          </p:cNvPr>
          <p:cNvSpPr txBox="1">
            <a:spLocks/>
          </p:cNvSpPr>
          <p:nvPr/>
        </p:nvSpPr>
        <p:spPr>
          <a:xfrm>
            <a:off x="495300" y="2209800"/>
            <a:ext cx="8153400" cy="1676400"/>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4000" b="0" dirty="0">
                <a:solidFill>
                  <a:srgbClr val="0070C0"/>
                </a:solidFill>
              </a:rPr>
              <a:t>Single-hop</a:t>
            </a:r>
            <a:r>
              <a:rPr lang="en-US" altLang="en-US" sz="4000" b="0" dirty="0"/>
              <a:t> </a:t>
            </a:r>
            <a:r>
              <a:rPr lang="en-US" altLang="en-US" sz="4000" b="0" dirty="0">
                <a:solidFill>
                  <a:srgbClr val="00B050"/>
                </a:solidFill>
              </a:rPr>
              <a:t>Infrastructure-base</a:t>
            </a:r>
          </a:p>
          <a:p>
            <a:r>
              <a:rPr lang="en-US" sz="4000" b="0" dirty="0">
                <a:solidFill>
                  <a:srgbClr val="7030A0"/>
                </a:solidFill>
              </a:rPr>
              <a:t>Wireless Access Networks</a:t>
            </a:r>
          </a:p>
        </p:txBody>
      </p:sp>
      <p:pic>
        <p:nvPicPr>
          <p:cNvPr id="4" name="Picture 3">
            <a:extLst>
              <a:ext uri="{FF2B5EF4-FFF2-40B4-BE49-F238E27FC236}">
                <a16:creationId xmlns:a16="http://schemas.microsoft.com/office/drawing/2014/main" id="{FAFB8509-E093-5775-4898-6CF835A2AE2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29200" y="4367372"/>
            <a:ext cx="2475388" cy="2475388"/>
          </a:xfrm>
          <a:prstGeom prst="rect">
            <a:avLst/>
          </a:prstGeom>
        </p:spPr>
      </p:pic>
      <p:pic>
        <p:nvPicPr>
          <p:cNvPr id="5" name="Picture 4" descr="A cloud computing network with gears&#10;&#10;AI-generated content may be incorrect.">
            <a:extLst>
              <a:ext uri="{FF2B5EF4-FFF2-40B4-BE49-F238E27FC236}">
                <a16:creationId xmlns:a16="http://schemas.microsoft.com/office/drawing/2014/main" id="{4493BE8A-F0E7-5EDE-AA0F-28D69C3FEE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6491" y="3810000"/>
            <a:ext cx="1228725" cy="1228725"/>
          </a:xfrm>
          <a:prstGeom prst="rect">
            <a:avLst/>
          </a:prstGeom>
        </p:spPr>
      </p:pic>
      <p:grpSp>
        <p:nvGrpSpPr>
          <p:cNvPr id="7" name="Group 6">
            <a:extLst>
              <a:ext uri="{FF2B5EF4-FFF2-40B4-BE49-F238E27FC236}">
                <a16:creationId xmlns:a16="http://schemas.microsoft.com/office/drawing/2014/main" id="{7574F170-FA2E-DED2-016F-E68E6D5FF11F}"/>
              </a:ext>
            </a:extLst>
          </p:cNvPr>
          <p:cNvGrpSpPr/>
          <p:nvPr/>
        </p:nvGrpSpPr>
        <p:grpSpPr>
          <a:xfrm>
            <a:off x="1866313" y="4082685"/>
            <a:ext cx="1844040" cy="2502627"/>
            <a:chOff x="996696" y="3988771"/>
            <a:chExt cx="1844040" cy="2502627"/>
          </a:xfrm>
        </p:grpSpPr>
        <p:pic>
          <p:nvPicPr>
            <p:cNvPr id="3" name="Picture 2">
              <a:extLst>
                <a:ext uri="{FF2B5EF4-FFF2-40B4-BE49-F238E27FC236}">
                  <a16:creationId xmlns:a16="http://schemas.microsoft.com/office/drawing/2014/main" id="{1398B2AB-9E28-F3AC-2278-288826C9768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6696" y="3988771"/>
              <a:ext cx="1844040" cy="2502627"/>
            </a:xfrm>
            <a:prstGeom prst="rect">
              <a:avLst/>
            </a:prstGeom>
          </p:spPr>
        </p:pic>
        <p:sp>
          <p:nvSpPr>
            <p:cNvPr id="6" name="Rectangle 5">
              <a:extLst>
                <a:ext uri="{FF2B5EF4-FFF2-40B4-BE49-F238E27FC236}">
                  <a16:creationId xmlns:a16="http://schemas.microsoft.com/office/drawing/2014/main" id="{56EDA55B-783C-F58E-4341-703D2FCCB7CF}"/>
                </a:ext>
              </a:extLst>
            </p:cNvPr>
            <p:cNvSpPr/>
            <p:nvPr/>
          </p:nvSpPr>
          <p:spPr bwMode="auto">
            <a:xfrm>
              <a:off x="2362200" y="6019800"/>
              <a:ext cx="478536" cy="471598"/>
            </a:xfrm>
            <a:prstGeom prst="rect">
              <a:avLst/>
            </a:prstGeom>
            <a:solidFill>
              <a:schemeClr val="tx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grpSp>
      <p:pic>
        <p:nvPicPr>
          <p:cNvPr id="8" name="Picture 7" descr="A blue and green line drawing of two men's heads&#10;&#10;AI-generated content may be incorrect.">
            <a:extLst>
              <a:ext uri="{FF2B5EF4-FFF2-40B4-BE49-F238E27FC236}">
                <a16:creationId xmlns:a16="http://schemas.microsoft.com/office/drawing/2014/main" id="{AE90B21B-940C-9287-9503-B9E8DE93F3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2682" y="3657599"/>
            <a:ext cx="1743631" cy="1743631"/>
          </a:xfrm>
          <a:prstGeom prst="rect">
            <a:avLst/>
          </a:prstGeom>
        </p:spPr>
      </p:pic>
      <p:sp>
        <p:nvSpPr>
          <p:cNvPr id="9" name="Rectangle 3">
            <a:extLst>
              <a:ext uri="{FF2B5EF4-FFF2-40B4-BE49-F238E27FC236}">
                <a16:creationId xmlns:a16="http://schemas.microsoft.com/office/drawing/2014/main" id="{AE974BD1-360C-0E37-DE69-5358255E5BC6}"/>
              </a:ext>
            </a:extLst>
          </p:cNvPr>
          <p:cNvSpPr txBox="1">
            <a:spLocks noChangeArrowheads="1"/>
          </p:cNvSpPr>
          <p:nvPr/>
        </p:nvSpPr>
        <p:spPr bwMode="auto">
          <a:xfrm>
            <a:off x="3826296" y="3623881"/>
            <a:ext cx="3636264" cy="1176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en-US" sz="2000" b="0" dirty="0"/>
              <a:t>1. Cellular Networks</a:t>
            </a:r>
          </a:p>
          <a:p>
            <a:pPr marL="0" indent="0">
              <a:lnSpc>
                <a:spcPct val="100000"/>
              </a:lnSpc>
              <a:buNone/>
            </a:pPr>
            <a:r>
              <a:rPr lang="en-US" altLang="en-US" sz="2000" b="0" dirty="0"/>
              <a:t>2. Wireless LANs</a:t>
            </a:r>
          </a:p>
          <a:p>
            <a:pPr marL="0" indent="0">
              <a:lnSpc>
                <a:spcPct val="100000"/>
              </a:lnSpc>
              <a:buNone/>
            </a:pPr>
            <a:r>
              <a:rPr lang="en-US" altLang="en-US" sz="2000" b="0" dirty="0"/>
              <a:t>3. WiMAX</a:t>
            </a:r>
          </a:p>
        </p:txBody>
      </p:sp>
    </p:spTree>
    <p:extLst>
      <p:ext uri="{BB962C8B-B14F-4D97-AF65-F5344CB8AC3E}">
        <p14:creationId xmlns:p14="http://schemas.microsoft.com/office/powerpoint/2010/main" val="258865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597408" y="1584507"/>
            <a:ext cx="7848600" cy="4114800"/>
          </a:xfrm>
        </p:spPr>
        <p:txBody>
          <a:bodyPr/>
          <a:lstStyle/>
          <a:p>
            <a:r>
              <a:rPr lang="en-US" sz="1800" dirty="0"/>
              <a:t>3G cellular data network connects radio access networks to the public Internet.</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208" y="2382928"/>
            <a:ext cx="7239000" cy="397192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905000" y="6461307"/>
            <a:ext cx="5791200"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imes New Roman"/>
                <a:ea typeface="+mn-ea"/>
                <a:cs typeface="+mn-cs"/>
              </a:rPr>
              <a:t>Figure</a:t>
            </a:r>
            <a:r>
              <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Times New Roman"/>
                <a:ea typeface="+mn-ea"/>
                <a:cs typeface="+mn-cs"/>
              </a:rPr>
              <a:t>3G cellular data network architecture</a:t>
            </a:r>
          </a:p>
        </p:txBody>
      </p:sp>
      <p:sp>
        <p:nvSpPr>
          <p:cNvPr id="3" name="Title 1">
            <a:extLst>
              <a:ext uri="{FF2B5EF4-FFF2-40B4-BE49-F238E27FC236}">
                <a16:creationId xmlns:a16="http://schemas.microsoft.com/office/drawing/2014/main" id="{3DD5464D-6460-43C2-92CE-183976248D3B}"/>
              </a:ext>
            </a:extLst>
          </p:cNvPr>
          <p:cNvSpPr>
            <a:spLocks noGrp="1"/>
          </p:cNvSpPr>
          <p:nvPr>
            <p:ph type="title"/>
          </p:nvPr>
        </p:nvSpPr>
        <p:spPr>
          <a:xfrm>
            <a:off x="387096" y="152400"/>
            <a:ext cx="7848600" cy="1109121"/>
          </a:xfrm>
        </p:spPr>
        <p:txBody>
          <a:bodyPr/>
          <a:lstStyle/>
          <a:p>
            <a:r>
              <a:rPr lang="en-US" altLang="en-US" sz="3200" b="0" dirty="0"/>
              <a:t>Single-hop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chemeClr val="bg1">
                    <a:lumMod val="75000"/>
                  </a:schemeClr>
                </a:solidFill>
              </a:rPr>
              <a:t>Cellular Networks</a:t>
            </a:r>
            <a:endParaRPr lang="en-US" sz="3200" b="0" dirty="0">
              <a:solidFill>
                <a:schemeClr val="bg1">
                  <a:lumMod val="75000"/>
                </a:schemeClr>
              </a:solidFill>
            </a:endParaRPr>
          </a:p>
        </p:txBody>
      </p:sp>
    </p:spTree>
    <p:extLst>
      <p:ext uri="{BB962C8B-B14F-4D97-AF65-F5344CB8AC3E}">
        <p14:creationId xmlns:p14="http://schemas.microsoft.com/office/powerpoint/2010/main" val="20419547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55" name="Line 59">
            <a:extLst>
              <a:ext uri="{FF2B5EF4-FFF2-40B4-BE49-F238E27FC236}">
                <a16:creationId xmlns:a16="http://schemas.microsoft.com/office/drawing/2014/main" id="{D9E32B4A-F64F-7686-C557-0E06F2E5BA1E}"/>
              </a:ext>
            </a:extLst>
          </p:cNvPr>
          <p:cNvSpPr>
            <a:spLocks noChangeShapeType="1"/>
          </p:cNvSpPr>
          <p:nvPr/>
        </p:nvSpPr>
        <p:spPr bwMode="auto">
          <a:xfrm flipH="1">
            <a:off x="5943600" y="4916488"/>
            <a:ext cx="928688" cy="80803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898" name="Rectangle 2">
            <a:extLst>
              <a:ext uri="{FF2B5EF4-FFF2-40B4-BE49-F238E27FC236}">
                <a16:creationId xmlns:a16="http://schemas.microsoft.com/office/drawing/2014/main" id="{AF5CA4A4-C8F8-58C1-361E-282512174F67}"/>
              </a:ext>
            </a:extLst>
          </p:cNvPr>
          <p:cNvSpPr>
            <a:spLocks noGrp="1" noChangeArrowheads="1"/>
          </p:cNvSpPr>
          <p:nvPr>
            <p:ph type="title"/>
          </p:nvPr>
        </p:nvSpPr>
        <p:spPr>
          <a:xfrm>
            <a:off x="295275" y="285750"/>
            <a:ext cx="8520113" cy="1143000"/>
          </a:xfrm>
          <a:noFill/>
          <a:ln/>
        </p:spPr>
        <p:txBody>
          <a:bodyPr/>
          <a:lstStyle/>
          <a:p>
            <a:pPr>
              <a:lnSpc>
                <a:spcPct val="90000"/>
              </a:lnSpc>
            </a:pPr>
            <a:r>
              <a:rPr lang="en-US" altLang="en-US" sz="3600" b="0" dirty="0">
                <a:solidFill>
                  <a:schemeClr val="bg1">
                    <a:lumMod val="75000"/>
                  </a:schemeClr>
                </a:solidFill>
              </a:rPr>
              <a:t>Cellular Networks:</a:t>
            </a:r>
            <a:br>
              <a:rPr lang="en-US" altLang="en-US" sz="3600" b="0" dirty="0">
                <a:solidFill>
                  <a:schemeClr val="bg1">
                    <a:lumMod val="75000"/>
                  </a:schemeClr>
                </a:solidFill>
              </a:rPr>
            </a:br>
            <a:r>
              <a:rPr lang="en-US" altLang="en-US" sz="3200" b="0" dirty="0">
                <a:solidFill>
                  <a:schemeClr val="bg1">
                    <a:lumMod val="75000"/>
                  </a:schemeClr>
                </a:solidFill>
              </a:rPr>
              <a:t>Reuse channels to maximize capacity</a:t>
            </a:r>
          </a:p>
        </p:txBody>
      </p:sp>
      <p:sp>
        <p:nvSpPr>
          <p:cNvPr id="80899" name="Rectangle 3">
            <a:extLst>
              <a:ext uri="{FF2B5EF4-FFF2-40B4-BE49-F238E27FC236}">
                <a16:creationId xmlns:a16="http://schemas.microsoft.com/office/drawing/2014/main" id="{F13303DB-2D78-78C9-75BC-56161CC95B10}"/>
              </a:ext>
            </a:extLst>
          </p:cNvPr>
          <p:cNvSpPr>
            <a:spLocks noGrp="1" noChangeArrowheads="1"/>
          </p:cNvSpPr>
          <p:nvPr>
            <p:ph type="body" idx="1"/>
          </p:nvPr>
        </p:nvSpPr>
        <p:spPr>
          <a:xfrm>
            <a:off x="685800" y="1676400"/>
            <a:ext cx="7951788" cy="898525"/>
          </a:xfrm>
          <a:noFill/>
          <a:ln/>
        </p:spPr>
        <p:txBody>
          <a:bodyPr/>
          <a:lstStyle/>
          <a:p>
            <a:pPr>
              <a:lnSpc>
                <a:spcPct val="110000"/>
              </a:lnSpc>
            </a:pPr>
            <a:r>
              <a:rPr lang="en-US" altLang="en-US" sz="2000" b="0" dirty="0"/>
              <a:t>Geographic region divided into cells</a:t>
            </a:r>
          </a:p>
          <a:p>
            <a:pPr>
              <a:lnSpc>
                <a:spcPct val="60000"/>
              </a:lnSpc>
            </a:pPr>
            <a:r>
              <a:rPr lang="en-US" altLang="en-US" sz="2000" b="0" dirty="0"/>
              <a:t>Frequencies/timeslots/codes reused at spatially-separated locations.</a:t>
            </a:r>
          </a:p>
          <a:p>
            <a:pPr>
              <a:lnSpc>
                <a:spcPct val="80000"/>
              </a:lnSpc>
            </a:pPr>
            <a:r>
              <a:rPr lang="en-US" altLang="en-US" sz="2000" b="0" dirty="0"/>
              <a:t>Co-channel interference between same color cells.</a:t>
            </a:r>
          </a:p>
          <a:p>
            <a:pPr>
              <a:lnSpc>
                <a:spcPct val="80000"/>
              </a:lnSpc>
            </a:pPr>
            <a:r>
              <a:rPr lang="en-US" altLang="en-US" sz="2000" b="0" dirty="0"/>
              <a:t>Base stations/MTSOs coordinate handoff and control functions</a:t>
            </a:r>
          </a:p>
          <a:p>
            <a:pPr>
              <a:lnSpc>
                <a:spcPct val="80000"/>
              </a:lnSpc>
            </a:pPr>
            <a:r>
              <a:rPr lang="en-US" altLang="en-US" sz="2000" b="0" dirty="0"/>
              <a:t>Shrinking cell size increases capacity, as well as networking burden</a:t>
            </a:r>
          </a:p>
        </p:txBody>
      </p:sp>
      <p:sp>
        <p:nvSpPr>
          <p:cNvPr id="80900" name="Line 4">
            <a:extLst>
              <a:ext uri="{FF2B5EF4-FFF2-40B4-BE49-F238E27FC236}">
                <a16:creationId xmlns:a16="http://schemas.microsoft.com/office/drawing/2014/main" id="{D5446B18-615D-0106-14C8-E0E17F0C3288}"/>
              </a:ext>
            </a:extLst>
          </p:cNvPr>
          <p:cNvSpPr>
            <a:spLocks noChangeShapeType="1"/>
          </p:cNvSpPr>
          <p:nvPr/>
        </p:nvSpPr>
        <p:spPr bwMode="auto">
          <a:xfrm>
            <a:off x="3868738" y="4795838"/>
            <a:ext cx="0" cy="11430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01" name="Line 5">
            <a:extLst>
              <a:ext uri="{FF2B5EF4-FFF2-40B4-BE49-F238E27FC236}">
                <a16:creationId xmlns:a16="http://schemas.microsoft.com/office/drawing/2014/main" id="{F0E3E42C-4FC2-D706-F00D-A8B9D9C55733}"/>
              </a:ext>
            </a:extLst>
          </p:cNvPr>
          <p:cNvSpPr>
            <a:spLocks noChangeShapeType="1"/>
          </p:cNvSpPr>
          <p:nvPr/>
        </p:nvSpPr>
        <p:spPr bwMode="auto">
          <a:xfrm>
            <a:off x="5341938" y="4768850"/>
            <a:ext cx="0" cy="11430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80902" name="Group 6">
            <a:extLst>
              <a:ext uri="{FF2B5EF4-FFF2-40B4-BE49-F238E27FC236}">
                <a16:creationId xmlns:a16="http://schemas.microsoft.com/office/drawing/2014/main" id="{3217E5BE-8F5A-7967-2490-ED2C65948FE7}"/>
              </a:ext>
            </a:extLst>
          </p:cNvPr>
          <p:cNvGrpSpPr>
            <a:grpSpLocks/>
          </p:cNvGrpSpPr>
          <p:nvPr/>
        </p:nvGrpSpPr>
        <p:grpSpPr bwMode="auto">
          <a:xfrm>
            <a:off x="990600" y="3276600"/>
            <a:ext cx="5246688" cy="3303588"/>
            <a:chOff x="412" y="1834"/>
            <a:chExt cx="3305" cy="2081"/>
          </a:xfrm>
        </p:grpSpPr>
        <p:grpSp>
          <p:nvGrpSpPr>
            <p:cNvPr id="80903" name="Group 7">
              <a:extLst>
                <a:ext uri="{FF2B5EF4-FFF2-40B4-BE49-F238E27FC236}">
                  <a16:creationId xmlns:a16="http://schemas.microsoft.com/office/drawing/2014/main" id="{28D26A51-02BD-23F4-CAAF-1CC482E13081}"/>
                </a:ext>
              </a:extLst>
            </p:cNvPr>
            <p:cNvGrpSpPr>
              <a:grpSpLocks/>
            </p:cNvGrpSpPr>
            <p:nvPr/>
          </p:nvGrpSpPr>
          <p:grpSpPr bwMode="auto">
            <a:xfrm>
              <a:off x="412" y="1834"/>
              <a:ext cx="3305" cy="2081"/>
              <a:chOff x="412" y="1834"/>
              <a:chExt cx="3305" cy="2081"/>
            </a:xfrm>
          </p:grpSpPr>
          <p:sp>
            <p:nvSpPr>
              <p:cNvPr id="80904" name="AutoShape 8">
                <a:extLst>
                  <a:ext uri="{FF2B5EF4-FFF2-40B4-BE49-F238E27FC236}">
                    <a16:creationId xmlns:a16="http://schemas.microsoft.com/office/drawing/2014/main" id="{7A134991-FCFB-F9E6-52D4-2CA3B504965F}"/>
                  </a:ext>
                </a:extLst>
              </p:cNvPr>
              <p:cNvSpPr>
                <a:spLocks noChangeArrowheads="1"/>
              </p:cNvSpPr>
              <p:nvPr/>
            </p:nvSpPr>
            <p:spPr bwMode="auto">
              <a:xfrm>
                <a:off x="2289" y="3394"/>
                <a:ext cx="816" cy="514"/>
              </a:xfrm>
              <a:prstGeom prst="hexagon">
                <a:avLst>
                  <a:gd name="adj" fmla="val 39681"/>
                  <a:gd name="vf" fmla="val 115470"/>
                </a:avLst>
              </a:prstGeom>
              <a:solidFill>
                <a:srgbClr val="00867A"/>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05" name="AutoShape 9">
                <a:extLst>
                  <a:ext uri="{FF2B5EF4-FFF2-40B4-BE49-F238E27FC236}">
                    <a16:creationId xmlns:a16="http://schemas.microsoft.com/office/drawing/2014/main" id="{A504EFE3-E935-E4D5-53AD-F246055DBC5A}"/>
                  </a:ext>
                </a:extLst>
              </p:cNvPr>
              <p:cNvSpPr>
                <a:spLocks noChangeArrowheads="1"/>
              </p:cNvSpPr>
              <p:nvPr/>
            </p:nvSpPr>
            <p:spPr bwMode="auto">
              <a:xfrm>
                <a:off x="2291" y="2874"/>
                <a:ext cx="815" cy="515"/>
              </a:xfrm>
              <a:prstGeom prst="hexagon">
                <a:avLst>
                  <a:gd name="adj" fmla="val 39556"/>
                  <a:gd name="vf" fmla="val 115470"/>
                </a:avLst>
              </a:prstGeom>
              <a:solidFill>
                <a:srgbClr val="3300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06" name="AutoShape 10">
                <a:extLst>
                  <a:ext uri="{FF2B5EF4-FFF2-40B4-BE49-F238E27FC236}">
                    <a16:creationId xmlns:a16="http://schemas.microsoft.com/office/drawing/2014/main" id="{3BEADBF5-E0A8-9C0E-451B-8A8CEB36EAD9}"/>
                  </a:ext>
                </a:extLst>
              </p:cNvPr>
              <p:cNvSpPr>
                <a:spLocks noChangeArrowheads="1"/>
              </p:cNvSpPr>
              <p:nvPr/>
            </p:nvSpPr>
            <p:spPr bwMode="auto">
              <a:xfrm>
                <a:off x="1065" y="2352"/>
                <a:ext cx="815" cy="515"/>
              </a:xfrm>
              <a:prstGeom prst="hexagon">
                <a:avLst>
                  <a:gd name="adj" fmla="val 39556"/>
                  <a:gd name="vf" fmla="val 115470"/>
                </a:avLst>
              </a:prstGeom>
              <a:solidFill>
                <a:schemeClr val="accent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07" name="AutoShape 11">
                <a:extLst>
                  <a:ext uri="{FF2B5EF4-FFF2-40B4-BE49-F238E27FC236}">
                    <a16:creationId xmlns:a16="http://schemas.microsoft.com/office/drawing/2014/main" id="{798FC2D7-BCA7-F6D6-4F55-81729D2C993A}"/>
                  </a:ext>
                </a:extLst>
              </p:cNvPr>
              <p:cNvSpPr>
                <a:spLocks noChangeArrowheads="1"/>
              </p:cNvSpPr>
              <p:nvPr/>
            </p:nvSpPr>
            <p:spPr bwMode="auto">
              <a:xfrm>
                <a:off x="459" y="3139"/>
                <a:ext cx="814" cy="514"/>
              </a:xfrm>
              <a:prstGeom prst="hexagon">
                <a:avLst>
                  <a:gd name="adj" fmla="val 39584"/>
                  <a:gd name="vf" fmla="val 115470"/>
                </a:avLst>
              </a:prstGeom>
              <a:solidFill>
                <a:schemeClr val="accent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08" name="AutoShape 12">
                <a:extLst>
                  <a:ext uri="{FF2B5EF4-FFF2-40B4-BE49-F238E27FC236}">
                    <a16:creationId xmlns:a16="http://schemas.microsoft.com/office/drawing/2014/main" id="{B617F14D-19F7-C005-F967-C3E7BD62DC9D}"/>
                  </a:ext>
                </a:extLst>
              </p:cNvPr>
              <p:cNvSpPr>
                <a:spLocks noChangeArrowheads="1"/>
              </p:cNvSpPr>
              <p:nvPr/>
            </p:nvSpPr>
            <p:spPr bwMode="auto">
              <a:xfrm>
                <a:off x="460" y="2613"/>
                <a:ext cx="814" cy="514"/>
              </a:xfrm>
              <a:prstGeom prst="hexagon">
                <a:avLst>
                  <a:gd name="adj" fmla="val 39584"/>
                  <a:gd name="vf" fmla="val 115470"/>
                </a:avLst>
              </a:prstGeom>
              <a:solidFill>
                <a:srgbClr val="00867A"/>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09" name="AutoShape 13">
                <a:extLst>
                  <a:ext uri="{FF2B5EF4-FFF2-40B4-BE49-F238E27FC236}">
                    <a16:creationId xmlns:a16="http://schemas.microsoft.com/office/drawing/2014/main" id="{E83C0B6C-4B14-4E3E-8978-8763AD7DFDCC}"/>
                  </a:ext>
                </a:extLst>
              </p:cNvPr>
              <p:cNvSpPr>
                <a:spLocks noChangeArrowheads="1"/>
              </p:cNvSpPr>
              <p:nvPr/>
            </p:nvSpPr>
            <p:spPr bwMode="auto">
              <a:xfrm>
                <a:off x="458" y="2095"/>
                <a:ext cx="814" cy="513"/>
              </a:xfrm>
              <a:prstGeom prst="hexagon">
                <a:avLst>
                  <a:gd name="adj" fmla="val 39661"/>
                  <a:gd name="vf" fmla="val 115470"/>
                </a:avLst>
              </a:prstGeom>
              <a:solidFill>
                <a:srgbClr val="3300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0" name="Oval 14">
                <a:extLst>
                  <a:ext uri="{FF2B5EF4-FFF2-40B4-BE49-F238E27FC236}">
                    <a16:creationId xmlns:a16="http://schemas.microsoft.com/office/drawing/2014/main" id="{1C7BBF4C-781A-6A5B-CDD7-2CCCF77532BD}"/>
                  </a:ext>
                </a:extLst>
              </p:cNvPr>
              <p:cNvSpPr>
                <a:spLocks noChangeArrowheads="1"/>
              </p:cNvSpPr>
              <p:nvPr/>
            </p:nvSpPr>
            <p:spPr bwMode="auto">
              <a:xfrm>
                <a:off x="850" y="2334"/>
                <a:ext cx="29"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1" name="Oval 15">
                <a:extLst>
                  <a:ext uri="{FF2B5EF4-FFF2-40B4-BE49-F238E27FC236}">
                    <a16:creationId xmlns:a16="http://schemas.microsoft.com/office/drawing/2014/main" id="{25FCCB53-AB03-1BC7-E69E-E893CAD2F5E8}"/>
                  </a:ext>
                </a:extLst>
              </p:cNvPr>
              <p:cNvSpPr>
                <a:spLocks noChangeArrowheads="1"/>
              </p:cNvSpPr>
              <p:nvPr/>
            </p:nvSpPr>
            <p:spPr bwMode="auto">
              <a:xfrm>
                <a:off x="853" y="2853"/>
                <a:ext cx="27"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2" name="Oval 16">
                <a:extLst>
                  <a:ext uri="{FF2B5EF4-FFF2-40B4-BE49-F238E27FC236}">
                    <a16:creationId xmlns:a16="http://schemas.microsoft.com/office/drawing/2014/main" id="{AC2FA7FC-D54F-7580-BFC9-EECC4FE4AAA5}"/>
                  </a:ext>
                </a:extLst>
              </p:cNvPr>
              <p:cNvSpPr>
                <a:spLocks noChangeArrowheads="1"/>
              </p:cNvSpPr>
              <p:nvPr/>
            </p:nvSpPr>
            <p:spPr bwMode="auto">
              <a:xfrm>
                <a:off x="851" y="3378"/>
                <a:ext cx="28"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3" name="Oval 17">
                <a:extLst>
                  <a:ext uri="{FF2B5EF4-FFF2-40B4-BE49-F238E27FC236}">
                    <a16:creationId xmlns:a16="http://schemas.microsoft.com/office/drawing/2014/main" id="{88CE8075-F61F-FBBA-6B03-92037CCAD9C9}"/>
                  </a:ext>
                </a:extLst>
              </p:cNvPr>
              <p:cNvSpPr>
                <a:spLocks noChangeArrowheads="1"/>
              </p:cNvSpPr>
              <p:nvPr/>
            </p:nvSpPr>
            <p:spPr bwMode="auto">
              <a:xfrm>
                <a:off x="1459" y="2592"/>
                <a:ext cx="29" cy="33"/>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4" name="AutoShape 18">
                <a:extLst>
                  <a:ext uri="{FF2B5EF4-FFF2-40B4-BE49-F238E27FC236}">
                    <a16:creationId xmlns:a16="http://schemas.microsoft.com/office/drawing/2014/main" id="{6B22E1BA-79D9-5008-B2F7-FDA55601A6E1}"/>
                  </a:ext>
                </a:extLst>
              </p:cNvPr>
              <p:cNvSpPr>
                <a:spLocks noChangeArrowheads="1"/>
              </p:cNvSpPr>
              <p:nvPr/>
            </p:nvSpPr>
            <p:spPr bwMode="auto">
              <a:xfrm>
                <a:off x="1071" y="1834"/>
                <a:ext cx="815" cy="516"/>
              </a:xfrm>
              <a:prstGeom prst="hexagon">
                <a:avLst>
                  <a:gd name="adj" fmla="val 39479"/>
                  <a:gd name="vf" fmla="val 115470"/>
                </a:avLst>
              </a:prstGeom>
              <a:solidFill>
                <a:srgbClr val="00867A"/>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5" name="AutoShape 19">
                <a:extLst>
                  <a:ext uri="{FF2B5EF4-FFF2-40B4-BE49-F238E27FC236}">
                    <a16:creationId xmlns:a16="http://schemas.microsoft.com/office/drawing/2014/main" id="{42D60C05-B2B1-5BD7-A974-7DE98375BB45}"/>
                  </a:ext>
                </a:extLst>
              </p:cNvPr>
              <p:cNvSpPr>
                <a:spLocks noChangeArrowheads="1"/>
              </p:cNvSpPr>
              <p:nvPr/>
            </p:nvSpPr>
            <p:spPr bwMode="auto">
              <a:xfrm>
                <a:off x="1683" y="2097"/>
                <a:ext cx="815" cy="514"/>
              </a:xfrm>
              <a:prstGeom prst="hexagon">
                <a:avLst>
                  <a:gd name="adj" fmla="val 39633"/>
                  <a:gd name="vf" fmla="val 115470"/>
                </a:avLst>
              </a:prstGeom>
              <a:solidFill>
                <a:srgbClr val="3300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6" name="AutoShape 20">
                <a:extLst>
                  <a:ext uri="{FF2B5EF4-FFF2-40B4-BE49-F238E27FC236}">
                    <a16:creationId xmlns:a16="http://schemas.microsoft.com/office/drawing/2014/main" id="{9D8FAA90-5EAD-6672-3866-BA406432DB96}"/>
                  </a:ext>
                </a:extLst>
              </p:cNvPr>
              <p:cNvSpPr>
                <a:spLocks noChangeArrowheads="1"/>
              </p:cNvSpPr>
              <p:nvPr/>
            </p:nvSpPr>
            <p:spPr bwMode="auto">
              <a:xfrm>
                <a:off x="2292" y="1834"/>
                <a:ext cx="815" cy="516"/>
              </a:xfrm>
              <a:prstGeom prst="hexagon">
                <a:avLst>
                  <a:gd name="adj" fmla="val 39479"/>
                  <a:gd name="vf" fmla="val 115470"/>
                </a:avLst>
              </a:prstGeom>
              <a:solidFill>
                <a:srgbClr val="00867A"/>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7" name="Oval 21">
                <a:extLst>
                  <a:ext uri="{FF2B5EF4-FFF2-40B4-BE49-F238E27FC236}">
                    <a16:creationId xmlns:a16="http://schemas.microsoft.com/office/drawing/2014/main" id="{5229EF2D-9E1E-1B10-3DA6-6EEC0E700BE2}"/>
                  </a:ext>
                </a:extLst>
              </p:cNvPr>
              <p:cNvSpPr>
                <a:spLocks noChangeArrowheads="1"/>
              </p:cNvSpPr>
              <p:nvPr/>
            </p:nvSpPr>
            <p:spPr bwMode="auto">
              <a:xfrm>
                <a:off x="2685" y="2074"/>
                <a:ext cx="27" cy="33"/>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8" name="Oval 22">
                <a:extLst>
                  <a:ext uri="{FF2B5EF4-FFF2-40B4-BE49-F238E27FC236}">
                    <a16:creationId xmlns:a16="http://schemas.microsoft.com/office/drawing/2014/main" id="{C367308B-D99F-33A2-330E-09A73B9E2A0A}"/>
                  </a:ext>
                </a:extLst>
              </p:cNvPr>
              <p:cNvSpPr>
                <a:spLocks noChangeArrowheads="1"/>
              </p:cNvSpPr>
              <p:nvPr/>
            </p:nvSpPr>
            <p:spPr bwMode="auto">
              <a:xfrm>
                <a:off x="1464" y="2074"/>
                <a:ext cx="28" cy="33"/>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19" name="Oval 23">
                <a:extLst>
                  <a:ext uri="{FF2B5EF4-FFF2-40B4-BE49-F238E27FC236}">
                    <a16:creationId xmlns:a16="http://schemas.microsoft.com/office/drawing/2014/main" id="{1BDAEF16-BEE6-86BC-F185-3EACD4811829}"/>
                  </a:ext>
                </a:extLst>
              </p:cNvPr>
              <p:cNvSpPr>
                <a:spLocks noChangeArrowheads="1"/>
              </p:cNvSpPr>
              <p:nvPr/>
            </p:nvSpPr>
            <p:spPr bwMode="auto">
              <a:xfrm>
                <a:off x="2077" y="2337"/>
                <a:ext cx="27"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0" name="AutoShape 24">
                <a:extLst>
                  <a:ext uri="{FF2B5EF4-FFF2-40B4-BE49-F238E27FC236}">
                    <a16:creationId xmlns:a16="http://schemas.microsoft.com/office/drawing/2014/main" id="{89FE331A-BDDF-D6B7-671D-27C66EE24AC8}"/>
                  </a:ext>
                </a:extLst>
              </p:cNvPr>
              <p:cNvSpPr>
                <a:spLocks noChangeArrowheads="1"/>
              </p:cNvSpPr>
              <p:nvPr/>
            </p:nvSpPr>
            <p:spPr bwMode="auto">
              <a:xfrm>
                <a:off x="1069" y="2881"/>
                <a:ext cx="815" cy="513"/>
              </a:xfrm>
              <a:prstGeom prst="hexagon">
                <a:avLst>
                  <a:gd name="adj" fmla="val 39710"/>
                  <a:gd name="vf" fmla="val 115470"/>
                </a:avLst>
              </a:prstGeom>
              <a:solidFill>
                <a:srgbClr val="3300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1" name="AutoShape 25">
                <a:extLst>
                  <a:ext uri="{FF2B5EF4-FFF2-40B4-BE49-F238E27FC236}">
                    <a16:creationId xmlns:a16="http://schemas.microsoft.com/office/drawing/2014/main" id="{7FC2BB9D-3FE2-AC4B-D833-B11ACADF3351}"/>
                  </a:ext>
                </a:extLst>
              </p:cNvPr>
              <p:cNvSpPr>
                <a:spLocks noChangeArrowheads="1"/>
              </p:cNvSpPr>
              <p:nvPr/>
            </p:nvSpPr>
            <p:spPr bwMode="auto">
              <a:xfrm>
                <a:off x="1683" y="3136"/>
                <a:ext cx="815" cy="515"/>
              </a:xfrm>
              <a:prstGeom prst="hexagon">
                <a:avLst>
                  <a:gd name="adj" fmla="val 39556"/>
                  <a:gd name="vf" fmla="val 115470"/>
                </a:avLst>
              </a:prstGeom>
              <a:solidFill>
                <a:schemeClr val="accent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2" name="Oval 26">
                <a:extLst>
                  <a:ext uri="{FF2B5EF4-FFF2-40B4-BE49-F238E27FC236}">
                    <a16:creationId xmlns:a16="http://schemas.microsoft.com/office/drawing/2014/main" id="{F2AB4E52-EDDA-B928-6401-E3395C5DB5EE}"/>
                  </a:ext>
                </a:extLst>
              </p:cNvPr>
              <p:cNvSpPr>
                <a:spLocks noChangeArrowheads="1"/>
              </p:cNvSpPr>
              <p:nvPr/>
            </p:nvSpPr>
            <p:spPr bwMode="auto">
              <a:xfrm>
                <a:off x="1462" y="3120"/>
                <a:ext cx="28"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3" name="Oval 27">
                <a:extLst>
                  <a:ext uri="{FF2B5EF4-FFF2-40B4-BE49-F238E27FC236}">
                    <a16:creationId xmlns:a16="http://schemas.microsoft.com/office/drawing/2014/main" id="{B777938A-1A80-BF7B-6DBB-160A933F3301}"/>
                  </a:ext>
                </a:extLst>
              </p:cNvPr>
              <p:cNvSpPr>
                <a:spLocks noChangeArrowheads="1"/>
              </p:cNvSpPr>
              <p:nvPr/>
            </p:nvSpPr>
            <p:spPr bwMode="auto">
              <a:xfrm>
                <a:off x="2684" y="3114"/>
                <a:ext cx="28"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4" name="AutoShape 28">
                <a:extLst>
                  <a:ext uri="{FF2B5EF4-FFF2-40B4-BE49-F238E27FC236}">
                    <a16:creationId xmlns:a16="http://schemas.microsoft.com/office/drawing/2014/main" id="{0AE4C8E5-A01D-19C9-F160-63FB180FABC4}"/>
                  </a:ext>
                </a:extLst>
              </p:cNvPr>
              <p:cNvSpPr>
                <a:spLocks noChangeArrowheads="1"/>
              </p:cNvSpPr>
              <p:nvPr/>
            </p:nvSpPr>
            <p:spPr bwMode="auto">
              <a:xfrm>
                <a:off x="1069" y="3399"/>
                <a:ext cx="815" cy="516"/>
              </a:xfrm>
              <a:prstGeom prst="hexagon">
                <a:avLst>
                  <a:gd name="adj" fmla="val 39479"/>
                  <a:gd name="vf" fmla="val 115470"/>
                </a:avLst>
              </a:prstGeom>
              <a:solidFill>
                <a:srgbClr val="00867A"/>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5" name="Oval 29">
                <a:extLst>
                  <a:ext uri="{FF2B5EF4-FFF2-40B4-BE49-F238E27FC236}">
                    <a16:creationId xmlns:a16="http://schemas.microsoft.com/office/drawing/2014/main" id="{A24E5F7F-1683-D589-B00A-4C9B2D6D755E}"/>
                  </a:ext>
                </a:extLst>
              </p:cNvPr>
              <p:cNvSpPr>
                <a:spLocks noChangeArrowheads="1"/>
              </p:cNvSpPr>
              <p:nvPr/>
            </p:nvSpPr>
            <p:spPr bwMode="auto">
              <a:xfrm>
                <a:off x="1462" y="3641"/>
                <a:ext cx="28" cy="33"/>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6" name="Oval 30">
                <a:extLst>
                  <a:ext uri="{FF2B5EF4-FFF2-40B4-BE49-F238E27FC236}">
                    <a16:creationId xmlns:a16="http://schemas.microsoft.com/office/drawing/2014/main" id="{9138E463-12A1-AFC5-0004-2131F887D90C}"/>
                  </a:ext>
                </a:extLst>
              </p:cNvPr>
              <p:cNvSpPr>
                <a:spLocks noChangeArrowheads="1"/>
              </p:cNvSpPr>
              <p:nvPr/>
            </p:nvSpPr>
            <p:spPr bwMode="auto">
              <a:xfrm>
                <a:off x="2077" y="3376"/>
                <a:ext cx="27"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7" name="Oval 31">
                <a:extLst>
                  <a:ext uri="{FF2B5EF4-FFF2-40B4-BE49-F238E27FC236}">
                    <a16:creationId xmlns:a16="http://schemas.microsoft.com/office/drawing/2014/main" id="{6B6268EE-69CE-9687-858D-1C762AD17492}"/>
                  </a:ext>
                </a:extLst>
              </p:cNvPr>
              <p:cNvSpPr>
                <a:spLocks noChangeArrowheads="1"/>
              </p:cNvSpPr>
              <p:nvPr/>
            </p:nvSpPr>
            <p:spPr bwMode="auto">
              <a:xfrm>
                <a:off x="2682" y="3634"/>
                <a:ext cx="28"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8" name="AutoShape 32">
                <a:extLst>
                  <a:ext uri="{FF2B5EF4-FFF2-40B4-BE49-F238E27FC236}">
                    <a16:creationId xmlns:a16="http://schemas.microsoft.com/office/drawing/2014/main" id="{2FDB4A54-4F13-AD29-F94C-E0D28A6C31A7}"/>
                  </a:ext>
                </a:extLst>
              </p:cNvPr>
              <p:cNvSpPr>
                <a:spLocks noChangeArrowheads="1"/>
              </p:cNvSpPr>
              <p:nvPr/>
            </p:nvSpPr>
            <p:spPr bwMode="auto">
              <a:xfrm>
                <a:off x="1680" y="2613"/>
                <a:ext cx="814" cy="515"/>
              </a:xfrm>
              <a:prstGeom prst="hexagon">
                <a:avLst>
                  <a:gd name="adj" fmla="val 39507"/>
                  <a:gd name="vf" fmla="val 115470"/>
                </a:avLst>
              </a:prstGeom>
              <a:solidFill>
                <a:srgbClr val="00867A"/>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29" name="AutoShape 33">
                <a:extLst>
                  <a:ext uri="{FF2B5EF4-FFF2-40B4-BE49-F238E27FC236}">
                    <a16:creationId xmlns:a16="http://schemas.microsoft.com/office/drawing/2014/main" id="{B68D39D4-DB95-5C5F-1BC4-8E4754AB0DD0}"/>
                  </a:ext>
                </a:extLst>
              </p:cNvPr>
              <p:cNvSpPr>
                <a:spLocks noChangeArrowheads="1"/>
              </p:cNvSpPr>
              <p:nvPr/>
            </p:nvSpPr>
            <p:spPr bwMode="auto">
              <a:xfrm>
                <a:off x="2292" y="2353"/>
                <a:ext cx="815" cy="514"/>
              </a:xfrm>
              <a:prstGeom prst="hexagon">
                <a:avLst>
                  <a:gd name="adj" fmla="val 39633"/>
                  <a:gd name="vf" fmla="val 115470"/>
                </a:avLst>
              </a:prstGeom>
              <a:solidFill>
                <a:schemeClr val="accent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30" name="Oval 34">
                <a:extLst>
                  <a:ext uri="{FF2B5EF4-FFF2-40B4-BE49-F238E27FC236}">
                    <a16:creationId xmlns:a16="http://schemas.microsoft.com/office/drawing/2014/main" id="{D2173BD8-0B7C-716D-D51E-8F1E6562B3BF}"/>
                  </a:ext>
                </a:extLst>
              </p:cNvPr>
              <p:cNvSpPr>
                <a:spLocks noChangeArrowheads="1"/>
              </p:cNvSpPr>
              <p:nvPr/>
            </p:nvSpPr>
            <p:spPr bwMode="auto">
              <a:xfrm>
                <a:off x="2073" y="2854"/>
                <a:ext cx="28"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31" name="Oval 35">
                <a:extLst>
                  <a:ext uri="{FF2B5EF4-FFF2-40B4-BE49-F238E27FC236}">
                    <a16:creationId xmlns:a16="http://schemas.microsoft.com/office/drawing/2014/main" id="{284C6164-4B60-408D-F092-14770ECC65CF}"/>
                  </a:ext>
                </a:extLst>
              </p:cNvPr>
              <p:cNvSpPr>
                <a:spLocks noChangeArrowheads="1"/>
              </p:cNvSpPr>
              <p:nvPr/>
            </p:nvSpPr>
            <p:spPr bwMode="auto">
              <a:xfrm>
                <a:off x="2685" y="2593"/>
                <a:ext cx="27" cy="33"/>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32" name="AutoShape 36">
                <a:extLst>
                  <a:ext uri="{FF2B5EF4-FFF2-40B4-BE49-F238E27FC236}">
                    <a16:creationId xmlns:a16="http://schemas.microsoft.com/office/drawing/2014/main" id="{4EDF0430-1BC3-D9D0-7B00-5FAEB28A5F03}"/>
                  </a:ext>
                </a:extLst>
              </p:cNvPr>
              <p:cNvSpPr>
                <a:spLocks noChangeArrowheads="1"/>
              </p:cNvSpPr>
              <p:nvPr/>
            </p:nvSpPr>
            <p:spPr bwMode="auto">
              <a:xfrm>
                <a:off x="2902" y="3137"/>
                <a:ext cx="815" cy="514"/>
              </a:xfrm>
              <a:prstGeom prst="hexagon">
                <a:avLst>
                  <a:gd name="adj" fmla="val 39633"/>
                  <a:gd name="vf" fmla="val 115470"/>
                </a:avLst>
              </a:prstGeom>
              <a:solidFill>
                <a:schemeClr val="accent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33" name="AutoShape 37">
                <a:extLst>
                  <a:ext uri="{FF2B5EF4-FFF2-40B4-BE49-F238E27FC236}">
                    <a16:creationId xmlns:a16="http://schemas.microsoft.com/office/drawing/2014/main" id="{F1244EB8-211C-35FE-5F10-9C09EAA192C0}"/>
                  </a:ext>
                </a:extLst>
              </p:cNvPr>
              <p:cNvSpPr>
                <a:spLocks noChangeArrowheads="1"/>
              </p:cNvSpPr>
              <p:nvPr/>
            </p:nvSpPr>
            <p:spPr bwMode="auto">
              <a:xfrm>
                <a:off x="2899" y="2618"/>
                <a:ext cx="815" cy="515"/>
              </a:xfrm>
              <a:prstGeom prst="hexagon">
                <a:avLst>
                  <a:gd name="adj" fmla="val 39556"/>
                  <a:gd name="vf" fmla="val 115470"/>
                </a:avLst>
              </a:prstGeom>
              <a:solidFill>
                <a:srgbClr val="00867A"/>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34" name="AutoShape 38">
                <a:extLst>
                  <a:ext uri="{FF2B5EF4-FFF2-40B4-BE49-F238E27FC236}">
                    <a16:creationId xmlns:a16="http://schemas.microsoft.com/office/drawing/2014/main" id="{D8EA4E13-9BFA-9D51-7363-B21A5ED33BC7}"/>
                  </a:ext>
                </a:extLst>
              </p:cNvPr>
              <p:cNvSpPr>
                <a:spLocks noChangeArrowheads="1"/>
              </p:cNvSpPr>
              <p:nvPr/>
            </p:nvSpPr>
            <p:spPr bwMode="auto">
              <a:xfrm>
                <a:off x="2900" y="2097"/>
                <a:ext cx="815" cy="514"/>
              </a:xfrm>
              <a:prstGeom prst="hexagon">
                <a:avLst>
                  <a:gd name="adj" fmla="val 39633"/>
                  <a:gd name="vf" fmla="val 115470"/>
                </a:avLst>
              </a:prstGeom>
              <a:solidFill>
                <a:srgbClr val="3300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35" name="Oval 39">
                <a:extLst>
                  <a:ext uri="{FF2B5EF4-FFF2-40B4-BE49-F238E27FC236}">
                    <a16:creationId xmlns:a16="http://schemas.microsoft.com/office/drawing/2014/main" id="{269FB248-93C4-9373-C116-6E5D2E117460}"/>
                  </a:ext>
                </a:extLst>
              </p:cNvPr>
              <p:cNvSpPr>
                <a:spLocks noChangeArrowheads="1"/>
              </p:cNvSpPr>
              <p:nvPr/>
            </p:nvSpPr>
            <p:spPr bwMode="auto">
              <a:xfrm>
                <a:off x="3293" y="2858"/>
                <a:ext cx="28"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36" name="Oval 40">
                <a:extLst>
                  <a:ext uri="{FF2B5EF4-FFF2-40B4-BE49-F238E27FC236}">
                    <a16:creationId xmlns:a16="http://schemas.microsoft.com/office/drawing/2014/main" id="{8A2AEEBF-0990-8741-D757-63BEE7B211B2}"/>
                  </a:ext>
                </a:extLst>
              </p:cNvPr>
              <p:cNvSpPr>
                <a:spLocks noChangeArrowheads="1"/>
              </p:cNvSpPr>
              <p:nvPr/>
            </p:nvSpPr>
            <p:spPr bwMode="auto">
              <a:xfrm>
                <a:off x="3294" y="2337"/>
                <a:ext cx="28"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37" name="Oval 41">
                <a:extLst>
                  <a:ext uri="{FF2B5EF4-FFF2-40B4-BE49-F238E27FC236}">
                    <a16:creationId xmlns:a16="http://schemas.microsoft.com/office/drawing/2014/main" id="{77C750A6-A3C2-E789-4D0F-5A7A42A81300}"/>
                  </a:ext>
                </a:extLst>
              </p:cNvPr>
              <p:cNvSpPr>
                <a:spLocks noChangeArrowheads="1"/>
              </p:cNvSpPr>
              <p:nvPr/>
            </p:nvSpPr>
            <p:spPr bwMode="auto">
              <a:xfrm>
                <a:off x="3295" y="3377"/>
                <a:ext cx="28" cy="34"/>
              </a:xfrm>
              <a:prstGeom prst="ellipse">
                <a:avLst/>
              </a:prstGeom>
              <a:solidFill>
                <a:schemeClr val="tx1"/>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38" name="Rectangle 42">
                <a:extLst>
                  <a:ext uri="{FF2B5EF4-FFF2-40B4-BE49-F238E27FC236}">
                    <a16:creationId xmlns:a16="http://schemas.microsoft.com/office/drawing/2014/main" id="{BFD84F4A-2B2B-2F95-9466-4A924AB44F1F}"/>
                  </a:ext>
                </a:extLst>
              </p:cNvPr>
              <p:cNvSpPr>
                <a:spLocks noChangeArrowheads="1"/>
              </p:cNvSpPr>
              <p:nvPr/>
            </p:nvSpPr>
            <p:spPr bwMode="auto">
              <a:xfrm>
                <a:off x="1182" y="2370"/>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FFFFFF"/>
                    </a:solidFill>
                    <a:effectLst/>
                    <a:uLnTx/>
                    <a:uFillTx/>
                    <a:latin typeface="Arial Black" panose="020B0A04020102020204" pitchFamily="34" charset="0"/>
                    <a:ea typeface="+mn-ea"/>
                    <a:cs typeface="+mn-cs"/>
                  </a:rPr>
                  <a:t>BASE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FFFFFF"/>
                    </a:solidFill>
                    <a:effectLst/>
                    <a:uLnTx/>
                    <a:uFillTx/>
                    <a:latin typeface="Arial Black" panose="020B0A04020102020204" pitchFamily="34" charset="0"/>
                    <a:ea typeface="+mn-ea"/>
                    <a:cs typeface="+mn-cs"/>
                  </a:rPr>
                  <a:t>STATION</a:t>
                </a:r>
              </a:p>
            </p:txBody>
          </p:sp>
          <p:sp>
            <p:nvSpPr>
              <p:cNvPr id="80939" name="Line 43">
                <a:extLst>
                  <a:ext uri="{FF2B5EF4-FFF2-40B4-BE49-F238E27FC236}">
                    <a16:creationId xmlns:a16="http://schemas.microsoft.com/office/drawing/2014/main" id="{EB647E7D-C170-1903-45CA-707A9ADD848A}"/>
                  </a:ext>
                </a:extLst>
              </p:cNvPr>
              <p:cNvSpPr>
                <a:spLocks noChangeShapeType="1"/>
              </p:cNvSpPr>
              <p:nvPr/>
            </p:nvSpPr>
            <p:spPr bwMode="auto">
              <a:xfrm>
                <a:off x="1603" y="2728"/>
                <a:ext cx="0" cy="72"/>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40" name="Line 44">
                <a:extLst>
                  <a:ext uri="{FF2B5EF4-FFF2-40B4-BE49-F238E27FC236}">
                    <a16:creationId xmlns:a16="http://schemas.microsoft.com/office/drawing/2014/main" id="{27509E91-3721-99AB-A6F9-6C87B194F7B2}"/>
                  </a:ext>
                </a:extLst>
              </p:cNvPr>
              <p:cNvSpPr>
                <a:spLocks noChangeShapeType="1"/>
              </p:cNvSpPr>
              <p:nvPr/>
            </p:nvSpPr>
            <p:spPr bwMode="auto">
              <a:xfrm>
                <a:off x="2248" y="2642"/>
                <a:ext cx="0" cy="71"/>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41" name="Line 45">
                <a:extLst>
                  <a:ext uri="{FF2B5EF4-FFF2-40B4-BE49-F238E27FC236}">
                    <a16:creationId xmlns:a16="http://schemas.microsoft.com/office/drawing/2014/main" id="{F1B8FC43-6D54-C671-5866-6A41B86E19D4}"/>
                  </a:ext>
                </a:extLst>
              </p:cNvPr>
              <p:cNvSpPr>
                <a:spLocks noChangeShapeType="1"/>
              </p:cNvSpPr>
              <p:nvPr/>
            </p:nvSpPr>
            <p:spPr bwMode="auto">
              <a:xfrm>
                <a:off x="412" y="3043"/>
                <a:ext cx="73" cy="9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42" name="Freeform 46">
                <a:extLst>
                  <a:ext uri="{FF2B5EF4-FFF2-40B4-BE49-F238E27FC236}">
                    <a16:creationId xmlns:a16="http://schemas.microsoft.com/office/drawing/2014/main" id="{109DB44F-B7FC-DDBE-1EDA-541B0EF18CDA}"/>
                  </a:ext>
                </a:extLst>
              </p:cNvPr>
              <p:cNvSpPr>
                <a:spLocks/>
              </p:cNvSpPr>
              <p:nvPr/>
            </p:nvSpPr>
            <p:spPr bwMode="auto">
              <a:xfrm>
                <a:off x="1467" y="2646"/>
                <a:ext cx="132" cy="64"/>
              </a:xfrm>
              <a:custGeom>
                <a:avLst/>
                <a:gdLst>
                  <a:gd name="T0" fmla="*/ 0 w 132"/>
                  <a:gd name="T1" fmla="*/ 0 h 64"/>
                  <a:gd name="T2" fmla="*/ 6 w 132"/>
                  <a:gd name="T3" fmla="*/ 0 h 64"/>
                  <a:gd name="T4" fmla="*/ 12 w 132"/>
                  <a:gd name="T5" fmla="*/ 2 h 64"/>
                  <a:gd name="T6" fmla="*/ 17 w 132"/>
                  <a:gd name="T7" fmla="*/ 2 h 64"/>
                  <a:gd name="T8" fmla="*/ 17 w 132"/>
                  <a:gd name="T9" fmla="*/ 10 h 64"/>
                  <a:gd name="T10" fmla="*/ 22 w 132"/>
                  <a:gd name="T11" fmla="*/ 7 h 64"/>
                  <a:gd name="T12" fmla="*/ 27 w 132"/>
                  <a:gd name="T13" fmla="*/ 5 h 64"/>
                  <a:gd name="T14" fmla="*/ 31 w 132"/>
                  <a:gd name="T15" fmla="*/ 13 h 64"/>
                  <a:gd name="T16" fmla="*/ 33 w 132"/>
                  <a:gd name="T17" fmla="*/ 21 h 64"/>
                  <a:gd name="T18" fmla="*/ 38 w 132"/>
                  <a:gd name="T19" fmla="*/ 23 h 64"/>
                  <a:gd name="T20" fmla="*/ 43 w 132"/>
                  <a:gd name="T21" fmla="*/ 21 h 64"/>
                  <a:gd name="T22" fmla="*/ 45 w 132"/>
                  <a:gd name="T23" fmla="*/ 28 h 64"/>
                  <a:gd name="T24" fmla="*/ 50 w 132"/>
                  <a:gd name="T25" fmla="*/ 26 h 64"/>
                  <a:gd name="T26" fmla="*/ 61 w 132"/>
                  <a:gd name="T27" fmla="*/ 21 h 64"/>
                  <a:gd name="T28" fmla="*/ 64 w 132"/>
                  <a:gd name="T29" fmla="*/ 28 h 64"/>
                  <a:gd name="T30" fmla="*/ 66 w 132"/>
                  <a:gd name="T31" fmla="*/ 36 h 64"/>
                  <a:gd name="T32" fmla="*/ 73 w 132"/>
                  <a:gd name="T33" fmla="*/ 34 h 64"/>
                  <a:gd name="T34" fmla="*/ 78 w 132"/>
                  <a:gd name="T35" fmla="*/ 31 h 64"/>
                  <a:gd name="T36" fmla="*/ 82 w 132"/>
                  <a:gd name="T37" fmla="*/ 39 h 64"/>
                  <a:gd name="T38" fmla="*/ 89 w 132"/>
                  <a:gd name="T39" fmla="*/ 44 h 64"/>
                  <a:gd name="T40" fmla="*/ 99 w 132"/>
                  <a:gd name="T41" fmla="*/ 42 h 64"/>
                  <a:gd name="T42" fmla="*/ 103 w 132"/>
                  <a:gd name="T43" fmla="*/ 49 h 64"/>
                  <a:gd name="T44" fmla="*/ 110 w 132"/>
                  <a:gd name="T45" fmla="*/ 55 h 64"/>
                  <a:gd name="T46" fmla="*/ 117 w 132"/>
                  <a:gd name="T47" fmla="*/ 55 h 64"/>
                  <a:gd name="T48" fmla="*/ 131 w 132"/>
                  <a:gd name="T49" fmla="*/ 6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2" h="64">
                    <a:moveTo>
                      <a:pt x="0" y="0"/>
                    </a:moveTo>
                    <a:lnTo>
                      <a:pt x="6" y="0"/>
                    </a:lnTo>
                    <a:lnTo>
                      <a:pt x="12" y="2"/>
                    </a:lnTo>
                    <a:lnTo>
                      <a:pt x="17" y="2"/>
                    </a:lnTo>
                    <a:lnTo>
                      <a:pt x="17" y="10"/>
                    </a:lnTo>
                    <a:lnTo>
                      <a:pt x="22" y="7"/>
                    </a:lnTo>
                    <a:lnTo>
                      <a:pt x="27" y="5"/>
                    </a:lnTo>
                    <a:lnTo>
                      <a:pt x="31" y="13"/>
                    </a:lnTo>
                    <a:lnTo>
                      <a:pt x="33" y="21"/>
                    </a:lnTo>
                    <a:lnTo>
                      <a:pt x="38" y="23"/>
                    </a:lnTo>
                    <a:lnTo>
                      <a:pt x="43" y="21"/>
                    </a:lnTo>
                    <a:lnTo>
                      <a:pt x="45" y="28"/>
                    </a:lnTo>
                    <a:lnTo>
                      <a:pt x="50" y="26"/>
                    </a:lnTo>
                    <a:lnTo>
                      <a:pt x="61" y="21"/>
                    </a:lnTo>
                    <a:lnTo>
                      <a:pt x="64" y="28"/>
                    </a:lnTo>
                    <a:lnTo>
                      <a:pt x="66" y="36"/>
                    </a:lnTo>
                    <a:lnTo>
                      <a:pt x="73" y="34"/>
                    </a:lnTo>
                    <a:lnTo>
                      <a:pt x="78" y="31"/>
                    </a:lnTo>
                    <a:lnTo>
                      <a:pt x="82" y="39"/>
                    </a:lnTo>
                    <a:lnTo>
                      <a:pt x="89" y="44"/>
                    </a:lnTo>
                    <a:lnTo>
                      <a:pt x="99" y="42"/>
                    </a:lnTo>
                    <a:lnTo>
                      <a:pt x="103" y="49"/>
                    </a:lnTo>
                    <a:lnTo>
                      <a:pt x="110" y="55"/>
                    </a:lnTo>
                    <a:lnTo>
                      <a:pt x="117" y="55"/>
                    </a:lnTo>
                    <a:lnTo>
                      <a:pt x="131" y="63"/>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43" name="Freeform 47">
                <a:extLst>
                  <a:ext uri="{FF2B5EF4-FFF2-40B4-BE49-F238E27FC236}">
                    <a16:creationId xmlns:a16="http://schemas.microsoft.com/office/drawing/2014/main" id="{69D181AF-3A41-E391-A1C5-9C8E9339AA73}"/>
                  </a:ext>
                </a:extLst>
              </p:cNvPr>
              <p:cNvSpPr>
                <a:spLocks/>
              </p:cNvSpPr>
              <p:nvPr/>
            </p:nvSpPr>
            <p:spPr bwMode="auto">
              <a:xfrm>
                <a:off x="2103" y="2896"/>
                <a:ext cx="160" cy="82"/>
              </a:xfrm>
              <a:custGeom>
                <a:avLst/>
                <a:gdLst>
                  <a:gd name="T0" fmla="*/ 0 w 160"/>
                  <a:gd name="T1" fmla="*/ 0 h 82"/>
                  <a:gd name="T2" fmla="*/ 8 w 160"/>
                  <a:gd name="T3" fmla="*/ 1 h 82"/>
                  <a:gd name="T4" fmla="*/ 15 w 160"/>
                  <a:gd name="T5" fmla="*/ 4 h 82"/>
                  <a:gd name="T6" fmla="*/ 22 w 160"/>
                  <a:gd name="T7" fmla="*/ 5 h 82"/>
                  <a:gd name="T8" fmla="*/ 21 w 160"/>
                  <a:gd name="T9" fmla="*/ 12 h 82"/>
                  <a:gd name="T10" fmla="*/ 28 w 160"/>
                  <a:gd name="T11" fmla="*/ 11 h 82"/>
                  <a:gd name="T12" fmla="*/ 35 w 160"/>
                  <a:gd name="T13" fmla="*/ 9 h 82"/>
                  <a:gd name="T14" fmla="*/ 38 w 160"/>
                  <a:gd name="T15" fmla="*/ 17 h 82"/>
                  <a:gd name="T16" fmla="*/ 39 w 160"/>
                  <a:gd name="T17" fmla="*/ 25 h 82"/>
                  <a:gd name="T18" fmla="*/ 46 w 160"/>
                  <a:gd name="T19" fmla="*/ 28 h 82"/>
                  <a:gd name="T20" fmla="*/ 52 w 160"/>
                  <a:gd name="T21" fmla="*/ 27 h 82"/>
                  <a:gd name="T22" fmla="*/ 54 w 160"/>
                  <a:gd name="T23" fmla="*/ 34 h 82"/>
                  <a:gd name="T24" fmla="*/ 61 w 160"/>
                  <a:gd name="T25" fmla="*/ 33 h 82"/>
                  <a:gd name="T26" fmla="*/ 75 w 160"/>
                  <a:gd name="T27" fmla="*/ 30 h 82"/>
                  <a:gd name="T28" fmla="*/ 78 w 160"/>
                  <a:gd name="T29" fmla="*/ 38 h 82"/>
                  <a:gd name="T30" fmla="*/ 79 w 160"/>
                  <a:gd name="T31" fmla="*/ 45 h 82"/>
                  <a:gd name="T32" fmla="*/ 89 w 160"/>
                  <a:gd name="T33" fmla="*/ 44 h 82"/>
                  <a:gd name="T34" fmla="*/ 96 w 160"/>
                  <a:gd name="T35" fmla="*/ 42 h 82"/>
                  <a:gd name="T36" fmla="*/ 99 w 160"/>
                  <a:gd name="T37" fmla="*/ 50 h 82"/>
                  <a:gd name="T38" fmla="*/ 107 w 160"/>
                  <a:gd name="T39" fmla="*/ 56 h 82"/>
                  <a:gd name="T40" fmla="*/ 121 w 160"/>
                  <a:gd name="T41" fmla="*/ 55 h 82"/>
                  <a:gd name="T42" fmla="*/ 124 w 160"/>
                  <a:gd name="T43" fmla="*/ 64 h 82"/>
                  <a:gd name="T44" fmla="*/ 133 w 160"/>
                  <a:gd name="T45" fmla="*/ 69 h 82"/>
                  <a:gd name="T46" fmla="*/ 141 w 160"/>
                  <a:gd name="T47" fmla="*/ 71 h 82"/>
                  <a:gd name="T48" fmla="*/ 159 w 160"/>
                  <a:gd name="T49" fmla="*/ 8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0" h="82">
                    <a:moveTo>
                      <a:pt x="0" y="0"/>
                    </a:moveTo>
                    <a:lnTo>
                      <a:pt x="8" y="1"/>
                    </a:lnTo>
                    <a:lnTo>
                      <a:pt x="15" y="4"/>
                    </a:lnTo>
                    <a:lnTo>
                      <a:pt x="22" y="5"/>
                    </a:lnTo>
                    <a:lnTo>
                      <a:pt x="21" y="12"/>
                    </a:lnTo>
                    <a:lnTo>
                      <a:pt x="28" y="11"/>
                    </a:lnTo>
                    <a:lnTo>
                      <a:pt x="35" y="9"/>
                    </a:lnTo>
                    <a:lnTo>
                      <a:pt x="38" y="17"/>
                    </a:lnTo>
                    <a:lnTo>
                      <a:pt x="39" y="25"/>
                    </a:lnTo>
                    <a:lnTo>
                      <a:pt x="46" y="28"/>
                    </a:lnTo>
                    <a:lnTo>
                      <a:pt x="52" y="27"/>
                    </a:lnTo>
                    <a:lnTo>
                      <a:pt x="54" y="34"/>
                    </a:lnTo>
                    <a:lnTo>
                      <a:pt x="61" y="33"/>
                    </a:lnTo>
                    <a:lnTo>
                      <a:pt x="75" y="30"/>
                    </a:lnTo>
                    <a:lnTo>
                      <a:pt x="78" y="38"/>
                    </a:lnTo>
                    <a:lnTo>
                      <a:pt x="79" y="45"/>
                    </a:lnTo>
                    <a:lnTo>
                      <a:pt x="89" y="44"/>
                    </a:lnTo>
                    <a:lnTo>
                      <a:pt x="96" y="42"/>
                    </a:lnTo>
                    <a:lnTo>
                      <a:pt x="99" y="50"/>
                    </a:lnTo>
                    <a:lnTo>
                      <a:pt x="107" y="56"/>
                    </a:lnTo>
                    <a:lnTo>
                      <a:pt x="121" y="55"/>
                    </a:lnTo>
                    <a:lnTo>
                      <a:pt x="124" y="64"/>
                    </a:lnTo>
                    <a:lnTo>
                      <a:pt x="133" y="69"/>
                    </a:lnTo>
                    <a:lnTo>
                      <a:pt x="141" y="71"/>
                    </a:lnTo>
                    <a:lnTo>
                      <a:pt x="159" y="81"/>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44" name="Freeform 48">
                <a:extLst>
                  <a:ext uri="{FF2B5EF4-FFF2-40B4-BE49-F238E27FC236}">
                    <a16:creationId xmlns:a16="http://schemas.microsoft.com/office/drawing/2014/main" id="{05AC82E0-689E-67C2-4122-356EB3A40505}"/>
                  </a:ext>
                </a:extLst>
              </p:cNvPr>
              <p:cNvSpPr>
                <a:spLocks/>
              </p:cNvSpPr>
              <p:nvPr/>
            </p:nvSpPr>
            <p:spPr bwMode="auto">
              <a:xfrm>
                <a:off x="2111" y="2659"/>
                <a:ext cx="142" cy="191"/>
              </a:xfrm>
              <a:custGeom>
                <a:avLst/>
                <a:gdLst>
                  <a:gd name="T0" fmla="*/ 136 w 142"/>
                  <a:gd name="T1" fmla="*/ 0 h 191"/>
                  <a:gd name="T2" fmla="*/ 141 w 142"/>
                  <a:gd name="T3" fmla="*/ 18 h 191"/>
                  <a:gd name="T4" fmla="*/ 136 w 142"/>
                  <a:gd name="T5" fmla="*/ 31 h 191"/>
                  <a:gd name="T6" fmla="*/ 116 w 142"/>
                  <a:gd name="T7" fmla="*/ 31 h 191"/>
                  <a:gd name="T8" fmla="*/ 102 w 142"/>
                  <a:gd name="T9" fmla="*/ 31 h 191"/>
                  <a:gd name="T10" fmla="*/ 102 w 142"/>
                  <a:gd name="T11" fmla="*/ 45 h 191"/>
                  <a:gd name="T12" fmla="*/ 106 w 142"/>
                  <a:gd name="T13" fmla="*/ 58 h 191"/>
                  <a:gd name="T14" fmla="*/ 92 w 142"/>
                  <a:gd name="T15" fmla="*/ 63 h 191"/>
                  <a:gd name="T16" fmla="*/ 92 w 142"/>
                  <a:gd name="T17" fmla="*/ 76 h 191"/>
                  <a:gd name="T18" fmla="*/ 82 w 142"/>
                  <a:gd name="T19" fmla="*/ 113 h 191"/>
                  <a:gd name="T20" fmla="*/ 68 w 142"/>
                  <a:gd name="T21" fmla="*/ 117 h 191"/>
                  <a:gd name="T22" fmla="*/ 63 w 142"/>
                  <a:gd name="T23" fmla="*/ 131 h 191"/>
                  <a:gd name="T24" fmla="*/ 48 w 142"/>
                  <a:gd name="T25" fmla="*/ 135 h 191"/>
                  <a:gd name="T26" fmla="*/ 48 w 142"/>
                  <a:gd name="T27" fmla="*/ 149 h 191"/>
                  <a:gd name="T28" fmla="*/ 34 w 142"/>
                  <a:gd name="T29" fmla="*/ 149 h 191"/>
                  <a:gd name="T30" fmla="*/ 29 w 142"/>
                  <a:gd name="T31" fmla="*/ 162 h 191"/>
                  <a:gd name="T32" fmla="*/ 19 w 142"/>
                  <a:gd name="T33" fmla="*/ 180 h 191"/>
                  <a:gd name="T34" fmla="*/ 4 w 142"/>
                  <a:gd name="T35" fmla="*/ 185 h 191"/>
                  <a:gd name="T36" fmla="*/ 0 w 142"/>
                  <a:gd name="T37" fmla="*/ 19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2" h="191">
                    <a:moveTo>
                      <a:pt x="136" y="0"/>
                    </a:moveTo>
                    <a:lnTo>
                      <a:pt x="141" y="18"/>
                    </a:lnTo>
                    <a:lnTo>
                      <a:pt x="136" y="31"/>
                    </a:lnTo>
                    <a:lnTo>
                      <a:pt x="116" y="31"/>
                    </a:lnTo>
                    <a:lnTo>
                      <a:pt x="102" y="31"/>
                    </a:lnTo>
                    <a:lnTo>
                      <a:pt x="102" y="45"/>
                    </a:lnTo>
                    <a:lnTo>
                      <a:pt x="106" y="58"/>
                    </a:lnTo>
                    <a:lnTo>
                      <a:pt x="92" y="63"/>
                    </a:lnTo>
                    <a:lnTo>
                      <a:pt x="92" y="76"/>
                    </a:lnTo>
                    <a:lnTo>
                      <a:pt x="82" y="113"/>
                    </a:lnTo>
                    <a:lnTo>
                      <a:pt x="68" y="117"/>
                    </a:lnTo>
                    <a:lnTo>
                      <a:pt x="63" y="131"/>
                    </a:lnTo>
                    <a:lnTo>
                      <a:pt x="48" y="135"/>
                    </a:lnTo>
                    <a:lnTo>
                      <a:pt x="48" y="149"/>
                    </a:lnTo>
                    <a:lnTo>
                      <a:pt x="34" y="149"/>
                    </a:lnTo>
                    <a:lnTo>
                      <a:pt x="29" y="162"/>
                    </a:lnTo>
                    <a:lnTo>
                      <a:pt x="19" y="180"/>
                    </a:lnTo>
                    <a:lnTo>
                      <a:pt x="4" y="185"/>
                    </a:lnTo>
                    <a:lnTo>
                      <a:pt x="0" y="190"/>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45" name="Freeform 49">
                <a:extLst>
                  <a:ext uri="{FF2B5EF4-FFF2-40B4-BE49-F238E27FC236}">
                    <a16:creationId xmlns:a16="http://schemas.microsoft.com/office/drawing/2014/main" id="{40595919-B5EF-0362-03D4-A33EED5A87E4}"/>
                  </a:ext>
                </a:extLst>
              </p:cNvPr>
              <p:cNvSpPr>
                <a:spLocks/>
              </p:cNvSpPr>
              <p:nvPr/>
            </p:nvSpPr>
            <p:spPr bwMode="auto">
              <a:xfrm>
                <a:off x="3220" y="2899"/>
                <a:ext cx="59" cy="63"/>
              </a:xfrm>
              <a:custGeom>
                <a:avLst/>
                <a:gdLst>
                  <a:gd name="T0" fmla="*/ 58 w 59"/>
                  <a:gd name="T1" fmla="*/ 0 h 63"/>
                  <a:gd name="T2" fmla="*/ 58 w 59"/>
                  <a:gd name="T3" fmla="*/ 17 h 63"/>
                  <a:gd name="T4" fmla="*/ 58 w 59"/>
                  <a:gd name="T5" fmla="*/ 0 h 63"/>
                  <a:gd name="T6" fmla="*/ 38 w 59"/>
                  <a:gd name="T7" fmla="*/ 13 h 63"/>
                  <a:gd name="T8" fmla="*/ 38 w 59"/>
                  <a:gd name="T9" fmla="*/ 26 h 63"/>
                  <a:gd name="T10" fmla="*/ 29 w 59"/>
                  <a:gd name="T11" fmla="*/ 39 h 63"/>
                  <a:gd name="T12" fmla="*/ 29 w 59"/>
                  <a:gd name="T13" fmla="*/ 53 h 63"/>
                  <a:gd name="T14" fmla="*/ 14 w 59"/>
                  <a:gd name="T15" fmla="*/ 44 h 63"/>
                  <a:gd name="T16" fmla="*/ 9 w 59"/>
                  <a:gd name="T17" fmla="*/ 57 h 63"/>
                  <a:gd name="T18" fmla="*/ 0 w 59"/>
                  <a:gd name="T19" fmla="*/ 6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3">
                    <a:moveTo>
                      <a:pt x="58" y="0"/>
                    </a:moveTo>
                    <a:lnTo>
                      <a:pt x="58" y="17"/>
                    </a:lnTo>
                    <a:lnTo>
                      <a:pt x="58" y="0"/>
                    </a:lnTo>
                    <a:lnTo>
                      <a:pt x="38" y="13"/>
                    </a:lnTo>
                    <a:lnTo>
                      <a:pt x="38" y="26"/>
                    </a:lnTo>
                    <a:lnTo>
                      <a:pt x="29" y="39"/>
                    </a:lnTo>
                    <a:lnTo>
                      <a:pt x="29" y="53"/>
                    </a:lnTo>
                    <a:lnTo>
                      <a:pt x="14" y="44"/>
                    </a:lnTo>
                    <a:lnTo>
                      <a:pt x="9" y="57"/>
                    </a:lnTo>
                    <a:lnTo>
                      <a:pt x="0" y="62"/>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80946" name="Freeform 50">
              <a:extLst>
                <a:ext uri="{FF2B5EF4-FFF2-40B4-BE49-F238E27FC236}">
                  <a16:creationId xmlns:a16="http://schemas.microsoft.com/office/drawing/2014/main" id="{ADEDD502-44B5-4F2C-4985-0CF793F0D257}"/>
                </a:ext>
              </a:extLst>
            </p:cNvPr>
            <p:cNvSpPr>
              <a:spLocks/>
            </p:cNvSpPr>
            <p:nvPr/>
          </p:nvSpPr>
          <p:spPr bwMode="auto">
            <a:xfrm>
              <a:off x="2724" y="2978"/>
              <a:ext cx="476" cy="144"/>
            </a:xfrm>
            <a:custGeom>
              <a:avLst/>
              <a:gdLst>
                <a:gd name="T0" fmla="*/ 0 w 476"/>
                <a:gd name="T1" fmla="*/ 143 h 144"/>
                <a:gd name="T2" fmla="*/ 36 w 476"/>
                <a:gd name="T3" fmla="*/ 131 h 144"/>
                <a:gd name="T4" fmla="*/ 64 w 476"/>
                <a:gd name="T5" fmla="*/ 123 h 144"/>
                <a:gd name="T6" fmla="*/ 72 w 476"/>
                <a:gd name="T7" fmla="*/ 123 h 144"/>
                <a:gd name="T8" fmla="*/ 95 w 476"/>
                <a:gd name="T9" fmla="*/ 128 h 144"/>
                <a:gd name="T10" fmla="*/ 114 w 476"/>
                <a:gd name="T11" fmla="*/ 114 h 144"/>
                <a:gd name="T12" fmla="*/ 122 w 476"/>
                <a:gd name="T13" fmla="*/ 112 h 144"/>
                <a:gd name="T14" fmla="*/ 164 w 476"/>
                <a:gd name="T15" fmla="*/ 114 h 144"/>
                <a:gd name="T16" fmla="*/ 187 w 476"/>
                <a:gd name="T17" fmla="*/ 89 h 144"/>
                <a:gd name="T18" fmla="*/ 209 w 476"/>
                <a:gd name="T19" fmla="*/ 84 h 144"/>
                <a:gd name="T20" fmla="*/ 254 w 476"/>
                <a:gd name="T21" fmla="*/ 61 h 144"/>
                <a:gd name="T22" fmla="*/ 285 w 476"/>
                <a:gd name="T23" fmla="*/ 61 h 144"/>
                <a:gd name="T24" fmla="*/ 307 w 476"/>
                <a:gd name="T25" fmla="*/ 42 h 144"/>
                <a:gd name="T26" fmla="*/ 338 w 476"/>
                <a:gd name="T27" fmla="*/ 42 h 144"/>
                <a:gd name="T28" fmla="*/ 357 w 476"/>
                <a:gd name="T29" fmla="*/ 22 h 144"/>
                <a:gd name="T30" fmla="*/ 421 w 476"/>
                <a:gd name="T31" fmla="*/ 22 h 144"/>
                <a:gd name="T32" fmla="*/ 427 w 476"/>
                <a:gd name="T33" fmla="*/ 5 h 144"/>
                <a:gd name="T34" fmla="*/ 452 w 476"/>
                <a:gd name="T35" fmla="*/ 0 h 144"/>
                <a:gd name="T36" fmla="*/ 461 w 476"/>
                <a:gd name="T37" fmla="*/ 2 h 144"/>
                <a:gd name="T38" fmla="*/ 475 w 476"/>
                <a:gd name="T39"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76" h="144">
                  <a:moveTo>
                    <a:pt x="0" y="143"/>
                  </a:moveTo>
                  <a:lnTo>
                    <a:pt x="36" y="131"/>
                  </a:lnTo>
                  <a:lnTo>
                    <a:pt x="64" y="123"/>
                  </a:lnTo>
                  <a:lnTo>
                    <a:pt x="72" y="123"/>
                  </a:lnTo>
                  <a:lnTo>
                    <a:pt x="95" y="128"/>
                  </a:lnTo>
                  <a:lnTo>
                    <a:pt x="114" y="114"/>
                  </a:lnTo>
                  <a:lnTo>
                    <a:pt x="122" y="112"/>
                  </a:lnTo>
                  <a:lnTo>
                    <a:pt x="164" y="114"/>
                  </a:lnTo>
                  <a:lnTo>
                    <a:pt x="187" y="89"/>
                  </a:lnTo>
                  <a:lnTo>
                    <a:pt x="209" y="84"/>
                  </a:lnTo>
                  <a:lnTo>
                    <a:pt x="254" y="61"/>
                  </a:lnTo>
                  <a:lnTo>
                    <a:pt x="285" y="61"/>
                  </a:lnTo>
                  <a:lnTo>
                    <a:pt x="307" y="42"/>
                  </a:lnTo>
                  <a:lnTo>
                    <a:pt x="338" y="42"/>
                  </a:lnTo>
                  <a:lnTo>
                    <a:pt x="357" y="22"/>
                  </a:lnTo>
                  <a:lnTo>
                    <a:pt x="421" y="22"/>
                  </a:lnTo>
                  <a:lnTo>
                    <a:pt x="427" y="5"/>
                  </a:lnTo>
                  <a:lnTo>
                    <a:pt x="452" y="0"/>
                  </a:lnTo>
                  <a:lnTo>
                    <a:pt x="461" y="2"/>
                  </a:lnTo>
                  <a:lnTo>
                    <a:pt x="475" y="0"/>
                  </a:lnTo>
                </a:path>
              </a:pathLst>
            </a:custGeom>
            <a:noFill/>
            <a:ln w="12700" cap="rnd" cmpd="sng">
              <a:solidFill>
                <a:srgbClr val="CC99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80951" name="Rectangle 55">
            <a:extLst>
              <a:ext uri="{FF2B5EF4-FFF2-40B4-BE49-F238E27FC236}">
                <a16:creationId xmlns:a16="http://schemas.microsoft.com/office/drawing/2014/main" id="{7C194E89-F7CC-6B6C-4357-175AF6951A48}"/>
              </a:ext>
            </a:extLst>
          </p:cNvPr>
          <p:cNvSpPr>
            <a:spLocks noChangeArrowheads="1"/>
          </p:cNvSpPr>
          <p:nvPr/>
        </p:nvSpPr>
        <p:spPr bwMode="auto">
          <a:xfrm>
            <a:off x="6872288" y="4229100"/>
            <a:ext cx="1295400" cy="838200"/>
          </a:xfrm>
          <a:prstGeom prst="rect">
            <a:avLst/>
          </a:prstGeom>
          <a:noFill/>
          <a:ln w="28575">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52" name="Text Box 56">
            <a:extLst>
              <a:ext uri="{FF2B5EF4-FFF2-40B4-BE49-F238E27FC236}">
                <a16:creationId xmlns:a16="http://schemas.microsoft.com/office/drawing/2014/main" id="{105F7954-D77F-A068-D4BB-456EAF9E6F7B}"/>
              </a:ext>
            </a:extLst>
          </p:cNvPr>
          <p:cNvSpPr txBox="1">
            <a:spLocks noChangeArrowheads="1"/>
          </p:cNvSpPr>
          <p:nvPr/>
        </p:nvSpPr>
        <p:spPr bwMode="auto">
          <a:xfrm>
            <a:off x="7024688" y="4421188"/>
            <a:ext cx="1081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MTSO</a:t>
            </a:r>
          </a:p>
        </p:txBody>
      </p:sp>
      <p:sp>
        <p:nvSpPr>
          <p:cNvPr id="80953" name="Line 57">
            <a:extLst>
              <a:ext uri="{FF2B5EF4-FFF2-40B4-BE49-F238E27FC236}">
                <a16:creationId xmlns:a16="http://schemas.microsoft.com/office/drawing/2014/main" id="{4DBDFD0E-B06D-234E-9F83-B9CA927828AB}"/>
              </a:ext>
            </a:extLst>
          </p:cNvPr>
          <p:cNvSpPr>
            <a:spLocks noChangeShapeType="1"/>
          </p:cNvSpPr>
          <p:nvPr/>
        </p:nvSpPr>
        <p:spPr bwMode="auto">
          <a:xfrm flipH="1" flipV="1">
            <a:off x="6170613" y="4229100"/>
            <a:ext cx="701675" cy="23812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0954" name="Line 58">
            <a:extLst>
              <a:ext uri="{FF2B5EF4-FFF2-40B4-BE49-F238E27FC236}">
                <a16:creationId xmlns:a16="http://schemas.microsoft.com/office/drawing/2014/main" id="{8FD64B0F-CC7C-BD2A-2CD2-ECBC1F0986E9}"/>
              </a:ext>
            </a:extLst>
          </p:cNvPr>
          <p:cNvSpPr>
            <a:spLocks noChangeShapeType="1"/>
          </p:cNvSpPr>
          <p:nvPr/>
        </p:nvSpPr>
        <p:spPr bwMode="auto">
          <a:xfrm flipH="1">
            <a:off x="6170613" y="4730750"/>
            <a:ext cx="701675" cy="4127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381117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ADB1F78-7F46-6926-D3DC-AC1DC4B37908}"/>
              </a:ext>
            </a:extLst>
          </p:cNvPr>
          <p:cNvSpPr>
            <a:spLocks noGrp="1" noChangeArrowheads="1"/>
          </p:cNvSpPr>
          <p:nvPr>
            <p:ph type="title"/>
          </p:nvPr>
        </p:nvSpPr>
        <p:spPr/>
        <p:txBody>
          <a:bodyPr/>
          <a:lstStyle/>
          <a:p>
            <a:r>
              <a:rPr lang="en-US" altLang="en-US" sz="4400" b="0" dirty="0">
                <a:solidFill>
                  <a:schemeClr val="bg1">
                    <a:lumMod val="75000"/>
                  </a:schemeClr>
                </a:solidFill>
              </a:rPr>
              <a:t>Cellular Networks</a:t>
            </a:r>
            <a:endParaRPr lang="en-US" altLang="en-US" sz="4400" dirty="0">
              <a:solidFill>
                <a:schemeClr val="bg1">
                  <a:lumMod val="75000"/>
                </a:schemeClr>
              </a:solidFill>
            </a:endParaRPr>
          </a:p>
        </p:txBody>
      </p:sp>
      <p:sp>
        <p:nvSpPr>
          <p:cNvPr id="72707" name="Oval 3">
            <a:extLst>
              <a:ext uri="{FF2B5EF4-FFF2-40B4-BE49-F238E27FC236}">
                <a16:creationId xmlns:a16="http://schemas.microsoft.com/office/drawing/2014/main" id="{3F52A84B-1E55-BCF6-AFAF-B67C166051C2}"/>
              </a:ext>
            </a:extLst>
          </p:cNvPr>
          <p:cNvSpPr>
            <a:spLocks noChangeArrowheads="1"/>
          </p:cNvSpPr>
          <p:nvPr/>
        </p:nvSpPr>
        <p:spPr bwMode="auto">
          <a:xfrm>
            <a:off x="2438400" y="1828800"/>
            <a:ext cx="2047875" cy="1798638"/>
          </a:xfrm>
          <a:prstGeom prst="ellipse">
            <a:avLst/>
          </a:prstGeom>
          <a:noFill/>
          <a:ln w="28575">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08" name="Oval 4">
            <a:extLst>
              <a:ext uri="{FF2B5EF4-FFF2-40B4-BE49-F238E27FC236}">
                <a16:creationId xmlns:a16="http://schemas.microsoft.com/office/drawing/2014/main" id="{D23ECB9E-67A3-FC51-5B17-D1E9099D6C69}"/>
              </a:ext>
            </a:extLst>
          </p:cNvPr>
          <p:cNvSpPr>
            <a:spLocks noChangeArrowheads="1"/>
          </p:cNvSpPr>
          <p:nvPr/>
        </p:nvSpPr>
        <p:spPr bwMode="auto">
          <a:xfrm>
            <a:off x="304800" y="1979613"/>
            <a:ext cx="2047875" cy="1798637"/>
          </a:xfrm>
          <a:prstGeom prst="ellipse">
            <a:avLst/>
          </a:prstGeom>
          <a:noFill/>
          <a:ln w="28575">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72709" name="Group 5">
            <a:extLst>
              <a:ext uri="{FF2B5EF4-FFF2-40B4-BE49-F238E27FC236}">
                <a16:creationId xmlns:a16="http://schemas.microsoft.com/office/drawing/2014/main" id="{BB40BC3D-D925-F77D-8C60-33039BF729AC}"/>
              </a:ext>
            </a:extLst>
          </p:cNvPr>
          <p:cNvGrpSpPr>
            <a:grpSpLocks/>
          </p:cNvGrpSpPr>
          <p:nvPr/>
        </p:nvGrpSpPr>
        <p:grpSpPr bwMode="auto">
          <a:xfrm>
            <a:off x="3208338" y="2773363"/>
            <a:ext cx="479425" cy="474662"/>
            <a:chOff x="2021" y="1747"/>
            <a:chExt cx="302" cy="299"/>
          </a:xfrm>
        </p:grpSpPr>
        <p:grpSp>
          <p:nvGrpSpPr>
            <p:cNvPr id="72710" name="Group 6">
              <a:extLst>
                <a:ext uri="{FF2B5EF4-FFF2-40B4-BE49-F238E27FC236}">
                  <a16:creationId xmlns:a16="http://schemas.microsoft.com/office/drawing/2014/main" id="{AE6F2226-2985-53F4-0746-B1360B5A0472}"/>
                </a:ext>
              </a:extLst>
            </p:cNvPr>
            <p:cNvGrpSpPr>
              <a:grpSpLocks/>
            </p:cNvGrpSpPr>
            <p:nvPr/>
          </p:nvGrpSpPr>
          <p:grpSpPr bwMode="auto">
            <a:xfrm>
              <a:off x="2021" y="1829"/>
              <a:ext cx="302" cy="217"/>
              <a:chOff x="2021" y="1746"/>
              <a:chExt cx="302" cy="217"/>
            </a:xfrm>
          </p:grpSpPr>
          <p:sp>
            <p:nvSpPr>
              <p:cNvPr id="72711" name="Rectangle 7">
                <a:extLst>
                  <a:ext uri="{FF2B5EF4-FFF2-40B4-BE49-F238E27FC236}">
                    <a16:creationId xmlns:a16="http://schemas.microsoft.com/office/drawing/2014/main" id="{2ABFB148-70D7-CE95-7D78-BB229CD9E26E}"/>
                  </a:ext>
                </a:extLst>
              </p:cNvPr>
              <p:cNvSpPr>
                <a:spLocks noChangeArrowheads="1"/>
              </p:cNvSpPr>
              <p:nvPr/>
            </p:nvSpPr>
            <p:spPr bwMode="auto">
              <a:xfrm>
                <a:off x="2021" y="1746"/>
                <a:ext cx="302" cy="2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12" name="Text Box 8">
                <a:extLst>
                  <a:ext uri="{FF2B5EF4-FFF2-40B4-BE49-F238E27FC236}">
                    <a16:creationId xmlns:a16="http://schemas.microsoft.com/office/drawing/2014/main" id="{11D86EBE-F993-F130-D0F8-95D9A039B7B1}"/>
                  </a:ext>
                </a:extLst>
              </p:cNvPr>
              <p:cNvSpPr txBox="1">
                <a:spLocks noChangeArrowheads="1"/>
              </p:cNvSpPr>
              <p:nvPr/>
            </p:nvSpPr>
            <p:spPr bwMode="auto">
              <a:xfrm>
                <a:off x="2041" y="1751"/>
                <a:ext cx="2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BS</a:t>
                </a:r>
              </a:p>
            </p:txBody>
          </p:sp>
        </p:grpSp>
        <p:sp>
          <p:nvSpPr>
            <p:cNvPr id="72713" name="Line 9">
              <a:extLst>
                <a:ext uri="{FF2B5EF4-FFF2-40B4-BE49-F238E27FC236}">
                  <a16:creationId xmlns:a16="http://schemas.microsoft.com/office/drawing/2014/main" id="{E16CCE58-5268-7DCF-1F02-B53CD3D5CC14}"/>
                </a:ext>
              </a:extLst>
            </p:cNvPr>
            <p:cNvSpPr>
              <a:spLocks noChangeShapeType="1"/>
            </p:cNvSpPr>
            <p:nvPr/>
          </p:nvSpPr>
          <p:spPr bwMode="auto">
            <a:xfrm flipV="1">
              <a:off x="2258" y="1747"/>
              <a:ext cx="0" cy="109"/>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72714" name="Group 10">
            <a:extLst>
              <a:ext uri="{FF2B5EF4-FFF2-40B4-BE49-F238E27FC236}">
                <a16:creationId xmlns:a16="http://schemas.microsoft.com/office/drawing/2014/main" id="{A3D22DAF-0C6F-9CAD-D3DE-FF36BC407FD8}"/>
              </a:ext>
            </a:extLst>
          </p:cNvPr>
          <p:cNvGrpSpPr>
            <a:grpSpLocks/>
          </p:cNvGrpSpPr>
          <p:nvPr/>
        </p:nvGrpSpPr>
        <p:grpSpPr bwMode="auto">
          <a:xfrm>
            <a:off x="2743200" y="2359025"/>
            <a:ext cx="542925" cy="379413"/>
            <a:chOff x="2231" y="1386"/>
            <a:chExt cx="342" cy="239"/>
          </a:xfrm>
        </p:grpSpPr>
        <p:pic>
          <p:nvPicPr>
            <p:cNvPr id="72715" name="Picture 11">
              <a:extLst>
                <a:ext uri="{FF2B5EF4-FFF2-40B4-BE49-F238E27FC236}">
                  <a16:creationId xmlns:a16="http://schemas.microsoft.com/office/drawing/2014/main" id="{0F7A5E75-1B78-8133-55B3-21DC1EDEF6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1" y="1455"/>
              <a:ext cx="342" cy="170"/>
            </a:xfrm>
            <a:prstGeom prst="rect">
              <a:avLst/>
            </a:prstGeom>
            <a:noFill/>
            <a:extLst>
              <a:ext uri="{909E8E84-426E-40DD-AFC4-6F175D3DCCD1}">
                <a14:hiddenFill xmlns:a14="http://schemas.microsoft.com/office/drawing/2010/main">
                  <a:solidFill>
                    <a:srgbClr val="FFFFFF"/>
                  </a:solidFill>
                </a14:hiddenFill>
              </a:ext>
            </a:extLst>
          </p:spPr>
        </p:pic>
        <p:sp>
          <p:nvSpPr>
            <p:cNvPr id="72716" name="Line 12">
              <a:extLst>
                <a:ext uri="{FF2B5EF4-FFF2-40B4-BE49-F238E27FC236}">
                  <a16:creationId xmlns:a16="http://schemas.microsoft.com/office/drawing/2014/main" id="{4B4745E5-8E57-7E87-D02C-F19B561A390C}"/>
                </a:ext>
              </a:extLst>
            </p:cNvPr>
            <p:cNvSpPr>
              <a:spLocks noChangeShapeType="1"/>
            </p:cNvSpPr>
            <p:nvPr/>
          </p:nvSpPr>
          <p:spPr bwMode="auto">
            <a:xfrm flipV="1">
              <a:off x="2427" y="1386"/>
              <a:ext cx="0" cy="109"/>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72717" name="Group 13">
            <a:extLst>
              <a:ext uri="{FF2B5EF4-FFF2-40B4-BE49-F238E27FC236}">
                <a16:creationId xmlns:a16="http://schemas.microsoft.com/office/drawing/2014/main" id="{AB00AE2A-16E7-6EE0-CFB0-217361EFE85F}"/>
              </a:ext>
            </a:extLst>
          </p:cNvPr>
          <p:cNvGrpSpPr>
            <a:grpSpLocks/>
          </p:cNvGrpSpPr>
          <p:nvPr/>
        </p:nvGrpSpPr>
        <p:grpSpPr bwMode="auto">
          <a:xfrm>
            <a:off x="1501775" y="3151188"/>
            <a:ext cx="542925" cy="379412"/>
            <a:chOff x="2231" y="1386"/>
            <a:chExt cx="342" cy="239"/>
          </a:xfrm>
        </p:grpSpPr>
        <p:pic>
          <p:nvPicPr>
            <p:cNvPr id="72718" name="Picture 14">
              <a:extLst>
                <a:ext uri="{FF2B5EF4-FFF2-40B4-BE49-F238E27FC236}">
                  <a16:creationId xmlns:a16="http://schemas.microsoft.com/office/drawing/2014/main" id="{2078E4D4-B09B-7235-4FEF-5C287DE31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1" y="1455"/>
              <a:ext cx="342" cy="170"/>
            </a:xfrm>
            <a:prstGeom prst="rect">
              <a:avLst/>
            </a:prstGeom>
            <a:noFill/>
            <a:extLst>
              <a:ext uri="{909E8E84-426E-40DD-AFC4-6F175D3DCCD1}">
                <a14:hiddenFill xmlns:a14="http://schemas.microsoft.com/office/drawing/2010/main">
                  <a:solidFill>
                    <a:srgbClr val="FFFFFF"/>
                  </a:solidFill>
                </a14:hiddenFill>
              </a:ext>
            </a:extLst>
          </p:spPr>
        </p:pic>
        <p:sp>
          <p:nvSpPr>
            <p:cNvPr id="72719" name="Line 15">
              <a:extLst>
                <a:ext uri="{FF2B5EF4-FFF2-40B4-BE49-F238E27FC236}">
                  <a16:creationId xmlns:a16="http://schemas.microsoft.com/office/drawing/2014/main" id="{834E9C10-93B1-43C8-9869-E3DD63A6AF21}"/>
                </a:ext>
              </a:extLst>
            </p:cNvPr>
            <p:cNvSpPr>
              <a:spLocks noChangeShapeType="1"/>
            </p:cNvSpPr>
            <p:nvPr/>
          </p:nvSpPr>
          <p:spPr bwMode="auto">
            <a:xfrm flipV="1">
              <a:off x="2427" y="1386"/>
              <a:ext cx="0" cy="109"/>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72720" name="Group 16">
            <a:extLst>
              <a:ext uri="{FF2B5EF4-FFF2-40B4-BE49-F238E27FC236}">
                <a16:creationId xmlns:a16="http://schemas.microsoft.com/office/drawing/2014/main" id="{871291C7-0F4A-F396-2268-AF5C21A6AA6A}"/>
              </a:ext>
            </a:extLst>
          </p:cNvPr>
          <p:cNvGrpSpPr>
            <a:grpSpLocks/>
          </p:cNvGrpSpPr>
          <p:nvPr/>
        </p:nvGrpSpPr>
        <p:grpSpPr bwMode="auto">
          <a:xfrm>
            <a:off x="995363" y="2635250"/>
            <a:ext cx="479425" cy="474663"/>
            <a:chOff x="2021" y="1747"/>
            <a:chExt cx="302" cy="299"/>
          </a:xfrm>
        </p:grpSpPr>
        <p:grpSp>
          <p:nvGrpSpPr>
            <p:cNvPr id="72721" name="Group 17">
              <a:extLst>
                <a:ext uri="{FF2B5EF4-FFF2-40B4-BE49-F238E27FC236}">
                  <a16:creationId xmlns:a16="http://schemas.microsoft.com/office/drawing/2014/main" id="{24ECFBB8-B526-8D37-0AA7-1E7360D13A15}"/>
                </a:ext>
              </a:extLst>
            </p:cNvPr>
            <p:cNvGrpSpPr>
              <a:grpSpLocks/>
            </p:cNvGrpSpPr>
            <p:nvPr/>
          </p:nvGrpSpPr>
          <p:grpSpPr bwMode="auto">
            <a:xfrm>
              <a:off x="2021" y="1829"/>
              <a:ext cx="302" cy="217"/>
              <a:chOff x="2021" y="1746"/>
              <a:chExt cx="302" cy="217"/>
            </a:xfrm>
          </p:grpSpPr>
          <p:sp>
            <p:nvSpPr>
              <p:cNvPr id="72722" name="Rectangle 18">
                <a:extLst>
                  <a:ext uri="{FF2B5EF4-FFF2-40B4-BE49-F238E27FC236}">
                    <a16:creationId xmlns:a16="http://schemas.microsoft.com/office/drawing/2014/main" id="{5FEA1F04-4BFC-0866-7D1E-D6274D8DA58A}"/>
                  </a:ext>
                </a:extLst>
              </p:cNvPr>
              <p:cNvSpPr>
                <a:spLocks noChangeArrowheads="1"/>
              </p:cNvSpPr>
              <p:nvPr/>
            </p:nvSpPr>
            <p:spPr bwMode="auto">
              <a:xfrm>
                <a:off x="2021" y="1746"/>
                <a:ext cx="302" cy="2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23" name="Text Box 19">
                <a:extLst>
                  <a:ext uri="{FF2B5EF4-FFF2-40B4-BE49-F238E27FC236}">
                    <a16:creationId xmlns:a16="http://schemas.microsoft.com/office/drawing/2014/main" id="{18F292E6-0CA4-3F3F-4915-FEB27F72EA55}"/>
                  </a:ext>
                </a:extLst>
              </p:cNvPr>
              <p:cNvSpPr txBox="1">
                <a:spLocks noChangeArrowheads="1"/>
              </p:cNvSpPr>
              <p:nvPr/>
            </p:nvSpPr>
            <p:spPr bwMode="auto">
              <a:xfrm>
                <a:off x="2041" y="1751"/>
                <a:ext cx="2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BS</a:t>
                </a:r>
              </a:p>
            </p:txBody>
          </p:sp>
        </p:grpSp>
        <p:sp>
          <p:nvSpPr>
            <p:cNvPr id="72724" name="Line 20">
              <a:extLst>
                <a:ext uri="{FF2B5EF4-FFF2-40B4-BE49-F238E27FC236}">
                  <a16:creationId xmlns:a16="http://schemas.microsoft.com/office/drawing/2014/main" id="{E35B322D-E9AE-CDA7-015F-BC10F6290FF1}"/>
                </a:ext>
              </a:extLst>
            </p:cNvPr>
            <p:cNvSpPr>
              <a:spLocks noChangeShapeType="1"/>
            </p:cNvSpPr>
            <p:nvPr/>
          </p:nvSpPr>
          <p:spPr bwMode="auto">
            <a:xfrm flipV="1">
              <a:off x="2258" y="1747"/>
              <a:ext cx="0" cy="109"/>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72725" name="Freeform 21">
            <a:extLst>
              <a:ext uri="{FF2B5EF4-FFF2-40B4-BE49-F238E27FC236}">
                <a16:creationId xmlns:a16="http://schemas.microsoft.com/office/drawing/2014/main" id="{A359887A-F0B9-C1DE-8C26-1F5DB77BE3B0}"/>
              </a:ext>
            </a:extLst>
          </p:cNvPr>
          <p:cNvSpPr>
            <a:spLocks/>
          </p:cNvSpPr>
          <p:nvPr/>
        </p:nvSpPr>
        <p:spPr bwMode="auto">
          <a:xfrm>
            <a:off x="1450975" y="2641600"/>
            <a:ext cx="334963" cy="479425"/>
          </a:xfrm>
          <a:custGeom>
            <a:avLst/>
            <a:gdLst>
              <a:gd name="T0" fmla="*/ 0 w 211"/>
              <a:gd name="T1" fmla="*/ 0 h 302"/>
              <a:gd name="T2" fmla="*/ 211 w 211"/>
              <a:gd name="T3" fmla="*/ 302 h 302"/>
            </a:gdLst>
            <a:ahLst/>
            <a:cxnLst>
              <a:cxn ang="0">
                <a:pos x="T0" y="T1"/>
              </a:cxn>
              <a:cxn ang="0">
                <a:pos x="T2" y="T3"/>
              </a:cxn>
            </a:cxnLst>
            <a:rect l="0" t="0" r="r" b="b"/>
            <a:pathLst>
              <a:path w="211" h="302">
                <a:moveTo>
                  <a:pt x="0" y="0"/>
                </a:moveTo>
                <a:cubicBezTo>
                  <a:pt x="89" y="126"/>
                  <a:pt x="179" y="253"/>
                  <a:pt x="211" y="302"/>
                </a:cubicBezTo>
              </a:path>
            </a:pathLst>
          </a:custGeom>
          <a:noFill/>
          <a:ln w="19050" cap="flat" cmpd="sng">
            <a:solidFill>
              <a:srgbClr val="0033CC"/>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26" name="Line 22">
            <a:extLst>
              <a:ext uri="{FF2B5EF4-FFF2-40B4-BE49-F238E27FC236}">
                <a16:creationId xmlns:a16="http://schemas.microsoft.com/office/drawing/2014/main" id="{C59B178E-BFB6-7883-61FB-3F61330B5FD4}"/>
              </a:ext>
            </a:extLst>
          </p:cNvPr>
          <p:cNvSpPr>
            <a:spLocks noChangeShapeType="1"/>
          </p:cNvSpPr>
          <p:nvPr/>
        </p:nvSpPr>
        <p:spPr bwMode="auto">
          <a:xfrm flipH="1" flipV="1">
            <a:off x="3163888" y="2366963"/>
            <a:ext cx="363537" cy="376237"/>
          </a:xfrm>
          <a:prstGeom prst="line">
            <a:avLst/>
          </a:prstGeom>
          <a:noFill/>
          <a:ln w="19050">
            <a:solidFill>
              <a:srgbClr val="0033CC"/>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72727" name="Group 23">
            <a:extLst>
              <a:ext uri="{FF2B5EF4-FFF2-40B4-BE49-F238E27FC236}">
                <a16:creationId xmlns:a16="http://schemas.microsoft.com/office/drawing/2014/main" id="{373EF909-A28D-25BD-E424-842D351866F5}"/>
              </a:ext>
            </a:extLst>
          </p:cNvPr>
          <p:cNvGrpSpPr>
            <a:grpSpLocks/>
          </p:cNvGrpSpPr>
          <p:nvPr/>
        </p:nvGrpSpPr>
        <p:grpSpPr bwMode="auto">
          <a:xfrm>
            <a:off x="1060450" y="4341813"/>
            <a:ext cx="987425" cy="566737"/>
            <a:chOff x="467" y="3045"/>
            <a:chExt cx="622" cy="357"/>
          </a:xfrm>
        </p:grpSpPr>
        <p:sp>
          <p:nvSpPr>
            <p:cNvPr id="72728" name="Rectangle 24">
              <a:extLst>
                <a:ext uri="{FF2B5EF4-FFF2-40B4-BE49-F238E27FC236}">
                  <a16:creationId xmlns:a16="http://schemas.microsoft.com/office/drawing/2014/main" id="{D699D3A0-0FE3-3032-6495-9CEF7ED324A7}"/>
                </a:ext>
              </a:extLst>
            </p:cNvPr>
            <p:cNvSpPr>
              <a:spLocks noChangeArrowheads="1"/>
            </p:cNvSpPr>
            <p:nvPr/>
          </p:nvSpPr>
          <p:spPr bwMode="auto">
            <a:xfrm>
              <a:off x="467" y="3045"/>
              <a:ext cx="622" cy="357"/>
            </a:xfrm>
            <a:prstGeom prst="rect">
              <a:avLst/>
            </a:prstGeom>
            <a:noFill/>
            <a:ln w="28575">
              <a:solidFill>
                <a:srgbClr val="00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29" name="Text Box 25">
              <a:extLst>
                <a:ext uri="{FF2B5EF4-FFF2-40B4-BE49-F238E27FC236}">
                  <a16:creationId xmlns:a16="http://schemas.microsoft.com/office/drawing/2014/main" id="{ED71C47B-12BA-9403-6222-366D07E66028}"/>
                </a:ext>
              </a:extLst>
            </p:cNvPr>
            <p:cNvSpPr txBox="1">
              <a:spLocks noChangeArrowheads="1"/>
            </p:cNvSpPr>
            <p:nvPr/>
          </p:nvSpPr>
          <p:spPr bwMode="auto">
            <a:xfrm>
              <a:off x="525" y="3096"/>
              <a:ext cx="4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MTSO</a:t>
              </a:r>
            </a:p>
          </p:txBody>
        </p:sp>
      </p:grpSp>
      <p:sp>
        <p:nvSpPr>
          <p:cNvPr id="72730" name="Freeform 26">
            <a:extLst>
              <a:ext uri="{FF2B5EF4-FFF2-40B4-BE49-F238E27FC236}">
                <a16:creationId xmlns:a16="http://schemas.microsoft.com/office/drawing/2014/main" id="{F966E2C9-B904-0328-0EC5-F66ADCFCA2FD}"/>
              </a:ext>
            </a:extLst>
          </p:cNvPr>
          <p:cNvSpPr>
            <a:spLocks/>
          </p:cNvSpPr>
          <p:nvPr/>
        </p:nvSpPr>
        <p:spPr bwMode="auto">
          <a:xfrm>
            <a:off x="769938" y="3076575"/>
            <a:ext cx="508000" cy="1625600"/>
          </a:xfrm>
          <a:custGeom>
            <a:avLst/>
            <a:gdLst>
              <a:gd name="T0" fmla="*/ 320 w 320"/>
              <a:gd name="T1" fmla="*/ 0 h 1024"/>
              <a:gd name="T2" fmla="*/ 265 w 320"/>
              <a:gd name="T3" fmla="*/ 9 h 1024"/>
              <a:gd name="T4" fmla="*/ 128 w 320"/>
              <a:gd name="T5" fmla="*/ 110 h 1024"/>
              <a:gd name="T6" fmla="*/ 36 w 320"/>
              <a:gd name="T7" fmla="*/ 238 h 1024"/>
              <a:gd name="T8" fmla="*/ 18 w 320"/>
              <a:gd name="T9" fmla="*/ 293 h 1024"/>
              <a:gd name="T10" fmla="*/ 0 w 320"/>
              <a:gd name="T11" fmla="*/ 494 h 1024"/>
              <a:gd name="T12" fmla="*/ 82 w 320"/>
              <a:gd name="T13" fmla="*/ 915 h 1024"/>
              <a:gd name="T14" fmla="*/ 173 w 320"/>
              <a:gd name="T15" fmla="*/ 1024 h 10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0" h="1024">
                <a:moveTo>
                  <a:pt x="320" y="0"/>
                </a:moveTo>
                <a:cubicBezTo>
                  <a:pt x="302" y="3"/>
                  <a:pt x="283" y="3"/>
                  <a:pt x="265" y="9"/>
                </a:cubicBezTo>
                <a:cubicBezTo>
                  <a:pt x="215" y="26"/>
                  <a:pt x="172" y="81"/>
                  <a:pt x="128" y="110"/>
                </a:cubicBezTo>
                <a:cubicBezTo>
                  <a:pt x="98" y="153"/>
                  <a:pt x="65" y="194"/>
                  <a:pt x="36" y="238"/>
                </a:cubicBezTo>
                <a:cubicBezTo>
                  <a:pt x="25" y="254"/>
                  <a:pt x="18" y="293"/>
                  <a:pt x="18" y="293"/>
                </a:cubicBezTo>
                <a:cubicBezTo>
                  <a:pt x="13" y="360"/>
                  <a:pt x="0" y="427"/>
                  <a:pt x="0" y="494"/>
                </a:cubicBezTo>
                <a:cubicBezTo>
                  <a:pt x="0" y="643"/>
                  <a:pt x="37" y="776"/>
                  <a:pt x="82" y="915"/>
                </a:cubicBezTo>
                <a:cubicBezTo>
                  <a:pt x="93" y="949"/>
                  <a:pt x="145" y="996"/>
                  <a:pt x="173" y="1024"/>
                </a:cubicBezTo>
              </a:path>
            </a:pathLst>
          </a:custGeom>
          <a:noFill/>
          <a:ln w="19050" cap="flat" cmpd="sng">
            <a:solidFill>
              <a:srgbClr val="CC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31" name="Freeform 27">
            <a:extLst>
              <a:ext uri="{FF2B5EF4-FFF2-40B4-BE49-F238E27FC236}">
                <a16:creationId xmlns:a16="http://schemas.microsoft.com/office/drawing/2014/main" id="{4D8DA48F-9E73-9334-A28D-552BA22DFECD}"/>
              </a:ext>
            </a:extLst>
          </p:cNvPr>
          <p:cNvSpPr>
            <a:spLocks/>
          </p:cNvSpPr>
          <p:nvPr/>
        </p:nvSpPr>
        <p:spPr bwMode="auto">
          <a:xfrm>
            <a:off x="1916113" y="3106738"/>
            <a:ext cx="1292225" cy="1247775"/>
          </a:xfrm>
          <a:custGeom>
            <a:avLst/>
            <a:gdLst>
              <a:gd name="T0" fmla="*/ 814 w 814"/>
              <a:gd name="T1" fmla="*/ 0 h 786"/>
              <a:gd name="T2" fmla="*/ 658 w 814"/>
              <a:gd name="T3" fmla="*/ 36 h 786"/>
              <a:gd name="T4" fmla="*/ 375 w 814"/>
              <a:gd name="T5" fmla="*/ 128 h 786"/>
              <a:gd name="T6" fmla="*/ 292 w 814"/>
              <a:gd name="T7" fmla="*/ 173 h 786"/>
              <a:gd name="T8" fmla="*/ 210 w 814"/>
              <a:gd name="T9" fmla="*/ 274 h 786"/>
              <a:gd name="T10" fmla="*/ 183 w 814"/>
              <a:gd name="T11" fmla="*/ 310 h 786"/>
              <a:gd name="T12" fmla="*/ 155 w 814"/>
              <a:gd name="T13" fmla="*/ 338 h 786"/>
              <a:gd name="T14" fmla="*/ 36 w 814"/>
              <a:gd name="T15" fmla="*/ 530 h 786"/>
              <a:gd name="T16" fmla="*/ 0 w 814"/>
              <a:gd name="T17" fmla="*/ 740 h 786"/>
              <a:gd name="T18" fmla="*/ 9 w 814"/>
              <a:gd name="T19" fmla="*/ 786 h 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4" h="786">
                <a:moveTo>
                  <a:pt x="814" y="0"/>
                </a:moveTo>
                <a:cubicBezTo>
                  <a:pt x="753" y="20"/>
                  <a:pt x="722" y="28"/>
                  <a:pt x="658" y="36"/>
                </a:cubicBezTo>
                <a:cubicBezTo>
                  <a:pt x="563" y="68"/>
                  <a:pt x="472" y="101"/>
                  <a:pt x="375" y="128"/>
                </a:cubicBezTo>
                <a:cubicBezTo>
                  <a:pt x="348" y="145"/>
                  <a:pt x="317" y="153"/>
                  <a:pt x="292" y="173"/>
                </a:cubicBezTo>
                <a:cubicBezTo>
                  <a:pt x="261" y="198"/>
                  <a:pt x="233" y="241"/>
                  <a:pt x="210" y="274"/>
                </a:cubicBezTo>
                <a:cubicBezTo>
                  <a:pt x="201" y="286"/>
                  <a:pt x="193" y="299"/>
                  <a:pt x="183" y="310"/>
                </a:cubicBezTo>
                <a:cubicBezTo>
                  <a:pt x="174" y="320"/>
                  <a:pt x="163" y="328"/>
                  <a:pt x="155" y="338"/>
                </a:cubicBezTo>
                <a:cubicBezTo>
                  <a:pt x="108" y="399"/>
                  <a:pt x="78" y="468"/>
                  <a:pt x="36" y="530"/>
                </a:cubicBezTo>
                <a:cubicBezTo>
                  <a:pt x="14" y="597"/>
                  <a:pt x="17" y="671"/>
                  <a:pt x="0" y="740"/>
                </a:cubicBezTo>
                <a:cubicBezTo>
                  <a:pt x="3" y="755"/>
                  <a:pt x="9" y="786"/>
                  <a:pt x="9" y="786"/>
                </a:cubicBezTo>
              </a:path>
            </a:pathLst>
          </a:custGeom>
          <a:noFill/>
          <a:ln w="12700" cap="flat" cmpd="sng">
            <a:solidFill>
              <a:srgbClr val="CC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32" name="Rectangle 28">
            <a:extLst>
              <a:ext uri="{FF2B5EF4-FFF2-40B4-BE49-F238E27FC236}">
                <a16:creationId xmlns:a16="http://schemas.microsoft.com/office/drawing/2014/main" id="{96B71A15-2455-5B40-B78C-34FA2C8AD697}"/>
              </a:ext>
            </a:extLst>
          </p:cNvPr>
          <p:cNvSpPr>
            <a:spLocks noChangeArrowheads="1"/>
          </p:cNvSpPr>
          <p:nvPr/>
        </p:nvSpPr>
        <p:spPr bwMode="auto">
          <a:xfrm>
            <a:off x="2895600" y="4495800"/>
            <a:ext cx="987425" cy="541338"/>
          </a:xfrm>
          <a:prstGeom prst="rect">
            <a:avLst/>
          </a:prstGeom>
          <a:noFill/>
          <a:ln w="28575">
            <a:solidFill>
              <a:srgbClr val="00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33" name="Text Box 29">
            <a:extLst>
              <a:ext uri="{FF2B5EF4-FFF2-40B4-BE49-F238E27FC236}">
                <a16:creationId xmlns:a16="http://schemas.microsoft.com/office/drawing/2014/main" id="{B7EA9CAA-C687-070C-F55B-9776A4254906}"/>
              </a:ext>
            </a:extLst>
          </p:cNvPr>
          <p:cNvSpPr txBox="1">
            <a:spLocks noChangeArrowheads="1"/>
          </p:cNvSpPr>
          <p:nvPr/>
        </p:nvSpPr>
        <p:spPr bwMode="auto">
          <a:xfrm>
            <a:off x="3048000" y="4572000"/>
            <a:ext cx="723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PSTN</a:t>
            </a:r>
          </a:p>
        </p:txBody>
      </p:sp>
      <p:grpSp>
        <p:nvGrpSpPr>
          <p:cNvPr id="72734" name="Group 30">
            <a:extLst>
              <a:ext uri="{FF2B5EF4-FFF2-40B4-BE49-F238E27FC236}">
                <a16:creationId xmlns:a16="http://schemas.microsoft.com/office/drawing/2014/main" id="{C752A0E3-A3D8-1C0E-ADFC-AECA021C4B2C}"/>
              </a:ext>
            </a:extLst>
          </p:cNvPr>
          <p:cNvGrpSpPr>
            <a:grpSpLocks/>
          </p:cNvGrpSpPr>
          <p:nvPr/>
        </p:nvGrpSpPr>
        <p:grpSpPr bwMode="auto">
          <a:xfrm>
            <a:off x="4811713" y="4319588"/>
            <a:ext cx="987425" cy="566737"/>
            <a:chOff x="467" y="3045"/>
            <a:chExt cx="622" cy="357"/>
          </a:xfrm>
        </p:grpSpPr>
        <p:sp>
          <p:nvSpPr>
            <p:cNvPr id="72735" name="Rectangle 31">
              <a:extLst>
                <a:ext uri="{FF2B5EF4-FFF2-40B4-BE49-F238E27FC236}">
                  <a16:creationId xmlns:a16="http://schemas.microsoft.com/office/drawing/2014/main" id="{131C2EF0-92C4-FAE0-74C9-55B39229D38B}"/>
                </a:ext>
              </a:extLst>
            </p:cNvPr>
            <p:cNvSpPr>
              <a:spLocks noChangeArrowheads="1"/>
            </p:cNvSpPr>
            <p:nvPr/>
          </p:nvSpPr>
          <p:spPr bwMode="auto">
            <a:xfrm>
              <a:off x="467" y="3045"/>
              <a:ext cx="622" cy="357"/>
            </a:xfrm>
            <a:prstGeom prst="rect">
              <a:avLst/>
            </a:prstGeom>
            <a:noFill/>
            <a:ln w="28575">
              <a:solidFill>
                <a:srgbClr val="00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36" name="Text Box 32">
              <a:extLst>
                <a:ext uri="{FF2B5EF4-FFF2-40B4-BE49-F238E27FC236}">
                  <a16:creationId xmlns:a16="http://schemas.microsoft.com/office/drawing/2014/main" id="{17976151-613E-95B1-660C-F021B9DD2D8C}"/>
                </a:ext>
              </a:extLst>
            </p:cNvPr>
            <p:cNvSpPr txBox="1">
              <a:spLocks noChangeArrowheads="1"/>
            </p:cNvSpPr>
            <p:nvPr/>
          </p:nvSpPr>
          <p:spPr bwMode="auto">
            <a:xfrm>
              <a:off x="525" y="3096"/>
              <a:ext cx="4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MTSO</a:t>
              </a:r>
            </a:p>
          </p:txBody>
        </p:sp>
      </p:grpSp>
      <p:sp>
        <p:nvSpPr>
          <p:cNvPr id="72737" name="Oval 33">
            <a:extLst>
              <a:ext uri="{FF2B5EF4-FFF2-40B4-BE49-F238E27FC236}">
                <a16:creationId xmlns:a16="http://schemas.microsoft.com/office/drawing/2014/main" id="{A3EAD0CE-D47E-7033-0D5F-3D248C19FFA6}"/>
              </a:ext>
            </a:extLst>
          </p:cNvPr>
          <p:cNvSpPr>
            <a:spLocks noChangeArrowheads="1"/>
          </p:cNvSpPr>
          <p:nvPr/>
        </p:nvSpPr>
        <p:spPr bwMode="auto">
          <a:xfrm>
            <a:off x="6370638" y="4498975"/>
            <a:ext cx="2047875" cy="1798638"/>
          </a:xfrm>
          <a:prstGeom prst="ellipse">
            <a:avLst/>
          </a:prstGeom>
          <a:noFill/>
          <a:ln w="28575">
            <a:solidFill>
              <a:srgbClr val="0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72738" name="Group 34">
            <a:extLst>
              <a:ext uri="{FF2B5EF4-FFF2-40B4-BE49-F238E27FC236}">
                <a16:creationId xmlns:a16="http://schemas.microsoft.com/office/drawing/2014/main" id="{53320AA7-40FD-D310-2501-BD1A5139539C}"/>
              </a:ext>
            </a:extLst>
          </p:cNvPr>
          <p:cNvGrpSpPr>
            <a:grpSpLocks/>
          </p:cNvGrpSpPr>
          <p:nvPr/>
        </p:nvGrpSpPr>
        <p:grpSpPr bwMode="auto">
          <a:xfrm>
            <a:off x="7104063" y="5292725"/>
            <a:ext cx="479425" cy="474663"/>
            <a:chOff x="2021" y="1747"/>
            <a:chExt cx="302" cy="299"/>
          </a:xfrm>
        </p:grpSpPr>
        <p:grpSp>
          <p:nvGrpSpPr>
            <p:cNvPr id="72739" name="Group 35">
              <a:extLst>
                <a:ext uri="{FF2B5EF4-FFF2-40B4-BE49-F238E27FC236}">
                  <a16:creationId xmlns:a16="http://schemas.microsoft.com/office/drawing/2014/main" id="{86AAA5AC-89AF-E9C7-4FAD-E32A64EA5DEA}"/>
                </a:ext>
              </a:extLst>
            </p:cNvPr>
            <p:cNvGrpSpPr>
              <a:grpSpLocks/>
            </p:cNvGrpSpPr>
            <p:nvPr/>
          </p:nvGrpSpPr>
          <p:grpSpPr bwMode="auto">
            <a:xfrm>
              <a:off x="2021" y="1829"/>
              <a:ext cx="302" cy="217"/>
              <a:chOff x="2021" y="1746"/>
              <a:chExt cx="302" cy="217"/>
            </a:xfrm>
          </p:grpSpPr>
          <p:sp>
            <p:nvSpPr>
              <p:cNvPr id="72740" name="Rectangle 36">
                <a:extLst>
                  <a:ext uri="{FF2B5EF4-FFF2-40B4-BE49-F238E27FC236}">
                    <a16:creationId xmlns:a16="http://schemas.microsoft.com/office/drawing/2014/main" id="{5A796CEE-A7F0-00D3-8E1F-7073CF43A78A}"/>
                  </a:ext>
                </a:extLst>
              </p:cNvPr>
              <p:cNvSpPr>
                <a:spLocks noChangeArrowheads="1"/>
              </p:cNvSpPr>
              <p:nvPr/>
            </p:nvSpPr>
            <p:spPr bwMode="auto">
              <a:xfrm>
                <a:off x="2021" y="1746"/>
                <a:ext cx="302" cy="2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41" name="Text Box 37">
                <a:extLst>
                  <a:ext uri="{FF2B5EF4-FFF2-40B4-BE49-F238E27FC236}">
                    <a16:creationId xmlns:a16="http://schemas.microsoft.com/office/drawing/2014/main" id="{7642C19A-27C2-6CB5-D89C-CF5C170A218D}"/>
                  </a:ext>
                </a:extLst>
              </p:cNvPr>
              <p:cNvSpPr txBox="1">
                <a:spLocks noChangeArrowheads="1"/>
              </p:cNvSpPr>
              <p:nvPr/>
            </p:nvSpPr>
            <p:spPr bwMode="auto">
              <a:xfrm>
                <a:off x="2041" y="1751"/>
                <a:ext cx="2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BS</a:t>
                </a:r>
              </a:p>
            </p:txBody>
          </p:sp>
        </p:grpSp>
        <p:sp>
          <p:nvSpPr>
            <p:cNvPr id="72742" name="Line 38">
              <a:extLst>
                <a:ext uri="{FF2B5EF4-FFF2-40B4-BE49-F238E27FC236}">
                  <a16:creationId xmlns:a16="http://schemas.microsoft.com/office/drawing/2014/main" id="{3F62A002-4172-4B99-5460-CD60F8DD8AF1}"/>
                </a:ext>
              </a:extLst>
            </p:cNvPr>
            <p:cNvSpPr>
              <a:spLocks noChangeShapeType="1"/>
            </p:cNvSpPr>
            <p:nvPr/>
          </p:nvSpPr>
          <p:spPr bwMode="auto">
            <a:xfrm flipV="1">
              <a:off x="2258" y="1747"/>
              <a:ext cx="0" cy="109"/>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72743" name="Group 39">
            <a:extLst>
              <a:ext uri="{FF2B5EF4-FFF2-40B4-BE49-F238E27FC236}">
                <a16:creationId xmlns:a16="http://schemas.microsoft.com/office/drawing/2014/main" id="{F1E81B04-8A26-DA80-AD4D-EEB28455CB24}"/>
              </a:ext>
            </a:extLst>
          </p:cNvPr>
          <p:cNvGrpSpPr>
            <a:grpSpLocks/>
          </p:cNvGrpSpPr>
          <p:nvPr/>
        </p:nvGrpSpPr>
        <p:grpSpPr bwMode="auto">
          <a:xfrm>
            <a:off x="6638925" y="4878388"/>
            <a:ext cx="542925" cy="379412"/>
            <a:chOff x="2231" y="1386"/>
            <a:chExt cx="342" cy="239"/>
          </a:xfrm>
        </p:grpSpPr>
        <p:pic>
          <p:nvPicPr>
            <p:cNvPr id="72744" name="Picture 40">
              <a:extLst>
                <a:ext uri="{FF2B5EF4-FFF2-40B4-BE49-F238E27FC236}">
                  <a16:creationId xmlns:a16="http://schemas.microsoft.com/office/drawing/2014/main" id="{0F4D5600-854A-574C-C8D8-ACE0FBDB4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1" y="1455"/>
              <a:ext cx="342" cy="170"/>
            </a:xfrm>
            <a:prstGeom prst="rect">
              <a:avLst/>
            </a:prstGeom>
            <a:noFill/>
            <a:extLst>
              <a:ext uri="{909E8E84-426E-40DD-AFC4-6F175D3DCCD1}">
                <a14:hiddenFill xmlns:a14="http://schemas.microsoft.com/office/drawing/2010/main">
                  <a:solidFill>
                    <a:srgbClr val="FFFFFF"/>
                  </a:solidFill>
                </a14:hiddenFill>
              </a:ext>
            </a:extLst>
          </p:spPr>
        </p:pic>
        <p:sp>
          <p:nvSpPr>
            <p:cNvPr id="72745" name="Line 41">
              <a:extLst>
                <a:ext uri="{FF2B5EF4-FFF2-40B4-BE49-F238E27FC236}">
                  <a16:creationId xmlns:a16="http://schemas.microsoft.com/office/drawing/2014/main" id="{E406E277-F9C8-281D-B0B6-CFD78D90699E}"/>
                </a:ext>
              </a:extLst>
            </p:cNvPr>
            <p:cNvSpPr>
              <a:spLocks noChangeShapeType="1"/>
            </p:cNvSpPr>
            <p:nvPr/>
          </p:nvSpPr>
          <p:spPr bwMode="auto">
            <a:xfrm flipV="1">
              <a:off x="2427" y="1386"/>
              <a:ext cx="0" cy="109"/>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72746" name="Line 42">
            <a:extLst>
              <a:ext uri="{FF2B5EF4-FFF2-40B4-BE49-F238E27FC236}">
                <a16:creationId xmlns:a16="http://schemas.microsoft.com/office/drawing/2014/main" id="{A13D494E-D163-29BD-56C4-E01F93118019}"/>
              </a:ext>
            </a:extLst>
          </p:cNvPr>
          <p:cNvSpPr>
            <a:spLocks noChangeShapeType="1"/>
          </p:cNvSpPr>
          <p:nvPr/>
        </p:nvSpPr>
        <p:spPr bwMode="auto">
          <a:xfrm flipH="1" flipV="1">
            <a:off x="7059613" y="4886325"/>
            <a:ext cx="363537" cy="376238"/>
          </a:xfrm>
          <a:prstGeom prst="line">
            <a:avLst/>
          </a:prstGeom>
          <a:noFill/>
          <a:ln w="19050">
            <a:solidFill>
              <a:srgbClr val="0033CC"/>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47" name="Text Box 43">
            <a:extLst>
              <a:ext uri="{FF2B5EF4-FFF2-40B4-BE49-F238E27FC236}">
                <a16:creationId xmlns:a16="http://schemas.microsoft.com/office/drawing/2014/main" id="{1CA2E9FF-9358-2124-DA2D-75D7C6320E4B}"/>
              </a:ext>
            </a:extLst>
          </p:cNvPr>
          <p:cNvSpPr txBox="1">
            <a:spLocks noChangeArrowheads="1"/>
          </p:cNvSpPr>
          <p:nvPr/>
        </p:nvSpPr>
        <p:spPr bwMode="auto">
          <a:xfrm>
            <a:off x="1752600" y="1676400"/>
            <a:ext cx="1341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1" u="none" strike="noStrike" kern="1200" cap="none" spc="0" normalizeH="0" baseline="0" noProof="0">
                <a:ln>
                  <a:noFill/>
                </a:ln>
                <a:solidFill>
                  <a:srgbClr val="000000"/>
                </a:solidFill>
                <a:effectLst/>
                <a:uLnTx/>
                <a:uFillTx/>
                <a:latin typeface="Garamond" panose="02020404030301010803" pitchFamily="18" charset="0"/>
                <a:ea typeface="+mn-ea"/>
                <a:cs typeface="+mn-cs"/>
              </a:rPr>
              <a:t>Santa Barbara</a:t>
            </a:r>
          </a:p>
        </p:txBody>
      </p:sp>
      <p:sp>
        <p:nvSpPr>
          <p:cNvPr id="72748" name="Text Box 44">
            <a:extLst>
              <a:ext uri="{FF2B5EF4-FFF2-40B4-BE49-F238E27FC236}">
                <a16:creationId xmlns:a16="http://schemas.microsoft.com/office/drawing/2014/main" id="{F6ACF4C2-FF12-3E8B-03DA-AF7B4F317D40}"/>
              </a:ext>
            </a:extLst>
          </p:cNvPr>
          <p:cNvSpPr txBox="1">
            <a:spLocks noChangeArrowheads="1"/>
          </p:cNvSpPr>
          <p:nvPr/>
        </p:nvSpPr>
        <p:spPr bwMode="auto">
          <a:xfrm>
            <a:off x="6924675" y="4051300"/>
            <a:ext cx="10271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1" u="none" strike="noStrike" kern="1200" cap="none" spc="0" normalizeH="0" baseline="0" noProof="0">
                <a:ln>
                  <a:noFill/>
                </a:ln>
                <a:solidFill>
                  <a:srgbClr val="000000"/>
                </a:solidFill>
                <a:effectLst/>
                <a:uLnTx/>
                <a:uFillTx/>
                <a:latin typeface="Garamond" panose="02020404030301010803" pitchFamily="18" charset="0"/>
                <a:ea typeface="+mn-ea"/>
                <a:cs typeface="+mn-cs"/>
              </a:rPr>
              <a:t>New York</a:t>
            </a:r>
          </a:p>
        </p:txBody>
      </p:sp>
      <p:sp>
        <p:nvSpPr>
          <p:cNvPr id="72749" name="Freeform 45">
            <a:extLst>
              <a:ext uri="{FF2B5EF4-FFF2-40B4-BE49-F238E27FC236}">
                <a16:creationId xmlns:a16="http://schemas.microsoft.com/office/drawing/2014/main" id="{0F97BAA7-FFC3-045F-ECE0-1E2D7518F785}"/>
              </a:ext>
            </a:extLst>
          </p:cNvPr>
          <p:cNvSpPr>
            <a:spLocks/>
          </p:cNvSpPr>
          <p:nvPr/>
        </p:nvSpPr>
        <p:spPr bwMode="auto">
          <a:xfrm>
            <a:off x="5472113" y="4905375"/>
            <a:ext cx="1758950" cy="741363"/>
          </a:xfrm>
          <a:custGeom>
            <a:avLst/>
            <a:gdLst>
              <a:gd name="T0" fmla="*/ 0 w 1108"/>
              <a:gd name="T1" fmla="*/ 0 h 467"/>
              <a:gd name="T2" fmla="*/ 9 w 1108"/>
              <a:gd name="T3" fmla="*/ 28 h 467"/>
              <a:gd name="T4" fmla="*/ 18 w 1108"/>
              <a:gd name="T5" fmla="*/ 92 h 467"/>
              <a:gd name="T6" fmla="*/ 64 w 1108"/>
              <a:gd name="T7" fmla="*/ 156 h 467"/>
              <a:gd name="T8" fmla="*/ 146 w 1108"/>
              <a:gd name="T9" fmla="*/ 275 h 467"/>
              <a:gd name="T10" fmla="*/ 292 w 1108"/>
              <a:gd name="T11" fmla="*/ 348 h 467"/>
              <a:gd name="T12" fmla="*/ 630 w 1108"/>
              <a:gd name="T13" fmla="*/ 439 h 467"/>
              <a:gd name="T14" fmla="*/ 795 w 1108"/>
              <a:gd name="T15" fmla="*/ 467 h 467"/>
              <a:gd name="T16" fmla="*/ 932 w 1108"/>
              <a:gd name="T17" fmla="*/ 448 h 467"/>
              <a:gd name="T18" fmla="*/ 1024 w 1108"/>
              <a:gd name="T19" fmla="*/ 458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8" h="467">
                <a:moveTo>
                  <a:pt x="0" y="0"/>
                </a:moveTo>
                <a:cubicBezTo>
                  <a:pt x="3" y="9"/>
                  <a:pt x="7" y="18"/>
                  <a:pt x="9" y="28"/>
                </a:cubicBezTo>
                <a:cubicBezTo>
                  <a:pt x="13" y="49"/>
                  <a:pt x="12" y="71"/>
                  <a:pt x="18" y="92"/>
                </a:cubicBezTo>
                <a:cubicBezTo>
                  <a:pt x="25" y="117"/>
                  <a:pt x="50" y="134"/>
                  <a:pt x="64" y="156"/>
                </a:cubicBezTo>
                <a:cubicBezTo>
                  <a:pt x="89" y="195"/>
                  <a:pt x="112" y="241"/>
                  <a:pt x="146" y="275"/>
                </a:cubicBezTo>
                <a:cubicBezTo>
                  <a:pt x="191" y="320"/>
                  <a:pt x="239" y="322"/>
                  <a:pt x="292" y="348"/>
                </a:cubicBezTo>
                <a:cubicBezTo>
                  <a:pt x="401" y="402"/>
                  <a:pt x="510" y="422"/>
                  <a:pt x="630" y="439"/>
                </a:cubicBezTo>
                <a:cubicBezTo>
                  <a:pt x="684" y="456"/>
                  <a:pt x="741" y="449"/>
                  <a:pt x="795" y="467"/>
                </a:cubicBezTo>
                <a:cubicBezTo>
                  <a:pt x="827" y="462"/>
                  <a:pt x="906" y="448"/>
                  <a:pt x="932" y="448"/>
                </a:cubicBezTo>
                <a:cubicBezTo>
                  <a:pt x="1108" y="448"/>
                  <a:pt x="930" y="458"/>
                  <a:pt x="1024" y="458"/>
                </a:cubicBezTo>
              </a:path>
            </a:pathLst>
          </a:custGeom>
          <a:noFill/>
          <a:ln w="19050" cap="flat" cmpd="sng">
            <a:solidFill>
              <a:srgbClr val="CC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50" name="Line 46">
            <a:extLst>
              <a:ext uri="{FF2B5EF4-FFF2-40B4-BE49-F238E27FC236}">
                <a16:creationId xmlns:a16="http://schemas.microsoft.com/office/drawing/2014/main" id="{FF601DBA-4065-DDD2-B021-D02737019A0D}"/>
              </a:ext>
            </a:extLst>
          </p:cNvPr>
          <p:cNvSpPr>
            <a:spLocks noChangeShapeType="1"/>
          </p:cNvSpPr>
          <p:nvPr/>
        </p:nvSpPr>
        <p:spPr bwMode="auto">
          <a:xfrm>
            <a:off x="1981200" y="4648200"/>
            <a:ext cx="885825" cy="0"/>
          </a:xfrm>
          <a:prstGeom prst="line">
            <a:avLst/>
          </a:prstGeom>
          <a:noFill/>
          <a:ln w="28575">
            <a:solidFill>
              <a:srgbClr val="0033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51" name="Line 47">
            <a:extLst>
              <a:ext uri="{FF2B5EF4-FFF2-40B4-BE49-F238E27FC236}">
                <a16:creationId xmlns:a16="http://schemas.microsoft.com/office/drawing/2014/main" id="{94586E21-AE2F-7F9F-C5F6-D00ACB83487D}"/>
              </a:ext>
            </a:extLst>
          </p:cNvPr>
          <p:cNvSpPr>
            <a:spLocks noChangeShapeType="1"/>
          </p:cNvSpPr>
          <p:nvPr/>
        </p:nvSpPr>
        <p:spPr bwMode="auto">
          <a:xfrm>
            <a:off x="3886200" y="4648200"/>
            <a:ext cx="885825" cy="0"/>
          </a:xfrm>
          <a:prstGeom prst="line">
            <a:avLst/>
          </a:prstGeom>
          <a:noFill/>
          <a:ln w="28575">
            <a:solidFill>
              <a:srgbClr val="0033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72752" name="Group 48">
            <a:extLst>
              <a:ext uri="{FF2B5EF4-FFF2-40B4-BE49-F238E27FC236}">
                <a16:creationId xmlns:a16="http://schemas.microsoft.com/office/drawing/2014/main" id="{7CFA30F3-120E-9889-14CE-F5F6CFC2D314}"/>
              </a:ext>
            </a:extLst>
          </p:cNvPr>
          <p:cNvGrpSpPr>
            <a:grpSpLocks/>
          </p:cNvGrpSpPr>
          <p:nvPr/>
        </p:nvGrpSpPr>
        <p:grpSpPr bwMode="auto">
          <a:xfrm>
            <a:off x="2481263" y="5727700"/>
            <a:ext cx="492125" cy="311150"/>
            <a:chOff x="1036" y="2861"/>
            <a:chExt cx="438" cy="288"/>
          </a:xfrm>
        </p:grpSpPr>
        <p:grpSp>
          <p:nvGrpSpPr>
            <p:cNvPr id="72753" name="Group 49">
              <a:extLst>
                <a:ext uri="{FF2B5EF4-FFF2-40B4-BE49-F238E27FC236}">
                  <a16:creationId xmlns:a16="http://schemas.microsoft.com/office/drawing/2014/main" id="{03263898-75E0-4E22-31D0-5C1602790613}"/>
                </a:ext>
              </a:extLst>
            </p:cNvPr>
            <p:cNvGrpSpPr>
              <a:grpSpLocks/>
            </p:cNvGrpSpPr>
            <p:nvPr/>
          </p:nvGrpSpPr>
          <p:grpSpPr bwMode="auto">
            <a:xfrm>
              <a:off x="1138" y="2929"/>
              <a:ext cx="242" cy="220"/>
              <a:chOff x="1138" y="2929"/>
              <a:chExt cx="406" cy="347"/>
            </a:xfrm>
          </p:grpSpPr>
          <p:sp>
            <p:nvSpPr>
              <p:cNvPr id="72754" name="Oval 50">
                <a:extLst>
                  <a:ext uri="{FF2B5EF4-FFF2-40B4-BE49-F238E27FC236}">
                    <a16:creationId xmlns:a16="http://schemas.microsoft.com/office/drawing/2014/main" id="{9646C314-C62A-3E86-6215-0A915302C992}"/>
                  </a:ext>
                </a:extLst>
              </p:cNvPr>
              <p:cNvSpPr>
                <a:spLocks noChangeArrowheads="1"/>
              </p:cNvSpPr>
              <p:nvPr/>
            </p:nvSpPr>
            <p:spPr bwMode="auto">
              <a:xfrm>
                <a:off x="1249" y="3021"/>
                <a:ext cx="174" cy="164"/>
              </a:xfrm>
              <a:prstGeom prst="ellipse">
                <a:avLst/>
              </a:prstGeom>
              <a:noFill/>
              <a:ln w="38100">
                <a:solidFill>
                  <a:srgbClr val="0033CC"/>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55" name="Oval 51">
                <a:extLst>
                  <a:ext uri="{FF2B5EF4-FFF2-40B4-BE49-F238E27FC236}">
                    <a16:creationId xmlns:a16="http://schemas.microsoft.com/office/drawing/2014/main" id="{0E76818F-DB57-E24B-947A-86DBB591D920}"/>
                  </a:ext>
                </a:extLst>
              </p:cNvPr>
              <p:cNvSpPr>
                <a:spLocks noChangeArrowheads="1"/>
              </p:cNvSpPr>
              <p:nvPr/>
            </p:nvSpPr>
            <p:spPr bwMode="auto">
              <a:xfrm>
                <a:off x="1138" y="2929"/>
                <a:ext cx="406" cy="347"/>
              </a:xfrm>
              <a:prstGeom prst="ellipse">
                <a:avLst/>
              </a:prstGeom>
              <a:noFill/>
              <a:ln w="38100">
                <a:solidFill>
                  <a:srgbClr val="0033CC"/>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72756" name="Oval 52">
              <a:extLst>
                <a:ext uri="{FF2B5EF4-FFF2-40B4-BE49-F238E27FC236}">
                  <a16:creationId xmlns:a16="http://schemas.microsoft.com/office/drawing/2014/main" id="{A034CD10-BCA3-12ED-18F1-AF21A06843CB}"/>
                </a:ext>
              </a:extLst>
            </p:cNvPr>
            <p:cNvSpPr>
              <a:spLocks noChangeArrowheads="1"/>
            </p:cNvSpPr>
            <p:nvPr/>
          </p:nvSpPr>
          <p:spPr bwMode="auto">
            <a:xfrm>
              <a:off x="1036" y="2865"/>
              <a:ext cx="87" cy="103"/>
            </a:xfrm>
            <a:prstGeom prst="ellipse">
              <a:avLst/>
            </a:prstGeom>
            <a:noFill/>
            <a:ln w="38100">
              <a:solidFill>
                <a:srgbClr val="0033CC"/>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57" name="Rectangle 53">
              <a:extLst>
                <a:ext uri="{FF2B5EF4-FFF2-40B4-BE49-F238E27FC236}">
                  <a16:creationId xmlns:a16="http://schemas.microsoft.com/office/drawing/2014/main" id="{A98F8309-282F-8DBE-9E67-92F423496D61}"/>
                </a:ext>
              </a:extLst>
            </p:cNvPr>
            <p:cNvSpPr>
              <a:spLocks noChangeArrowheads="1"/>
            </p:cNvSpPr>
            <p:nvPr/>
          </p:nvSpPr>
          <p:spPr bwMode="auto">
            <a:xfrm>
              <a:off x="1119" y="2862"/>
              <a:ext cx="269" cy="64"/>
            </a:xfrm>
            <a:prstGeom prst="rect">
              <a:avLst/>
            </a:prstGeom>
            <a:noFill/>
            <a:ln w="38100">
              <a:solidFill>
                <a:srgbClr val="00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58" name="Oval 54">
              <a:extLst>
                <a:ext uri="{FF2B5EF4-FFF2-40B4-BE49-F238E27FC236}">
                  <a16:creationId xmlns:a16="http://schemas.microsoft.com/office/drawing/2014/main" id="{B2BF54B0-143D-C868-07CF-477CAE751114}"/>
                </a:ext>
              </a:extLst>
            </p:cNvPr>
            <p:cNvSpPr>
              <a:spLocks noChangeArrowheads="1"/>
            </p:cNvSpPr>
            <p:nvPr/>
          </p:nvSpPr>
          <p:spPr bwMode="auto">
            <a:xfrm>
              <a:off x="1378" y="2861"/>
              <a:ext cx="96" cy="112"/>
            </a:xfrm>
            <a:prstGeom prst="ellipse">
              <a:avLst/>
            </a:prstGeom>
            <a:noFill/>
            <a:ln w="38100">
              <a:solidFill>
                <a:srgbClr val="0033CC"/>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72759" name="Freeform 55">
            <a:extLst>
              <a:ext uri="{FF2B5EF4-FFF2-40B4-BE49-F238E27FC236}">
                <a16:creationId xmlns:a16="http://schemas.microsoft.com/office/drawing/2014/main" id="{469DC029-A95C-7813-383B-1C4A23ED1B27}"/>
              </a:ext>
            </a:extLst>
          </p:cNvPr>
          <p:cNvSpPr>
            <a:spLocks/>
          </p:cNvSpPr>
          <p:nvPr/>
        </p:nvSpPr>
        <p:spPr bwMode="auto">
          <a:xfrm>
            <a:off x="2895600" y="5029200"/>
            <a:ext cx="581025" cy="933450"/>
          </a:xfrm>
          <a:custGeom>
            <a:avLst/>
            <a:gdLst>
              <a:gd name="T0" fmla="*/ 0 w 366"/>
              <a:gd name="T1" fmla="*/ 567 h 588"/>
              <a:gd name="T2" fmla="*/ 55 w 366"/>
              <a:gd name="T3" fmla="*/ 586 h 588"/>
              <a:gd name="T4" fmla="*/ 110 w 366"/>
              <a:gd name="T5" fmla="*/ 567 h 588"/>
              <a:gd name="T6" fmla="*/ 138 w 366"/>
              <a:gd name="T7" fmla="*/ 558 h 588"/>
              <a:gd name="T8" fmla="*/ 183 w 366"/>
              <a:gd name="T9" fmla="*/ 467 h 588"/>
              <a:gd name="T10" fmla="*/ 192 w 366"/>
              <a:gd name="T11" fmla="*/ 339 h 588"/>
              <a:gd name="T12" fmla="*/ 183 w 366"/>
              <a:gd name="T13" fmla="*/ 311 h 588"/>
              <a:gd name="T14" fmla="*/ 220 w 366"/>
              <a:gd name="T15" fmla="*/ 183 h 588"/>
              <a:gd name="T16" fmla="*/ 247 w 366"/>
              <a:gd name="T17" fmla="*/ 110 h 588"/>
              <a:gd name="T18" fmla="*/ 293 w 366"/>
              <a:gd name="T19" fmla="*/ 74 h 588"/>
              <a:gd name="T20" fmla="*/ 366 w 366"/>
              <a:gd name="T21" fmla="*/ 0 h 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6" h="588">
                <a:moveTo>
                  <a:pt x="0" y="567"/>
                </a:moveTo>
                <a:cubicBezTo>
                  <a:pt x="18" y="573"/>
                  <a:pt x="36" y="588"/>
                  <a:pt x="55" y="586"/>
                </a:cubicBezTo>
                <a:cubicBezTo>
                  <a:pt x="74" y="584"/>
                  <a:pt x="92" y="573"/>
                  <a:pt x="110" y="567"/>
                </a:cubicBezTo>
                <a:cubicBezTo>
                  <a:pt x="119" y="564"/>
                  <a:pt x="138" y="558"/>
                  <a:pt x="138" y="558"/>
                </a:cubicBezTo>
                <a:cubicBezTo>
                  <a:pt x="158" y="528"/>
                  <a:pt x="163" y="497"/>
                  <a:pt x="183" y="467"/>
                </a:cubicBezTo>
                <a:cubicBezTo>
                  <a:pt x="191" y="416"/>
                  <a:pt x="182" y="388"/>
                  <a:pt x="192" y="339"/>
                </a:cubicBezTo>
                <a:cubicBezTo>
                  <a:pt x="189" y="330"/>
                  <a:pt x="182" y="321"/>
                  <a:pt x="183" y="311"/>
                </a:cubicBezTo>
                <a:cubicBezTo>
                  <a:pt x="186" y="284"/>
                  <a:pt x="210" y="212"/>
                  <a:pt x="220" y="183"/>
                </a:cubicBezTo>
                <a:cubicBezTo>
                  <a:pt x="237" y="131"/>
                  <a:pt x="217" y="148"/>
                  <a:pt x="247" y="110"/>
                </a:cubicBezTo>
                <a:cubicBezTo>
                  <a:pt x="265" y="87"/>
                  <a:pt x="269" y="93"/>
                  <a:pt x="293" y="74"/>
                </a:cubicBezTo>
                <a:cubicBezTo>
                  <a:pt x="321" y="51"/>
                  <a:pt x="335" y="17"/>
                  <a:pt x="366" y="0"/>
                </a:cubicBezTo>
              </a:path>
            </a:pathLst>
          </a:custGeom>
          <a:noFill/>
          <a:ln w="19050" cap="flat" cmpd="sng">
            <a:solidFill>
              <a:srgbClr val="0033CC"/>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60" name="Rectangle 56">
            <a:extLst>
              <a:ext uri="{FF2B5EF4-FFF2-40B4-BE49-F238E27FC236}">
                <a16:creationId xmlns:a16="http://schemas.microsoft.com/office/drawing/2014/main" id="{61D0BC86-A1FA-C636-B11E-7463861FB940}"/>
              </a:ext>
            </a:extLst>
          </p:cNvPr>
          <p:cNvSpPr>
            <a:spLocks noChangeArrowheads="1"/>
          </p:cNvSpPr>
          <p:nvPr/>
        </p:nvSpPr>
        <p:spPr bwMode="auto">
          <a:xfrm>
            <a:off x="2895600" y="3810000"/>
            <a:ext cx="987425" cy="541338"/>
          </a:xfrm>
          <a:prstGeom prst="rect">
            <a:avLst/>
          </a:prstGeom>
          <a:noFill/>
          <a:ln w="28575">
            <a:solidFill>
              <a:srgbClr val="00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61" name="Text Box 57">
            <a:extLst>
              <a:ext uri="{FF2B5EF4-FFF2-40B4-BE49-F238E27FC236}">
                <a16:creationId xmlns:a16="http://schemas.microsoft.com/office/drawing/2014/main" id="{DDCD3BE3-CA8B-0019-77C2-87179859B833}"/>
              </a:ext>
            </a:extLst>
          </p:cNvPr>
          <p:cNvSpPr txBox="1">
            <a:spLocks noChangeArrowheads="1"/>
          </p:cNvSpPr>
          <p:nvPr/>
        </p:nvSpPr>
        <p:spPr bwMode="auto">
          <a:xfrm>
            <a:off x="2971800" y="3886200"/>
            <a:ext cx="8778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Internet</a:t>
            </a:r>
          </a:p>
        </p:txBody>
      </p:sp>
      <p:sp>
        <p:nvSpPr>
          <p:cNvPr id="72763" name="Line 59">
            <a:extLst>
              <a:ext uri="{FF2B5EF4-FFF2-40B4-BE49-F238E27FC236}">
                <a16:creationId xmlns:a16="http://schemas.microsoft.com/office/drawing/2014/main" id="{44CD5F7F-B449-2F19-C294-31DDB97DA9F7}"/>
              </a:ext>
            </a:extLst>
          </p:cNvPr>
          <p:cNvSpPr>
            <a:spLocks noChangeShapeType="1"/>
          </p:cNvSpPr>
          <p:nvPr/>
        </p:nvSpPr>
        <p:spPr bwMode="auto">
          <a:xfrm>
            <a:off x="2057400" y="4419600"/>
            <a:ext cx="304800" cy="0"/>
          </a:xfrm>
          <a:prstGeom prst="line">
            <a:avLst/>
          </a:prstGeom>
          <a:noFill/>
          <a:ln w="28575">
            <a:solidFill>
              <a:srgbClr val="0033CC"/>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64" name="Line 60">
            <a:extLst>
              <a:ext uri="{FF2B5EF4-FFF2-40B4-BE49-F238E27FC236}">
                <a16:creationId xmlns:a16="http://schemas.microsoft.com/office/drawing/2014/main" id="{88E10F71-1719-46AC-73E7-D7B1E1169EFF}"/>
              </a:ext>
            </a:extLst>
          </p:cNvPr>
          <p:cNvSpPr>
            <a:spLocks noChangeShapeType="1"/>
          </p:cNvSpPr>
          <p:nvPr/>
        </p:nvSpPr>
        <p:spPr bwMode="auto">
          <a:xfrm flipV="1">
            <a:off x="2362200" y="4114800"/>
            <a:ext cx="0" cy="304800"/>
          </a:xfrm>
          <a:prstGeom prst="line">
            <a:avLst/>
          </a:prstGeom>
          <a:noFill/>
          <a:ln w="28575">
            <a:solidFill>
              <a:srgbClr val="00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2765" name="Line 61">
            <a:extLst>
              <a:ext uri="{FF2B5EF4-FFF2-40B4-BE49-F238E27FC236}">
                <a16:creationId xmlns:a16="http://schemas.microsoft.com/office/drawing/2014/main" id="{BF080474-5CB7-6836-F5FF-7EE20443D5DF}"/>
              </a:ext>
            </a:extLst>
          </p:cNvPr>
          <p:cNvSpPr>
            <a:spLocks noChangeShapeType="1"/>
          </p:cNvSpPr>
          <p:nvPr/>
        </p:nvSpPr>
        <p:spPr bwMode="auto">
          <a:xfrm>
            <a:off x="2362200" y="4114800"/>
            <a:ext cx="533400" cy="0"/>
          </a:xfrm>
          <a:prstGeom prst="line">
            <a:avLst/>
          </a:prstGeom>
          <a:noFill/>
          <a:ln w="28575">
            <a:solidFill>
              <a:srgbClr val="0033CC"/>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96886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C7BE8D19-E64F-8F93-5111-4870160FC569}"/>
              </a:ext>
            </a:extLst>
          </p:cNvPr>
          <p:cNvSpPr>
            <a:spLocks noGrp="1" noChangeArrowheads="1"/>
          </p:cNvSpPr>
          <p:nvPr>
            <p:ph type="title"/>
          </p:nvPr>
        </p:nvSpPr>
        <p:spPr>
          <a:xfrm>
            <a:off x="627063" y="187325"/>
            <a:ext cx="7772400" cy="1143000"/>
          </a:xfrm>
          <a:noFill/>
          <a:ln/>
        </p:spPr>
        <p:txBody>
          <a:bodyPr anchor="ctr"/>
          <a:lstStyle/>
          <a:p>
            <a:r>
              <a:rPr lang="en-US" altLang="en-US" sz="4000" b="0" dirty="0">
                <a:solidFill>
                  <a:schemeClr val="bg1">
                    <a:lumMod val="75000"/>
                  </a:schemeClr>
                </a:solidFill>
              </a:rPr>
              <a:t>Cellular Design: </a:t>
            </a:r>
            <a:br>
              <a:rPr lang="en-US" altLang="en-US" sz="4000" b="0" dirty="0">
                <a:solidFill>
                  <a:schemeClr val="bg1">
                    <a:lumMod val="75000"/>
                  </a:schemeClr>
                </a:solidFill>
              </a:rPr>
            </a:br>
            <a:r>
              <a:rPr lang="en-US" altLang="en-US" sz="2800" b="0" dirty="0">
                <a:solidFill>
                  <a:schemeClr val="bg1">
                    <a:lumMod val="75000"/>
                  </a:schemeClr>
                </a:solidFill>
              </a:rPr>
              <a:t>Voice and Data</a:t>
            </a:r>
          </a:p>
        </p:txBody>
      </p:sp>
      <p:sp>
        <p:nvSpPr>
          <p:cNvPr id="78851" name="Rectangle 3">
            <a:extLst>
              <a:ext uri="{FF2B5EF4-FFF2-40B4-BE49-F238E27FC236}">
                <a16:creationId xmlns:a16="http://schemas.microsoft.com/office/drawing/2014/main" id="{39BFE2DC-621C-A6D5-27D3-78C6B9108B45}"/>
              </a:ext>
            </a:extLst>
          </p:cNvPr>
          <p:cNvSpPr>
            <a:spLocks noGrp="1" noChangeArrowheads="1"/>
          </p:cNvSpPr>
          <p:nvPr>
            <p:ph type="body" idx="1"/>
          </p:nvPr>
        </p:nvSpPr>
        <p:spPr>
          <a:xfrm>
            <a:off x="312738" y="1639888"/>
            <a:ext cx="8556625" cy="4276725"/>
          </a:xfrm>
          <a:noFill/>
          <a:ln/>
        </p:spPr>
        <p:txBody>
          <a:bodyPr/>
          <a:lstStyle/>
          <a:p>
            <a:pPr>
              <a:lnSpc>
                <a:spcPct val="110000"/>
              </a:lnSpc>
            </a:pPr>
            <a:r>
              <a:rPr lang="en-US" altLang="en-US" sz="2400" b="0" dirty="0"/>
              <a:t>Data is bursty, whereas voice is continuous</a:t>
            </a:r>
          </a:p>
          <a:p>
            <a:pPr lvl="1">
              <a:lnSpc>
                <a:spcPct val="70000"/>
              </a:lnSpc>
            </a:pPr>
            <a:r>
              <a:rPr lang="en-US" altLang="en-US" sz="2000" b="0" dirty="0"/>
              <a:t>Typically require different access and routing strategies </a:t>
            </a:r>
          </a:p>
          <a:p>
            <a:pPr>
              <a:lnSpc>
                <a:spcPct val="110000"/>
              </a:lnSpc>
            </a:pPr>
            <a:r>
              <a:rPr lang="en-US" altLang="en-US" sz="2400" b="0" dirty="0"/>
              <a:t>3G “widens the data pipe”:</a:t>
            </a:r>
          </a:p>
          <a:p>
            <a:pPr lvl="1">
              <a:lnSpc>
                <a:spcPct val="70000"/>
              </a:lnSpc>
            </a:pPr>
            <a:r>
              <a:rPr lang="en-US" altLang="en-US" sz="2000" b="0" dirty="0"/>
              <a:t>Standard based on wideband CDMA</a:t>
            </a:r>
          </a:p>
          <a:p>
            <a:pPr lvl="1">
              <a:lnSpc>
                <a:spcPct val="70000"/>
              </a:lnSpc>
            </a:pPr>
            <a:r>
              <a:rPr lang="en-US" altLang="en-US" sz="2000" b="0" dirty="0"/>
              <a:t>Packet-based switching for both voice and data</a:t>
            </a:r>
          </a:p>
          <a:p>
            <a:pPr>
              <a:lnSpc>
                <a:spcPct val="110000"/>
              </a:lnSpc>
            </a:pPr>
            <a:r>
              <a:rPr lang="en-US" altLang="en-US" sz="2400" b="0" dirty="0"/>
              <a:t>Evolution of wireless networks:</a:t>
            </a:r>
          </a:p>
          <a:p>
            <a:pPr lvl="2">
              <a:lnSpc>
                <a:spcPct val="70000"/>
              </a:lnSpc>
            </a:pPr>
            <a:r>
              <a:rPr lang="en-US" altLang="en-US" sz="2000" b="0" dirty="0">
                <a:solidFill>
                  <a:srgbClr val="3333CC"/>
                </a:solidFill>
              </a:rPr>
              <a:t>GSM</a:t>
            </a:r>
          </a:p>
          <a:p>
            <a:pPr lvl="2">
              <a:lnSpc>
                <a:spcPct val="70000"/>
              </a:lnSpc>
            </a:pPr>
            <a:r>
              <a:rPr lang="en-US" altLang="en-US" sz="2000" b="0" dirty="0">
                <a:solidFill>
                  <a:srgbClr val="3333CC"/>
                </a:solidFill>
              </a:rPr>
              <a:t>IS-95(CDMA)</a:t>
            </a:r>
          </a:p>
          <a:p>
            <a:pPr lvl="2">
              <a:lnSpc>
                <a:spcPct val="70000"/>
              </a:lnSpc>
            </a:pPr>
            <a:r>
              <a:rPr lang="en-US" altLang="en-US" sz="2000" b="0" dirty="0">
                <a:solidFill>
                  <a:srgbClr val="3333CC"/>
                </a:solidFill>
              </a:rPr>
              <a:t>CDMA 2000 / W-CDMA // IEEE 802.11a/g/b</a:t>
            </a:r>
          </a:p>
        </p:txBody>
      </p:sp>
    </p:spTree>
    <p:extLst>
      <p:ext uri="{BB962C8B-B14F-4D97-AF65-F5344CB8AC3E}">
        <p14:creationId xmlns:p14="http://schemas.microsoft.com/office/powerpoint/2010/main" val="1677565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3811" y="1677929"/>
            <a:ext cx="3013084" cy="229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87096" y="152400"/>
            <a:ext cx="7848600" cy="1109121"/>
          </a:xfrm>
        </p:spPr>
        <p:txBody>
          <a:bodyPr/>
          <a:lstStyle/>
          <a:p>
            <a:r>
              <a:rPr lang="en-US" altLang="en-US" sz="3200" b="0" dirty="0"/>
              <a:t>Single-hop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LANs</a:t>
            </a:r>
            <a:endParaRPr lang="en-US" sz="3200" b="0" dirty="0">
              <a:solidFill>
                <a:srgbClr val="FF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418322384"/>
              </p:ext>
            </p:extLst>
          </p:nvPr>
        </p:nvGraphicFramePr>
        <p:xfrm>
          <a:off x="231648" y="1719447"/>
          <a:ext cx="3962400" cy="1143000"/>
        </p:xfrm>
        <a:graphic>
          <a:graphicData uri="http://schemas.openxmlformats.org/drawingml/2006/table">
            <a:tbl>
              <a:tblPr firstRow="1" firstCol="1" bandRow="1">
                <a:tableStyleId>{5C22544A-7EE6-4342-B048-85BDC9FD1C3A}</a:tableStyleId>
              </a:tblPr>
              <a:tblGrid>
                <a:gridCol w="749239">
                  <a:extLst>
                    <a:ext uri="{9D8B030D-6E8A-4147-A177-3AD203B41FA5}">
                      <a16:colId xmlns:a16="http://schemas.microsoft.com/office/drawing/2014/main" val="20000"/>
                    </a:ext>
                  </a:extLst>
                </a:gridCol>
                <a:gridCol w="1384361">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85750">
                <a:tc>
                  <a:txBody>
                    <a:bodyPr/>
                    <a:lstStyle/>
                    <a:p>
                      <a:pPr marL="0" marR="0">
                        <a:lnSpc>
                          <a:spcPct val="107000"/>
                        </a:lnSpc>
                        <a:spcBef>
                          <a:spcPts val="0"/>
                        </a:spcBef>
                        <a:spcAft>
                          <a:spcPts val="0"/>
                        </a:spcAft>
                      </a:pPr>
                      <a:r>
                        <a:rPr lang="x-none" sz="1200">
                          <a:solidFill>
                            <a:schemeClr val="tx1"/>
                          </a:solidFill>
                          <a:effectLst/>
                        </a:rPr>
                        <a:t>Standard </a:t>
                      </a:r>
                      <a:endParaRPr lang="en-US" sz="1100" dirty="0">
                        <a:solidFill>
                          <a:schemeClr val="tx1"/>
                        </a:solidFill>
                        <a:effectLst/>
                        <a:latin typeface="Calibri"/>
                        <a:ea typeface="Calibri"/>
                        <a:cs typeface="Vrinda"/>
                      </a:endParaRPr>
                    </a:p>
                  </a:txBody>
                  <a:tcPr marL="68580" marR="68580" marT="0" marB="0"/>
                </a:tc>
                <a:tc>
                  <a:txBody>
                    <a:bodyPr/>
                    <a:lstStyle/>
                    <a:p>
                      <a:pPr marL="0" marR="0">
                        <a:lnSpc>
                          <a:spcPct val="107000"/>
                        </a:lnSpc>
                        <a:spcBef>
                          <a:spcPts val="0"/>
                        </a:spcBef>
                        <a:spcAft>
                          <a:spcPts val="0"/>
                        </a:spcAft>
                      </a:pPr>
                      <a:r>
                        <a:rPr lang="x-none" sz="1200">
                          <a:solidFill>
                            <a:schemeClr val="tx1"/>
                          </a:solidFill>
                          <a:effectLst/>
                        </a:rPr>
                        <a:t>Frequency Range</a:t>
                      </a:r>
                      <a:endParaRPr lang="en-US" sz="1100" dirty="0">
                        <a:solidFill>
                          <a:schemeClr val="tx1"/>
                        </a:solidFill>
                        <a:effectLst/>
                        <a:latin typeface="Calibri"/>
                        <a:ea typeface="Calibri"/>
                        <a:cs typeface="Vrinda"/>
                      </a:endParaRPr>
                    </a:p>
                  </a:txBody>
                  <a:tcPr marL="68580" marR="68580" marT="0" marB="0"/>
                </a:tc>
                <a:tc>
                  <a:txBody>
                    <a:bodyPr/>
                    <a:lstStyle/>
                    <a:p>
                      <a:pPr marL="0" marR="0">
                        <a:lnSpc>
                          <a:spcPct val="107000"/>
                        </a:lnSpc>
                        <a:spcBef>
                          <a:spcPts val="0"/>
                        </a:spcBef>
                        <a:spcAft>
                          <a:spcPts val="0"/>
                        </a:spcAft>
                      </a:pPr>
                      <a:r>
                        <a:rPr lang="x-none" sz="1200">
                          <a:solidFill>
                            <a:schemeClr val="tx1"/>
                          </a:solidFill>
                          <a:effectLst/>
                        </a:rPr>
                        <a:t>Data Rate</a:t>
                      </a:r>
                      <a:endParaRPr lang="en-US" sz="1100" dirty="0">
                        <a:solidFill>
                          <a:schemeClr val="tx1"/>
                        </a:solidFill>
                        <a:effectLst/>
                        <a:latin typeface="Calibri"/>
                        <a:ea typeface="Calibri"/>
                        <a:cs typeface="Vrinda"/>
                      </a:endParaRPr>
                    </a:p>
                  </a:txBody>
                  <a:tcPr marL="68580" marR="68580" marT="0" marB="0"/>
                </a:tc>
                <a:extLst>
                  <a:ext uri="{0D108BD9-81ED-4DB2-BD59-A6C34878D82A}">
                    <a16:rowId xmlns:a16="http://schemas.microsoft.com/office/drawing/2014/main" val="10000"/>
                  </a:ext>
                </a:extLst>
              </a:tr>
              <a:tr h="285750">
                <a:tc>
                  <a:txBody>
                    <a:bodyPr/>
                    <a:lstStyle/>
                    <a:p>
                      <a:pPr marL="0" marR="0">
                        <a:lnSpc>
                          <a:spcPct val="107000"/>
                        </a:lnSpc>
                        <a:spcBef>
                          <a:spcPts val="0"/>
                        </a:spcBef>
                        <a:spcAft>
                          <a:spcPts val="0"/>
                        </a:spcAft>
                      </a:pPr>
                      <a:r>
                        <a:rPr lang="x-none" sz="1200">
                          <a:solidFill>
                            <a:schemeClr val="tx1"/>
                          </a:solidFill>
                          <a:effectLst/>
                        </a:rPr>
                        <a:t>802.11b </a:t>
                      </a:r>
                      <a:endParaRPr lang="en-US" sz="1100" dirty="0">
                        <a:solidFill>
                          <a:schemeClr val="tx1"/>
                        </a:solidFill>
                        <a:effectLst/>
                        <a:latin typeface="Calibri"/>
                        <a:ea typeface="Calibri"/>
                        <a:cs typeface="Vrinda"/>
                      </a:endParaRPr>
                    </a:p>
                  </a:txBody>
                  <a:tcPr marL="68580" marR="68580" marT="0" marB="0"/>
                </a:tc>
                <a:tc>
                  <a:txBody>
                    <a:bodyPr/>
                    <a:lstStyle/>
                    <a:p>
                      <a:pPr marL="0" marR="0">
                        <a:lnSpc>
                          <a:spcPct val="107000"/>
                        </a:lnSpc>
                        <a:spcBef>
                          <a:spcPts val="0"/>
                        </a:spcBef>
                        <a:spcAft>
                          <a:spcPts val="0"/>
                        </a:spcAft>
                      </a:pPr>
                      <a:r>
                        <a:rPr lang="x-none" sz="1200">
                          <a:effectLst/>
                        </a:rPr>
                        <a:t>2.4–2.485 GHz </a:t>
                      </a:r>
                      <a:endParaRPr lang="en-US" sz="1100" dirty="0">
                        <a:effectLst/>
                        <a:latin typeface="Calibri"/>
                        <a:ea typeface="Calibri"/>
                        <a:cs typeface="Vrinda"/>
                      </a:endParaRPr>
                    </a:p>
                  </a:txBody>
                  <a:tcPr marL="68580" marR="68580" marT="0" marB="0"/>
                </a:tc>
                <a:tc>
                  <a:txBody>
                    <a:bodyPr/>
                    <a:lstStyle/>
                    <a:p>
                      <a:pPr marL="0" marR="0">
                        <a:lnSpc>
                          <a:spcPct val="107000"/>
                        </a:lnSpc>
                        <a:spcBef>
                          <a:spcPts val="0"/>
                        </a:spcBef>
                        <a:spcAft>
                          <a:spcPts val="0"/>
                        </a:spcAft>
                      </a:pPr>
                      <a:r>
                        <a:rPr lang="x-none" sz="1200" dirty="0">
                          <a:effectLst/>
                        </a:rPr>
                        <a:t>up to 11 Mbps</a:t>
                      </a:r>
                      <a:endParaRPr lang="en-US" sz="1100" dirty="0">
                        <a:effectLst/>
                        <a:latin typeface="Calibri"/>
                        <a:ea typeface="Calibri"/>
                        <a:cs typeface="Vrinda"/>
                      </a:endParaRPr>
                    </a:p>
                  </a:txBody>
                  <a:tcPr marL="68580" marR="68580" marT="0" marB="0"/>
                </a:tc>
                <a:extLst>
                  <a:ext uri="{0D108BD9-81ED-4DB2-BD59-A6C34878D82A}">
                    <a16:rowId xmlns:a16="http://schemas.microsoft.com/office/drawing/2014/main" val="10001"/>
                  </a:ext>
                </a:extLst>
              </a:tr>
              <a:tr h="285750">
                <a:tc>
                  <a:txBody>
                    <a:bodyPr/>
                    <a:lstStyle/>
                    <a:p>
                      <a:pPr marL="0" marR="0">
                        <a:lnSpc>
                          <a:spcPct val="107000"/>
                        </a:lnSpc>
                        <a:spcBef>
                          <a:spcPts val="0"/>
                        </a:spcBef>
                        <a:spcAft>
                          <a:spcPts val="0"/>
                        </a:spcAft>
                      </a:pPr>
                      <a:r>
                        <a:rPr lang="x-none" sz="1200">
                          <a:solidFill>
                            <a:schemeClr val="tx1"/>
                          </a:solidFill>
                          <a:effectLst/>
                        </a:rPr>
                        <a:t>802.11a </a:t>
                      </a:r>
                      <a:endParaRPr lang="en-US" sz="1100" dirty="0">
                        <a:solidFill>
                          <a:schemeClr val="tx1"/>
                        </a:solidFill>
                        <a:effectLst/>
                        <a:latin typeface="Calibri"/>
                        <a:ea typeface="Calibri"/>
                        <a:cs typeface="Vrinda"/>
                      </a:endParaRPr>
                    </a:p>
                  </a:txBody>
                  <a:tcPr marL="68580" marR="68580" marT="0" marB="0"/>
                </a:tc>
                <a:tc>
                  <a:txBody>
                    <a:bodyPr/>
                    <a:lstStyle/>
                    <a:p>
                      <a:pPr marL="0" marR="0">
                        <a:lnSpc>
                          <a:spcPct val="107000"/>
                        </a:lnSpc>
                        <a:spcBef>
                          <a:spcPts val="0"/>
                        </a:spcBef>
                        <a:spcAft>
                          <a:spcPts val="0"/>
                        </a:spcAft>
                      </a:pPr>
                      <a:r>
                        <a:rPr lang="x-none" sz="1200">
                          <a:effectLst/>
                        </a:rPr>
                        <a:t>5.1–5.8 GHz </a:t>
                      </a:r>
                      <a:endParaRPr lang="en-US" sz="1100" dirty="0">
                        <a:effectLst/>
                        <a:latin typeface="Calibri"/>
                        <a:ea typeface="Calibri"/>
                        <a:cs typeface="Vrinda"/>
                      </a:endParaRPr>
                    </a:p>
                  </a:txBody>
                  <a:tcPr marL="68580" marR="68580" marT="0" marB="0"/>
                </a:tc>
                <a:tc>
                  <a:txBody>
                    <a:bodyPr/>
                    <a:lstStyle/>
                    <a:p>
                      <a:pPr marL="0" marR="0">
                        <a:lnSpc>
                          <a:spcPct val="107000"/>
                        </a:lnSpc>
                        <a:spcBef>
                          <a:spcPts val="0"/>
                        </a:spcBef>
                        <a:spcAft>
                          <a:spcPts val="0"/>
                        </a:spcAft>
                      </a:pPr>
                      <a:r>
                        <a:rPr lang="x-none" sz="1200">
                          <a:effectLst/>
                        </a:rPr>
                        <a:t>up to 54 Mbps</a:t>
                      </a:r>
                      <a:endParaRPr lang="en-US" sz="1100">
                        <a:effectLst/>
                        <a:latin typeface="Calibri"/>
                        <a:ea typeface="Calibri"/>
                        <a:cs typeface="Vrinda"/>
                      </a:endParaRPr>
                    </a:p>
                  </a:txBody>
                  <a:tcPr marL="68580" marR="68580" marT="0" marB="0"/>
                </a:tc>
                <a:extLst>
                  <a:ext uri="{0D108BD9-81ED-4DB2-BD59-A6C34878D82A}">
                    <a16:rowId xmlns:a16="http://schemas.microsoft.com/office/drawing/2014/main" val="10002"/>
                  </a:ext>
                </a:extLst>
              </a:tr>
              <a:tr h="285750">
                <a:tc>
                  <a:txBody>
                    <a:bodyPr/>
                    <a:lstStyle/>
                    <a:p>
                      <a:pPr marL="0" marR="0">
                        <a:lnSpc>
                          <a:spcPct val="107000"/>
                        </a:lnSpc>
                        <a:spcBef>
                          <a:spcPts val="0"/>
                        </a:spcBef>
                        <a:spcAft>
                          <a:spcPts val="0"/>
                        </a:spcAft>
                      </a:pPr>
                      <a:r>
                        <a:rPr lang="x-none" sz="1200">
                          <a:solidFill>
                            <a:schemeClr val="tx1"/>
                          </a:solidFill>
                          <a:effectLst/>
                        </a:rPr>
                        <a:t>802.11g </a:t>
                      </a:r>
                      <a:endParaRPr lang="en-US" sz="1100" dirty="0">
                        <a:solidFill>
                          <a:schemeClr val="tx1"/>
                        </a:solidFill>
                        <a:effectLst/>
                        <a:latin typeface="Calibri"/>
                        <a:ea typeface="Calibri"/>
                        <a:cs typeface="Vrinda"/>
                      </a:endParaRPr>
                    </a:p>
                  </a:txBody>
                  <a:tcPr marL="68580" marR="68580" marT="0" marB="0"/>
                </a:tc>
                <a:tc>
                  <a:txBody>
                    <a:bodyPr/>
                    <a:lstStyle/>
                    <a:p>
                      <a:pPr marL="0" marR="0">
                        <a:lnSpc>
                          <a:spcPct val="107000"/>
                        </a:lnSpc>
                        <a:spcBef>
                          <a:spcPts val="0"/>
                        </a:spcBef>
                        <a:spcAft>
                          <a:spcPts val="0"/>
                        </a:spcAft>
                      </a:pPr>
                      <a:r>
                        <a:rPr lang="x-none" sz="1200">
                          <a:effectLst/>
                        </a:rPr>
                        <a:t>2.4–2.485 GHz </a:t>
                      </a:r>
                      <a:endParaRPr lang="en-US" sz="1100" dirty="0">
                        <a:effectLst/>
                        <a:latin typeface="Calibri"/>
                        <a:ea typeface="Calibri"/>
                        <a:cs typeface="Vrinda"/>
                      </a:endParaRPr>
                    </a:p>
                  </a:txBody>
                  <a:tcPr marL="68580" marR="68580" marT="0" marB="0"/>
                </a:tc>
                <a:tc>
                  <a:txBody>
                    <a:bodyPr/>
                    <a:lstStyle/>
                    <a:p>
                      <a:pPr marL="0" marR="0">
                        <a:lnSpc>
                          <a:spcPct val="107000"/>
                        </a:lnSpc>
                        <a:spcBef>
                          <a:spcPts val="0"/>
                        </a:spcBef>
                        <a:spcAft>
                          <a:spcPts val="0"/>
                        </a:spcAft>
                      </a:pPr>
                      <a:r>
                        <a:rPr lang="x-none" sz="1200" dirty="0">
                          <a:effectLst/>
                        </a:rPr>
                        <a:t>up to 54 Mbps</a:t>
                      </a:r>
                      <a:endParaRPr lang="en-US" sz="1100" dirty="0">
                        <a:effectLst/>
                        <a:latin typeface="Calibri"/>
                        <a:ea typeface="Calibri"/>
                        <a:cs typeface="Vrinda"/>
                      </a:endParaRPr>
                    </a:p>
                  </a:txBody>
                  <a:tcPr marL="68580" marR="68580" marT="0" marB="0"/>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7281" y="4358825"/>
            <a:ext cx="2070919" cy="2230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3278855"/>
            <a:ext cx="2119248"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096" y="3068918"/>
            <a:ext cx="2590800" cy="3495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9809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a:extLst>
              <a:ext uri="{FF2B5EF4-FFF2-40B4-BE49-F238E27FC236}">
                <a16:creationId xmlns:a16="http://schemas.microsoft.com/office/drawing/2014/main" id="{96063CDB-1677-8CED-A612-60030620BAFD}"/>
              </a:ext>
            </a:extLst>
          </p:cNvPr>
          <p:cNvSpPr>
            <a:spLocks noChangeArrowheads="1"/>
          </p:cNvSpPr>
          <p:nvPr/>
        </p:nvSpPr>
        <p:spPr bwMode="auto">
          <a:xfrm>
            <a:off x="423863" y="4065588"/>
            <a:ext cx="8324850" cy="192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342900" marR="0" lvl="0" indent="-342900" algn="l" defTabSz="914400" rtl="0" eaLnBrk="0" fontAlgn="base" latinLnBrk="0" hangingPunct="0">
              <a:lnSpc>
                <a:spcPct val="110000"/>
              </a:lnSpc>
              <a:spcBef>
                <a:spcPct val="20000"/>
              </a:spcBef>
              <a:spcAft>
                <a:spcPct val="0"/>
              </a:spcAft>
              <a:buClr>
                <a:srgbClr val="0000CC"/>
              </a:buClr>
              <a:buSzPct val="75000"/>
              <a:buFont typeface="Wingdings" panose="05000000000000000000" pitchFamily="2" charset="2"/>
              <a:buChar char="l"/>
              <a:tabLst/>
              <a:defRPr/>
            </a:pPr>
            <a:r>
              <a:rPr kumimoji="0" lang="en-US" altLang="en-US" sz="2000" i="0" u="none" strike="noStrike" kern="1200" cap="none" spc="0" normalizeH="0" baseline="0" noProof="0" dirty="0">
                <a:ln>
                  <a:noFill/>
                </a:ln>
                <a:solidFill>
                  <a:srgbClr val="0000CC"/>
                </a:solidFill>
                <a:effectLst/>
                <a:uLnTx/>
                <a:uFillTx/>
                <a:latin typeface="Garamond" panose="02020404030301010803" pitchFamily="18" charset="0"/>
                <a:ea typeface="+mn-ea"/>
                <a:cs typeface="+mn-cs"/>
              </a:rPr>
              <a:t>WLANs connect “local” computers </a:t>
            </a:r>
          </a:p>
          <a:p>
            <a:pPr marL="342900" marR="0" lvl="0" indent="-342900" algn="l" defTabSz="914400" rtl="0" eaLnBrk="0" fontAlgn="base" latinLnBrk="0" hangingPunct="0">
              <a:lnSpc>
                <a:spcPct val="110000"/>
              </a:lnSpc>
              <a:spcBef>
                <a:spcPct val="20000"/>
              </a:spcBef>
              <a:spcAft>
                <a:spcPct val="0"/>
              </a:spcAft>
              <a:buClr>
                <a:srgbClr val="0000CC"/>
              </a:buClr>
              <a:buSzPct val="75000"/>
              <a:buFont typeface="Wingdings" panose="05000000000000000000" pitchFamily="2" charset="2"/>
              <a:buChar char="l"/>
              <a:tabLst/>
              <a:defRPr/>
            </a:pPr>
            <a:r>
              <a:rPr kumimoji="0" lang="en-US" altLang="en-US" sz="2000" i="0" u="none" strike="noStrike" kern="1200" cap="none" spc="0" normalizeH="0" baseline="0" noProof="0" dirty="0">
                <a:ln>
                  <a:noFill/>
                </a:ln>
                <a:solidFill>
                  <a:srgbClr val="0000CC"/>
                </a:solidFill>
                <a:effectLst/>
                <a:uLnTx/>
                <a:uFillTx/>
                <a:latin typeface="Garamond" panose="02020404030301010803" pitchFamily="18" charset="0"/>
                <a:ea typeface="+mn-ea"/>
                <a:cs typeface="+mn-cs"/>
              </a:rPr>
              <a:t>Channel access is shared (random access)</a:t>
            </a:r>
          </a:p>
          <a:p>
            <a:pPr marL="342900" marR="0" lvl="0" indent="-342900" algn="l" defTabSz="914400" rtl="0" eaLnBrk="0" fontAlgn="base" latinLnBrk="0" hangingPunct="0">
              <a:lnSpc>
                <a:spcPct val="100000"/>
              </a:lnSpc>
              <a:spcBef>
                <a:spcPct val="20000"/>
              </a:spcBef>
              <a:spcAft>
                <a:spcPct val="0"/>
              </a:spcAft>
              <a:buClr>
                <a:srgbClr val="0000CC"/>
              </a:buClr>
              <a:buSzPct val="75000"/>
              <a:buFont typeface="Wingdings" panose="05000000000000000000" pitchFamily="2" charset="2"/>
              <a:buChar char="l"/>
              <a:tabLst/>
              <a:defRPr/>
            </a:pPr>
            <a:r>
              <a:rPr kumimoji="0" lang="en-US" altLang="en-US" sz="2000" i="0" u="none" strike="noStrike" kern="1200" cap="none" spc="0" normalizeH="0" baseline="0" noProof="0" dirty="0">
                <a:ln>
                  <a:noFill/>
                </a:ln>
                <a:solidFill>
                  <a:srgbClr val="0000CC"/>
                </a:solidFill>
                <a:effectLst/>
                <a:uLnTx/>
                <a:uFillTx/>
                <a:latin typeface="Garamond" panose="02020404030301010803" pitchFamily="18" charset="0"/>
                <a:ea typeface="+mn-ea"/>
                <a:cs typeface="+mn-cs"/>
              </a:rPr>
              <a:t>Backbone Internet provides best-effort service</a:t>
            </a:r>
          </a:p>
        </p:txBody>
      </p:sp>
      <p:pic>
        <p:nvPicPr>
          <p:cNvPr id="74756" name="Picture 4">
            <a:extLst>
              <a:ext uri="{FF2B5EF4-FFF2-40B4-BE49-F238E27FC236}">
                <a16:creationId xmlns:a16="http://schemas.microsoft.com/office/drawing/2014/main" id="{21339DD3-2305-774A-C4B4-4EF9EFA34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938" y="2073275"/>
            <a:ext cx="1290637" cy="1087438"/>
          </a:xfrm>
          <a:prstGeom prst="rect">
            <a:avLst/>
          </a:prstGeom>
          <a:noFill/>
          <a:extLst>
            <a:ext uri="{909E8E84-426E-40DD-AFC4-6F175D3DCCD1}">
              <a14:hiddenFill xmlns:a14="http://schemas.microsoft.com/office/drawing/2010/main">
                <a:solidFill>
                  <a:srgbClr val="FFFFFF"/>
                </a:solidFill>
              </a14:hiddenFill>
            </a:ext>
          </a:extLst>
        </p:spPr>
      </p:pic>
      <p:pic>
        <p:nvPicPr>
          <p:cNvPr id="74757" name="Picture 5">
            <a:extLst>
              <a:ext uri="{FF2B5EF4-FFF2-40B4-BE49-F238E27FC236}">
                <a16:creationId xmlns:a16="http://schemas.microsoft.com/office/drawing/2014/main" id="{FD3A6983-9973-AB84-605B-CE1126DE8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5163" y="1728788"/>
            <a:ext cx="1290637" cy="1087437"/>
          </a:xfrm>
          <a:prstGeom prst="rect">
            <a:avLst/>
          </a:prstGeom>
          <a:noFill/>
          <a:extLst>
            <a:ext uri="{909E8E84-426E-40DD-AFC4-6F175D3DCCD1}">
              <a14:hiddenFill xmlns:a14="http://schemas.microsoft.com/office/drawing/2010/main">
                <a:solidFill>
                  <a:srgbClr val="FFFFFF"/>
                </a:solidFill>
              </a14:hiddenFill>
            </a:ext>
          </a:extLst>
        </p:spPr>
      </p:pic>
      <p:pic>
        <p:nvPicPr>
          <p:cNvPr id="74758" name="Picture 6">
            <a:extLst>
              <a:ext uri="{FF2B5EF4-FFF2-40B4-BE49-F238E27FC236}">
                <a16:creationId xmlns:a16="http://schemas.microsoft.com/office/drawing/2014/main" id="{A20AE20C-03EC-DD6D-5379-6F90BBB09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8238" y="2965450"/>
            <a:ext cx="1290637" cy="1087438"/>
          </a:xfrm>
          <a:prstGeom prst="rect">
            <a:avLst/>
          </a:prstGeom>
          <a:noFill/>
          <a:extLst>
            <a:ext uri="{909E8E84-426E-40DD-AFC4-6F175D3DCCD1}">
              <a14:hiddenFill xmlns:a14="http://schemas.microsoft.com/office/drawing/2010/main">
                <a:solidFill>
                  <a:srgbClr val="FFFFFF"/>
                </a:solidFill>
              </a14:hiddenFill>
            </a:ext>
          </a:extLst>
        </p:spPr>
      </p:pic>
      <p:sp>
        <p:nvSpPr>
          <p:cNvPr id="74759" name="Text Box 7">
            <a:extLst>
              <a:ext uri="{FF2B5EF4-FFF2-40B4-BE49-F238E27FC236}">
                <a16:creationId xmlns:a16="http://schemas.microsoft.com/office/drawing/2014/main" id="{993573EB-331F-B364-55F5-D7625FD73D97}"/>
              </a:ext>
            </a:extLst>
          </p:cNvPr>
          <p:cNvSpPr txBox="1">
            <a:spLocks noChangeArrowheads="1"/>
          </p:cNvSpPr>
          <p:nvPr/>
        </p:nvSpPr>
        <p:spPr bwMode="auto">
          <a:xfrm>
            <a:off x="288925" y="1724025"/>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0033CC"/>
                </a:solidFill>
                <a:effectLst/>
                <a:uLnTx/>
                <a:uFillTx/>
                <a:latin typeface="Times New Roman" panose="02020603050405020304" pitchFamily="18" charset="0"/>
                <a:ea typeface="+mn-ea"/>
                <a:cs typeface="+mn-cs"/>
              </a:rPr>
              <a:t>01011011</a:t>
            </a:r>
          </a:p>
        </p:txBody>
      </p:sp>
      <p:sp>
        <p:nvSpPr>
          <p:cNvPr id="74760" name="Rectangle 8">
            <a:extLst>
              <a:ext uri="{FF2B5EF4-FFF2-40B4-BE49-F238E27FC236}">
                <a16:creationId xmlns:a16="http://schemas.microsoft.com/office/drawing/2014/main" id="{4FA8E028-78B9-A29C-63FE-6BCEC27251F4}"/>
              </a:ext>
            </a:extLst>
          </p:cNvPr>
          <p:cNvSpPr>
            <a:spLocks noChangeArrowheads="1"/>
          </p:cNvSpPr>
          <p:nvPr/>
        </p:nvSpPr>
        <p:spPr bwMode="auto">
          <a:xfrm>
            <a:off x="4054475" y="2101850"/>
            <a:ext cx="1081088" cy="944563"/>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4761" name="Text Box 9">
            <a:extLst>
              <a:ext uri="{FF2B5EF4-FFF2-40B4-BE49-F238E27FC236}">
                <a16:creationId xmlns:a16="http://schemas.microsoft.com/office/drawing/2014/main" id="{7DEA8E3E-8F3E-D17A-CF64-C9C2673B2A9B}"/>
              </a:ext>
            </a:extLst>
          </p:cNvPr>
          <p:cNvSpPr txBox="1">
            <a:spLocks noChangeArrowheads="1"/>
          </p:cNvSpPr>
          <p:nvPr/>
        </p:nvSpPr>
        <p:spPr bwMode="auto">
          <a:xfrm>
            <a:off x="4083050" y="2120900"/>
            <a:ext cx="984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Internet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Access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Point</a:t>
            </a:r>
          </a:p>
        </p:txBody>
      </p:sp>
      <p:sp>
        <p:nvSpPr>
          <p:cNvPr id="74762" name="Line 10">
            <a:extLst>
              <a:ext uri="{FF2B5EF4-FFF2-40B4-BE49-F238E27FC236}">
                <a16:creationId xmlns:a16="http://schemas.microsoft.com/office/drawing/2014/main" id="{3A4F0ADC-B593-E3A8-1195-853386AB6CE2}"/>
              </a:ext>
            </a:extLst>
          </p:cNvPr>
          <p:cNvSpPr>
            <a:spLocks noChangeShapeType="1"/>
          </p:cNvSpPr>
          <p:nvPr/>
        </p:nvSpPr>
        <p:spPr bwMode="auto">
          <a:xfrm flipH="1">
            <a:off x="1738313" y="1903413"/>
            <a:ext cx="3046412" cy="198437"/>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4763" name="Line 11">
            <a:extLst>
              <a:ext uri="{FF2B5EF4-FFF2-40B4-BE49-F238E27FC236}">
                <a16:creationId xmlns:a16="http://schemas.microsoft.com/office/drawing/2014/main" id="{92C2CFB5-7512-0661-A9E5-A6347E59169B}"/>
              </a:ext>
            </a:extLst>
          </p:cNvPr>
          <p:cNvSpPr>
            <a:spLocks noChangeShapeType="1"/>
          </p:cNvSpPr>
          <p:nvPr/>
        </p:nvSpPr>
        <p:spPr bwMode="auto">
          <a:xfrm>
            <a:off x="4770438" y="3322638"/>
            <a:ext cx="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4764" name="Rectangle 12">
            <a:extLst>
              <a:ext uri="{FF2B5EF4-FFF2-40B4-BE49-F238E27FC236}">
                <a16:creationId xmlns:a16="http://schemas.microsoft.com/office/drawing/2014/main" id="{3D03637B-0353-D4B9-7517-CDFF78D8A233}"/>
              </a:ext>
            </a:extLst>
          </p:cNvPr>
          <p:cNvSpPr>
            <a:spLocks noChangeArrowheads="1"/>
          </p:cNvSpPr>
          <p:nvPr/>
        </p:nvSpPr>
        <p:spPr bwMode="auto">
          <a:xfrm>
            <a:off x="4846638" y="1766888"/>
            <a:ext cx="60325" cy="350837"/>
          </a:xfrm>
          <a:prstGeom prst="rect">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4765" name="Line 13">
            <a:extLst>
              <a:ext uri="{FF2B5EF4-FFF2-40B4-BE49-F238E27FC236}">
                <a16:creationId xmlns:a16="http://schemas.microsoft.com/office/drawing/2014/main" id="{57C1C662-E340-70E7-605D-83A1970BCBFE}"/>
              </a:ext>
            </a:extLst>
          </p:cNvPr>
          <p:cNvSpPr>
            <a:spLocks noChangeShapeType="1"/>
          </p:cNvSpPr>
          <p:nvPr/>
        </p:nvSpPr>
        <p:spPr bwMode="auto">
          <a:xfrm>
            <a:off x="4983163" y="1858963"/>
            <a:ext cx="1433512" cy="1128712"/>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4766" name="Line 14">
            <a:extLst>
              <a:ext uri="{FF2B5EF4-FFF2-40B4-BE49-F238E27FC236}">
                <a16:creationId xmlns:a16="http://schemas.microsoft.com/office/drawing/2014/main" id="{73FE7203-CC0C-15C9-E035-36D3FC35696B}"/>
              </a:ext>
            </a:extLst>
          </p:cNvPr>
          <p:cNvSpPr>
            <a:spLocks noChangeShapeType="1"/>
          </p:cNvSpPr>
          <p:nvPr/>
        </p:nvSpPr>
        <p:spPr bwMode="auto">
          <a:xfrm>
            <a:off x="5029200" y="1812925"/>
            <a:ext cx="2271713" cy="49213"/>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4767" name="Text Box 15">
            <a:extLst>
              <a:ext uri="{FF2B5EF4-FFF2-40B4-BE49-F238E27FC236}">
                <a16:creationId xmlns:a16="http://schemas.microsoft.com/office/drawing/2014/main" id="{AF9A570C-0D4A-67B6-824D-E71541022C4C}"/>
              </a:ext>
            </a:extLst>
          </p:cNvPr>
          <p:cNvSpPr txBox="1">
            <a:spLocks noChangeArrowheads="1"/>
          </p:cNvSpPr>
          <p:nvPr/>
        </p:nvSpPr>
        <p:spPr bwMode="auto">
          <a:xfrm>
            <a:off x="2117725" y="167957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0033CC"/>
                </a:solidFill>
                <a:effectLst/>
                <a:uLnTx/>
                <a:uFillTx/>
                <a:latin typeface="Times New Roman" panose="02020603050405020304" pitchFamily="18" charset="0"/>
                <a:ea typeface="+mn-ea"/>
                <a:cs typeface="+mn-cs"/>
              </a:rPr>
              <a:t>0101</a:t>
            </a:r>
          </a:p>
        </p:txBody>
      </p:sp>
      <p:sp>
        <p:nvSpPr>
          <p:cNvPr id="74768" name="Text Box 16">
            <a:extLst>
              <a:ext uri="{FF2B5EF4-FFF2-40B4-BE49-F238E27FC236}">
                <a16:creationId xmlns:a16="http://schemas.microsoft.com/office/drawing/2014/main" id="{53FB1B50-0792-95DD-5F86-66DD39A24E0B}"/>
              </a:ext>
            </a:extLst>
          </p:cNvPr>
          <p:cNvSpPr txBox="1">
            <a:spLocks noChangeArrowheads="1"/>
          </p:cNvSpPr>
          <p:nvPr/>
        </p:nvSpPr>
        <p:spPr bwMode="auto">
          <a:xfrm>
            <a:off x="3475038" y="163195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0033CC"/>
                </a:solidFill>
                <a:effectLst/>
                <a:uLnTx/>
                <a:uFillTx/>
                <a:latin typeface="Times New Roman" panose="02020603050405020304" pitchFamily="18" charset="0"/>
                <a:ea typeface="+mn-ea"/>
                <a:cs typeface="+mn-cs"/>
              </a:rPr>
              <a:t>1011</a:t>
            </a:r>
          </a:p>
        </p:txBody>
      </p:sp>
      <p:sp>
        <p:nvSpPr>
          <p:cNvPr id="3" name="Title 1">
            <a:extLst>
              <a:ext uri="{FF2B5EF4-FFF2-40B4-BE49-F238E27FC236}">
                <a16:creationId xmlns:a16="http://schemas.microsoft.com/office/drawing/2014/main" id="{E88F48A0-3049-2276-EBF3-93D3E4B92FE0}"/>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t>Single-hop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LANs</a:t>
            </a:r>
            <a:endParaRPr lang="en-US" sz="3200" b="0" dirty="0">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200BEF2C-017B-ACDE-766A-5DBEA55DED90}"/>
              </a:ext>
            </a:extLst>
          </p:cNvPr>
          <p:cNvSpPr>
            <a:spLocks noGrp="1" noChangeArrowheads="1"/>
          </p:cNvSpPr>
          <p:nvPr>
            <p:ph type="title"/>
          </p:nvPr>
        </p:nvSpPr>
        <p:spPr>
          <a:xfrm>
            <a:off x="609600" y="228600"/>
            <a:ext cx="8229600" cy="1143000"/>
          </a:xfrm>
        </p:spPr>
        <p:txBody>
          <a:bodyPr/>
          <a:lstStyle/>
          <a:p>
            <a:r>
              <a:rPr lang="en-US" altLang="en-US" sz="3200" b="0" dirty="0"/>
              <a:t>Single-hop </a:t>
            </a:r>
            <a:r>
              <a:rPr lang="en-US" altLang="en-US" sz="3200" b="0" dirty="0">
                <a:solidFill>
                  <a:srgbClr val="00B050"/>
                </a:solidFill>
              </a:rPr>
              <a:t>Infrastructure-based</a:t>
            </a:r>
            <a:r>
              <a:rPr lang="en-US" altLang="en-US" sz="3200" b="0" dirty="0"/>
              <a:t>:: </a:t>
            </a:r>
            <a:br>
              <a:rPr lang="en-US" altLang="en-US" sz="3200" b="0" dirty="0"/>
            </a:br>
            <a:r>
              <a:rPr lang="en-US" altLang="en-US" sz="3200" b="0" dirty="0">
                <a:solidFill>
                  <a:schemeClr val="bg1">
                    <a:lumMod val="75000"/>
                  </a:schemeClr>
                </a:solidFill>
              </a:rPr>
              <a:t>Wireless LAN Standards </a:t>
            </a:r>
          </a:p>
        </p:txBody>
      </p:sp>
      <p:sp>
        <p:nvSpPr>
          <p:cNvPr id="77827" name="Rectangle 3">
            <a:extLst>
              <a:ext uri="{FF2B5EF4-FFF2-40B4-BE49-F238E27FC236}">
                <a16:creationId xmlns:a16="http://schemas.microsoft.com/office/drawing/2014/main" id="{84C96EA3-546A-A833-0D18-38439200EB4A}"/>
              </a:ext>
            </a:extLst>
          </p:cNvPr>
          <p:cNvSpPr>
            <a:spLocks noGrp="1" noChangeArrowheads="1"/>
          </p:cNvSpPr>
          <p:nvPr>
            <p:ph type="body" idx="1"/>
          </p:nvPr>
        </p:nvSpPr>
        <p:spPr>
          <a:xfrm>
            <a:off x="495300" y="1600200"/>
            <a:ext cx="7848600" cy="5257800"/>
          </a:xfrm>
        </p:spPr>
        <p:txBody>
          <a:bodyPr/>
          <a:lstStyle/>
          <a:p>
            <a:pPr>
              <a:lnSpc>
                <a:spcPct val="110000"/>
              </a:lnSpc>
            </a:pPr>
            <a:r>
              <a:rPr lang="en-US" altLang="en-US" sz="2400" b="0" dirty="0"/>
              <a:t>802.11b</a:t>
            </a:r>
            <a:endParaRPr lang="en-US" altLang="en-US" sz="2400" b="0" dirty="0">
              <a:solidFill>
                <a:srgbClr val="CC0000"/>
              </a:solidFill>
            </a:endParaRPr>
          </a:p>
          <a:p>
            <a:pPr lvl="1">
              <a:lnSpc>
                <a:spcPct val="70000"/>
              </a:lnSpc>
            </a:pPr>
            <a:r>
              <a:rPr lang="en-US" altLang="en-US" sz="2000" b="0" dirty="0"/>
              <a:t>Standard for 2.4GHz ISM band (80 MHz)</a:t>
            </a:r>
          </a:p>
          <a:p>
            <a:pPr lvl="1">
              <a:lnSpc>
                <a:spcPct val="70000"/>
              </a:lnSpc>
            </a:pPr>
            <a:r>
              <a:rPr lang="en-US" altLang="en-US" sz="2000" b="0" dirty="0"/>
              <a:t>Frequency hopped spread spectrum</a:t>
            </a:r>
          </a:p>
          <a:p>
            <a:pPr lvl="1">
              <a:lnSpc>
                <a:spcPct val="70000"/>
              </a:lnSpc>
            </a:pPr>
            <a:r>
              <a:rPr lang="en-US" altLang="en-US" sz="2000" b="0" dirty="0"/>
              <a:t>1.6-10 Mbps, 500 ft range</a:t>
            </a:r>
          </a:p>
          <a:p>
            <a:pPr lvl="1">
              <a:lnSpc>
                <a:spcPct val="10000"/>
              </a:lnSpc>
            </a:pPr>
            <a:endParaRPr lang="en-US" altLang="en-US" sz="2000" b="0" dirty="0"/>
          </a:p>
          <a:p>
            <a:pPr>
              <a:lnSpc>
                <a:spcPct val="110000"/>
              </a:lnSpc>
            </a:pPr>
            <a:r>
              <a:rPr lang="en-US" altLang="en-US" sz="2400" b="0" dirty="0"/>
              <a:t>802.11a</a:t>
            </a:r>
            <a:endParaRPr lang="en-US" altLang="en-US" sz="2400" b="0" dirty="0">
              <a:solidFill>
                <a:srgbClr val="CC0000"/>
              </a:solidFill>
            </a:endParaRPr>
          </a:p>
          <a:p>
            <a:pPr lvl="1">
              <a:lnSpc>
                <a:spcPct val="70000"/>
              </a:lnSpc>
            </a:pPr>
            <a:r>
              <a:rPr lang="en-US" altLang="en-US" sz="2000" b="0" dirty="0"/>
              <a:t>Standard for 5GHz NII band (300 MHz)</a:t>
            </a:r>
          </a:p>
          <a:p>
            <a:pPr lvl="1">
              <a:lnSpc>
                <a:spcPct val="70000"/>
              </a:lnSpc>
            </a:pPr>
            <a:r>
              <a:rPr lang="en-US" altLang="en-US" sz="2000" b="0" dirty="0"/>
              <a:t>OFDM with time division</a:t>
            </a:r>
          </a:p>
          <a:p>
            <a:pPr lvl="1">
              <a:lnSpc>
                <a:spcPct val="70000"/>
              </a:lnSpc>
            </a:pPr>
            <a:r>
              <a:rPr lang="en-US" altLang="en-US" sz="2000" b="0" dirty="0"/>
              <a:t>20-70 Mbps, variable range</a:t>
            </a:r>
          </a:p>
          <a:p>
            <a:pPr lvl="1">
              <a:lnSpc>
                <a:spcPct val="70000"/>
              </a:lnSpc>
            </a:pPr>
            <a:r>
              <a:rPr lang="en-US" altLang="en-US" sz="2000" b="0" dirty="0"/>
              <a:t>Similar to HiperLAN in Europe</a:t>
            </a:r>
          </a:p>
          <a:p>
            <a:r>
              <a:rPr lang="en-US" altLang="en-US" sz="2400" b="0" dirty="0"/>
              <a:t>802.11g</a:t>
            </a:r>
            <a:endParaRPr lang="en-US" altLang="en-US" sz="2400" b="0" dirty="0">
              <a:solidFill>
                <a:srgbClr val="CC0000"/>
              </a:solidFill>
            </a:endParaRPr>
          </a:p>
          <a:p>
            <a:pPr lvl="1">
              <a:lnSpc>
                <a:spcPct val="70000"/>
              </a:lnSpc>
            </a:pPr>
            <a:r>
              <a:rPr lang="en-US" altLang="en-US" sz="2000" b="0" dirty="0"/>
              <a:t>Standard in 2.4 GHz and 5 GHz bands</a:t>
            </a:r>
          </a:p>
          <a:p>
            <a:pPr lvl="1">
              <a:lnSpc>
                <a:spcPct val="70000"/>
              </a:lnSpc>
            </a:pPr>
            <a:r>
              <a:rPr lang="en-US" altLang="en-US" sz="2000" b="0" dirty="0"/>
              <a:t>OFDM </a:t>
            </a:r>
          </a:p>
          <a:p>
            <a:pPr lvl="1">
              <a:lnSpc>
                <a:spcPct val="70000"/>
              </a:lnSpc>
            </a:pPr>
            <a:r>
              <a:rPr lang="en-US" altLang="en-US" sz="2000" b="0" dirty="0"/>
              <a:t>Speeds up to 54 Mbps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9ED1A-EA36-D833-58BD-86F5F5912C7D}"/>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D87E9E6F-3F47-157A-5897-430DFEA86A8A}"/>
              </a:ext>
            </a:extLst>
          </p:cNvPr>
          <p:cNvSpPr txBox="1">
            <a:spLocks noChangeArrowheads="1"/>
          </p:cNvSpPr>
          <p:nvPr/>
        </p:nvSpPr>
        <p:spPr bwMode="auto">
          <a:xfrm>
            <a:off x="914400" y="2438400"/>
            <a:ext cx="6858000" cy="219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Font typeface="Wingdings" panose="05000000000000000000" pitchFamily="2" charset="2"/>
              <a:buNone/>
            </a:pPr>
            <a:r>
              <a:rPr lang="en-US" sz="2400" b="0" dirty="0">
                <a:solidFill>
                  <a:srgbClr val="FF0000"/>
                </a:solidFill>
                <a:latin typeface="Gill Sans MT" panose="020B0502020104020203" pitchFamily="34" charset="0"/>
                <a:ea typeface="ＭＳ Ｐゴシック" panose="020B0600070205080204" pitchFamily="34" charset="-128"/>
                <a:cs typeface="Arial" panose="020B0604020202020204" pitchFamily="34" charset="0"/>
              </a:rPr>
              <a:t>Data rate :</a:t>
            </a:r>
            <a:endParaRPr lang="en-US" altLang="en-US" sz="2400" b="0" dirty="0">
              <a:solidFill>
                <a:srgbClr val="FF0000"/>
              </a:solidFill>
              <a:latin typeface="Gill Sans MT" panose="020B0502020104020203" pitchFamily="34" charset="0"/>
              <a:ea typeface="ＭＳ Ｐゴシック" panose="020B0600070205080204" pitchFamily="34" charset="-128"/>
              <a:cs typeface="Arial" panose="020B0604020202020204" pitchFamily="34" charset="0"/>
            </a:endParaRPr>
          </a:p>
          <a:p>
            <a:pPr marL="0" indent="0">
              <a:lnSpc>
                <a:spcPct val="100000"/>
              </a:lnSpc>
              <a:spcBef>
                <a:spcPct val="0"/>
              </a:spcBef>
              <a:buClrTx/>
              <a:buSzTx/>
              <a:buFontTx/>
              <a:buChar char="•"/>
            </a:pPr>
            <a:r>
              <a:rPr lang="en-US" altLang="en-US" sz="1800" b="0" dirty="0">
                <a:latin typeface="Arial" panose="020B0604020202020204" pitchFamily="34" charset="0"/>
              </a:rPr>
              <a:t>IEEE 802.11b: 11 Mbps</a:t>
            </a:r>
          </a:p>
          <a:p>
            <a:pPr marL="0" indent="0">
              <a:lnSpc>
                <a:spcPct val="100000"/>
              </a:lnSpc>
              <a:spcBef>
                <a:spcPct val="0"/>
              </a:spcBef>
              <a:buClrTx/>
              <a:buSzTx/>
              <a:buFontTx/>
              <a:buChar char="•"/>
            </a:pPr>
            <a:r>
              <a:rPr lang="en-US" altLang="en-US" sz="1800" b="0" dirty="0">
                <a:latin typeface="Arial" panose="020B0604020202020204" pitchFamily="34" charset="0"/>
              </a:rPr>
              <a:t>IEEE 802.11g: 54 Mbps</a:t>
            </a:r>
          </a:p>
          <a:p>
            <a:pPr marL="0" indent="0">
              <a:lnSpc>
                <a:spcPct val="100000"/>
              </a:lnSpc>
              <a:spcBef>
                <a:spcPct val="0"/>
              </a:spcBef>
              <a:buClrTx/>
              <a:buSzTx/>
              <a:buFontTx/>
              <a:buChar char="•"/>
            </a:pPr>
            <a:r>
              <a:rPr lang="en-US" altLang="en-US" sz="1800" b="0" dirty="0">
                <a:latin typeface="Arial" panose="020B0604020202020204" pitchFamily="34" charset="0"/>
              </a:rPr>
              <a:t>IEEE 802.11n (Wi-Fi 4): Up to 600 Mbps</a:t>
            </a:r>
          </a:p>
          <a:p>
            <a:pPr marL="0" indent="0">
              <a:lnSpc>
                <a:spcPct val="100000"/>
              </a:lnSpc>
              <a:spcBef>
                <a:spcPct val="0"/>
              </a:spcBef>
              <a:buClrTx/>
              <a:buSzTx/>
              <a:buFontTx/>
              <a:buChar char="•"/>
            </a:pPr>
            <a:r>
              <a:rPr lang="en-US" altLang="en-US" sz="1800" b="0" dirty="0">
                <a:latin typeface="Arial" panose="020B0604020202020204" pitchFamily="34" charset="0"/>
              </a:rPr>
              <a:t>IEEE 802.11ac (Wi-Fi 5): Up to 6.9 Gbps</a:t>
            </a:r>
          </a:p>
          <a:p>
            <a:pPr marL="0" indent="0">
              <a:lnSpc>
                <a:spcPct val="100000"/>
              </a:lnSpc>
              <a:spcBef>
                <a:spcPct val="0"/>
              </a:spcBef>
              <a:buClrTx/>
              <a:buSzTx/>
              <a:buFontTx/>
              <a:buChar char="•"/>
            </a:pPr>
            <a:r>
              <a:rPr lang="en-US" altLang="en-US" sz="1800" b="0" dirty="0">
                <a:latin typeface="Arial" panose="020B0604020202020204" pitchFamily="34" charset="0"/>
              </a:rPr>
              <a:t>IEEE 802.11ax (Wi-Fi 6/6E): Up to 9.6 Gbps</a:t>
            </a:r>
          </a:p>
          <a:p>
            <a:pPr marL="0" indent="0">
              <a:lnSpc>
                <a:spcPct val="100000"/>
              </a:lnSpc>
              <a:spcBef>
                <a:spcPct val="0"/>
              </a:spcBef>
              <a:buClrTx/>
              <a:buSzTx/>
              <a:buFontTx/>
              <a:buChar char="•"/>
            </a:pPr>
            <a:r>
              <a:rPr lang="en-US" altLang="en-US" sz="1800" b="0" dirty="0">
                <a:latin typeface="Arial" panose="020B0604020202020204" pitchFamily="34" charset="0"/>
              </a:rPr>
              <a:t>IEEE 802.11be (Wi-Fi 7) (emerging): Targeting &gt;30 Gbps</a:t>
            </a:r>
          </a:p>
        </p:txBody>
      </p:sp>
      <p:sp>
        <p:nvSpPr>
          <p:cNvPr id="2" name="Rectangle 2">
            <a:extLst>
              <a:ext uri="{FF2B5EF4-FFF2-40B4-BE49-F238E27FC236}">
                <a16:creationId xmlns:a16="http://schemas.microsoft.com/office/drawing/2014/main" id="{02A08883-9384-F4D2-F634-15E7D3AA8102}"/>
              </a:ext>
            </a:extLst>
          </p:cNvPr>
          <p:cNvSpPr txBox="1">
            <a:spLocks noChangeArrowheads="1"/>
          </p:cNvSpPr>
          <p:nvPr/>
        </p:nvSpPr>
        <p:spPr bwMode="auto">
          <a:xfrm>
            <a:off x="609600" y="2286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t>Single-hop </a:t>
            </a:r>
            <a:r>
              <a:rPr lang="en-US" altLang="en-US" sz="3200" b="0" dirty="0">
                <a:solidFill>
                  <a:srgbClr val="00B050"/>
                </a:solidFill>
              </a:rPr>
              <a:t>Infrastructure-based</a:t>
            </a:r>
            <a:r>
              <a:rPr lang="en-US" altLang="en-US" sz="3200" b="0" dirty="0"/>
              <a:t>:: </a:t>
            </a:r>
            <a:br>
              <a:rPr lang="en-US" altLang="en-US" sz="3200" b="0" dirty="0"/>
            </a:br>
            <a:r>
              <a:rPr lang="en-US" altLang="en-US" sz="3200" b="0" dirty="0">
                <a:solidFill>
                  <a:schemeClr val="bg1">
                    <a:lumMod val="75000"/>
                  </a:schemeClr>
                </a:solidFill>
              </a:rPr>
              <a:t>Wireless LAN Standards </a:t>
            </a:r>
          </a:p>
        </p:txBody>
      </p:sp>
    </p:spTree>
    <p:extLst>
      <p:ext uri="{BB962C8B-B14F-4D97-AF65-F5344CB8AC3E}">
        <p14:creationId xmlns:p14="http://schemas.microsoft.com/office/powerpoint/2010/main" val="22995563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200"/>
            <a:ext cx="8229600" cy="349308"/>
          </a:xfrm>
        </p:spPr>
        <p:txBody>
          <a:bodyPr/>
          <a:lstStyle/>
          <a:p>
            <a:br>
              <a:rPr lang="en-US" sz="4000" b="0" dirty="0"/>
            </a:br>
            <a:r>
              <a:rPr lang="en-US" sz="2000" b="0" dirty="0"/>
              <a:t> (Worldwide Interoperability for Microwave Access)</a:t>
            </a:r>
          </a:p>
        </p:txBody>
      </p:sp>
      <p:sp>
        <p:nvSpPr>
          <p:cNvPr id="3" name="Content Placeholder 2"/>
          <p:cNvSpPr>
            <a:spLocks noGrp="1"/>
          </p:cNvSpPr>
          <p:nvPr>
            <p:ph idx="1"/>
          </p:nvPr>
        </p:nvSpPr>
        <p:spPr>
          <a:xfrm>
            <a:off x="304800" y="1939964"/>
            <a:ext cx="7848600" cy="4114800"/>
          </a:xfrm>
        </p:spPr>
        <p:txBody>
          <a:bodyPr/>
          <a:lstStyle/>
          <a:p>
            <a:r>
              <a:rPr lang="en-US" sz="2000" b="0" dirty="0"/>
              <a:t>A wireless communications standard - designed to provide 30 to 40 megabit-per-second data rates, with the 2011 update providing up to 1 </a:t>
            </a:r>
            <a:r>
              <a:rPr lang="en-US" sz="2000" b="0" dirty="0" err="1"/>
              <a:t>Gbit</a:t>
            </a:r>
            <a:r>
              <a:rPr lang="en-US" sz="2000" b="0" dirty="0"/>
              <a:t>/s for fixed stations.</a:t>
            </a:r>
          </a:p>
          <a:p>
            <a:r>
              <a:rPr lang="en-US" sz="2000" b="0" dirty="0"/>
              <a:t>It refers to interoperable implementations of the IEEE 802.16 family of wireless-networks standards.  </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0916" y="3600275"/>
            <a:ext cx="3810000" cy="261643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495800" y="6292334"/>
            <a:ext cx="3886200" cy="30777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imes New Roman"/>
                <a:ea typeface="+mn-ea"/>
                <a:cs typeface="+mn-cs"/>
              </a:rPr>
              <a:t>Figure</a:t>
            </a:r>
            <a:r>
              <a:rPr kumimoji="0" lang="en-US" sz="1400" b="0" i="0" u="none" strike="noStrike" kern="1200" cap="none" spc="0" normalizeH="0" baseline="0" noProof="0" dirty="0">
                <a:ln>
                  <a:noFill/>
                </a:ln>
                <a:solidFill>
                  <a:srgbClr val="000000"/>
                </a:solidFill>
                <a:effectLst/>
                <a:uLnTx/>
                <a:uFillTx/>
                <a:latin typeface="Times New Roman"/>
                <a:ea typeface="+mn-ea"/>
                <a:cs typeface="+mn-cs"/>
              </a:rPr>
              <a:t>: Working Procedure of WiMAX</a:t>
            </a:r>
          </a:p>
        </p:txBody>
      </p:sp>
      <p:sp>
        <p:nvSpPr>
          <p:cNvPr id="6" name="Title 1">
            <a:extLst>
              <a:ext uri="{FF2B5EF4-FFF2-40B4-BE49-F238E27FC236}">
                <a16:creationId xmlns:a16="http://schemas.microsoft.com/office/drawing/2014/main" id="{B42A9164-F557-997B-4FA2-455746E42456}"/>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t>Single-hop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WiMAX</a:t>
            </a:r>
            <a:endParaRPr lang="en-US" sz="3200" b="0" dirty="0">
              <a:solidFill>
                <a:srgbClr val="FF0000"/>
              </a:solidFill>
            </a:endParaRPr>
          </a:p>
        </p:txBody>
      </p:sp>
      <p:sp>
        <p:nvSpPr>
          <p:cNvPr id="4" name="object 2">
            <a:extLst>
              <a:ext uri="{FF2B5EF4-FFF2-40B4-BE49-F238E27FC236}">
                <a16:creationId xmlns:a16="http://schemas.microsoft.com/office/drawing/2014/main" id="{382F0764-A0B9-8A3A-342B-BA9D05D34B00}"/>
              </a:ext>
            </a:extLst>
          </p:cNvPr>
          <p:cNvSpPr txBox="1">
            <a:spLocks/>
          </p:cNvSpPr>
          <p:nvPr/>
        </p:nvSpPr>
        <p:spPr>
          <a:xfrm>
            <a:off x="457200" y="647169"/>
            <a:ext cx="7887970" cy="695325"/>
          </a:xfrm>
          <a:prstGeom prst="rect">
            <a:avLst/>
          </a:prstGeom>
          <a:ln w="28575">
            <a:solidFill>
              <a:srgbClr val="00B05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1794138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sz="2400" b="0" dirty="0"/>
              <a:t>Provide portable mobile broadband connectivity across cities and countries</a:t>
            </a:r>
          </a:p>
          <a:p>
            <a:endParaRPr lang="en-US" sz="2400" b="0" dirty="0"/>
          </a:p>
          <a:p>
            <a:r>
              <a:rPr lang="en-US" sz="2400" b="0" dirty="0"/>
              <a:t>Wireless alternative to cable and digital subscriber line (DSL) for "last mile" broadband access</a:t>
            </a:r>
          </a:p>
          <a:p>
            <a:endParaRPr lang="en-US" sz="2400" b="0" dirty="0"/>
          </a:p>
          <a:p>
            <a:r>
              <a:rPr lang="en-US" sz="2400" b="0" dirty="0"/>
              <a:t>Provide data, telecommunications (VoIP) and IPTV services (triple play)</a:t>
            </a:r>
          </a:p>
          <a:p>
            <a:endParaRPr lang="en-US" sz="2400" b="0" dirty="0"/>
          </a:p>
          <a:p>
            <a:r>
              <a:rPr lang="en-US" sz="2400" b="0" dirty="0"/>
              <a:t>A source of Internet connectivity as part of a business continuity plan</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2" name="Title 1">
            <a:extLst>
              <a:ext uri="{FF2B5EF4-FFF2-40B4-BE49-F238E27FC236}">
                <a16:creationId xmlns:a16="http://schemas.microsoft.com/office/drawing/2014/main" id="{B5ED78C9-94B2-54F7-97B2-19BAE5D0250A}"/>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t>Single-hop </a:t>
            </a:r>
            <a:r>
              <a:rPr lang="en-US" altLang="en-US" sz="3200" b="0" dirty="0">
                <a:solidFill>
                  <a:srgbClr val="00B050"/>
                </a:solidFill>
              </a:rPr>
              <a:t>Infrastructure-based</a:t>
            </a:r>
            <a:r>
              <a:rPr lang="en-US" altLang="en-US" sz="3200" b="0" dirty="0"/>
              <a:t>:: </a:t>
            </a:r>
          </a:p>
          <a:p>
            <a:r>
              <a:rPr lang="en-US" altLang="en-US" sz="3200" b="0" dirty="0">
                <a:solidFill>
                  <a:srgbClr val="FF0000"/>
                </a:solidFill>
              </a:rPr>
              <a:t>WiMAX</a:t>
            </a:r>
            <a:endParaRPr lang="en-US" sz="3200" b="0" dirty="0">
              <a:solidFill>
                <a:srgbClr val="FF0000"/>
              </a:solidFill>
            </a:endParaRPr>
          </a:p>
        </p:txBody>
      </p:sp>
      <p:sp>
        <p:nvSpPr>
          <p:cNvPr id="5" name="object 2">
            <a:extLst>
              <a:ext uri="{FF2B5EF4-FFF2-40B4-BE49-F238E27FC236}">
                <a16:creationId xmlns:a16="http://schemas.microsoft.com/office/drawing/2014/main" id="{B1848A2A-60C1-3FA7-6849-532D5A8FEDCC}"/>
              </a:ext>
            </a:extLst>
          </p:cNvPr>
          <p:cNvSpPr txBox="1">
            <a:spLocks/>
          </p:cNvSpPr>
          <p:nvPr/>
        </p:nvSpPr>
        <p:spPr>
          <a:xfrm>
            <a:off x="347726" y="578373"/>
            <a:ext cx="7887970" cy="695325"/>
          </a:xfrm>
          <a:prstGeom prst="rect">
            <a:avLst/>
          </a:prstGeom>
          <a:ln w="28575">
            <a:solidFill>
              <a:srgbClr val="00B05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13199795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047A9-68E0-6681-4B94-5D84A3393519}"/>
              </a:ext>
            </a:extLst>
          </p:cNvPr>
          <p:cNvSpPr txBox="1">
            <a:spLocks/>
          </p:cNvSpPr>
          <p:nvPr/>
        </p:nvSpPr>
        <p:spPr>
          <a:xfrm>
            <a:off x="609600" y="1905000"/>
            <a:ext cx="8153400" cy="1676400"/>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4000" b="0" dirty="0">
                <a:solidFill>
                  <a:srgbClr val="0070C0"/>
                </a:solidFill>
              </a:rPr>
              <a:t>Single-hop</a:t>
            </a:r>
            <a:r>
              <a:rPr lang="en-US" altLang="en-US" sz="4000" b="0" dirty="0"/>
              <a:t> </a:t>
            </a:r>
            <a:r>
              <a:rPr lang="en-US" altLang="en-US" sz="4000" b="0" dirty="0">
                <a:solidFill>
                  <a:srgbClr val="FF0000"/>
                </a:solidFill>
              </a:rPr>
              <a:t>Infrastructure-less</a:t>
            </a:r>
          </a:p>
          <a:p>
            <a:r>
              <a:rPr lang="en-US" sz="4000" b="0" dirty="0">
                <a:solidFill>
                  <a:srgbClr val="7030A0"/>
                </a:solidFill>
              </a:rPr>
              <a:t>Wireless Access Networks</a:t>
            </a:r>
          </a:p>
        </p:txBody>
      </p:sp>
      <p:pic>
        <p:nvPicPr>
          <p:cNvPr id="9" name="Picture 8">
            <a:extLst>
              <a:ext uri="{FF2B5EF4-FFF2-40B4-BE49-F238E27FC236}">
                <a16:creationId xmlns:a16="http://schemas.microsoft.com/office/drawing/2014/main" id="{33ABBFA7-2765-DE92-1952-954F8A38058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088099" y="4038600"/>
            <a:ext cx="2475388" cy="2475388"/>
          </a:xfrm>
          <a:prstGeom prst="rect">
            <a:avLst/>
          </a:prstGeom>
        </p:spPr>
      </p:pic>
      <p:pic>
        <p:nvPicPr>
          <p:cNvPr id="10" name="Picture 9" descr="A cloud computing network with gears&#10;&#10;AI-generated content may be incorrect.">
            <a:extLst>
              <a:ext uri="{FF2B5EF4-FFF2-40B4-BE49-F238E27FC236}">
                <a16:creationId xmlns:a16="http://schemas.microsoft.com/office/drawing/2014/main" id="{6786B70C-D047-37CB-1EC3-9DB0BDBA88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6491" y="3810000"/>
            <a:ext cx="1228725" cy="1228725"/>
          </a:xfrm>
          <a:prstGeom prst="rect">
            <a:avLst/>
          </a:prstGeom>
        </p:spPr>
      </p:pic>
      <p:pic>
        <p:nvPicPr>
          <p:cNvPr id="8" name="Picture 7" descr="A blue and green line drawing of two men's heads&#10;&#10;AI-generated content may be incorrect.">
            <a:extLst>
              <a:ext uri="{FF2B5EF4-FFF2-40B4-BE49-F238E27FC236}">
                <a16:creationId xmlns:a16="http://schemas.microsoft.com/office/drawing/2014/main" id="{19D9AEA8-21F1-ADCA-9E9B-85E3A16E90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8784" y="3657600"/>
            <a:ext cx="2209800" cy="2209800"/>
          </a:xfrm>
          <a:prstGeom prst="rect">
            <a:avLst/>
          </a:prstGeom>
        </p:spPr>
      </p:pic>
      <p:pic>
        <p:nvPicPr>
          <p:cNvPr id="12" name="Graphic 11" descr="Close with solid fill">
            <a:extLst>
              <a:ext uri="{FF2B5EF4-FFF2-40B4-BE49-F238E27FC236}">
                <a16:creationId xmlns:a16="http://schemas.microsoft.com/office/drawing/2014/main" id="{CC7B6AFC-1E60-9B24-7028-827E0710CB5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53000" y="4648200"/>
            <a:ext cx="914400" cy="914400"/>
          </a:xfrm>
          <a:prstGeom prst="rect">
            <a:avLst/>
          </a:prstGeom>
        </p:spPr>
      </p:pic>
      <p:pic>
        <p:nvPicPr>
          <p:cNvPr id="13" name="Graphic 12" descr="Close with solid fill">
            <a:extLst>
              <a:ext uri="{FF2B5EF4-FFF2-40B4-BE49-F238E27FC236}">
                <a16:creationId xmlns:a16="http://schemas.microsoft.com/office/drawing/2014/main" id="{A26D1144-3FFA-C1B4-5DA1-9502827C2C3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33653" y="4038600"/>
            <a:ext cx="914400" cy="914400"/>
          </a:xfrm>
          <a:prstGeom prst="rect">
            <a:avLst/>
          </a:prstGeom>
        </p:spPr>
      </p:pic>
      <p:sp>
        <p:nvSpPr>
          <p:cNvPr id="14" name="Rectangle 3">
            <a:extLst>
              <a:ext uri="{FF2B5EF4-FFF2-40B4-BE49-F238E27FC236}">
                <a16:creationId xmlns:a16="http://schemas.microsoft.com/office/drawing/2014/main" id="{1F3472F0-E687-AA85-4902-F55F98F8C499}"/>
              </a:ext>
            </a:extLst>
          </p:cNvPr>
          <p:cNvSpPr txBox="1">
            <a:spLocks noChangeArrowheads="1"/>
          </p:cNvSpPr>
          <p:nvPr/>
        </p:nvSpPr>
        <p:spPr bwMode="auto">
          <a:xfrm>
            <a:off x="3848100" y="3430524"/>
            <a:ext cx="4038600" cy="554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b="0" dirty="0"/>
              <a:t>4. Bluetooth</a:t>
            </a:r>
          </a:p>
        </p:txBody>
      </p:sp>
    </p:spTree>
    <p:extLst>
      <p:ext uri="{BB962C8B-B14F-4D97-AF65-F5344CB8AC3E}">
        <p14:creationId xmlns:p14="http://schemas.microsoft.com/office/powerpoint/2010/main" val="363228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2FBED530-7506-FCA6-AB61-75377E7840C6}"/>
              </a:ext>
            </a:extLst>
          </p:cNvPr>
          <p:cNvSpPr>
            <a:spLocks noChangeArrowheads="1"/>
          </p:cNvSpPr>
          <p:nvPr/>
        </p:nvSpPr>
        <p:spPr bwMode="auto">
          <a:xfrm>
            <a:off x="26988" y="6734175"/>
            <a:ext cx="1165225"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500" b="0" i="0" u="none" strike="noStrike" kern="1200" cap="none" spc="0" normalizeH="0" baseline="0" noProof="0">
                <a:ln>
                  <a:noFill/>
                </a:ln>
                <a:solidFill>
                  <a:srgbClr val="FFFFFF"/>
                </a:solidFill>
                <a:effectLst/>
                <a:uLnTx/>
                <a:uFillTx/>
                <a:latin typeface="Arial" panose="020B0604020202020204" pitchFamily="34" charset="0"/>
                <a:ea typeface="+mn-ea"/>
                <a:cs typeface="+mn-cs"/>
              </a:rPr>
              <a:t>8C32810.61-Cimini-7/98</a:t>
            </a:r>
          </a:p>
        </p:txBody>
      </p:sp>
      <p:sp>
        <p:nvSpPr>
          <p:cNvPr id="2" name="Title 1">
            <a:extLst>
              <a:ext uri="{FF2B5EF4-FFF2-40B4-BE49-F238E27FC236}">
                <a16:creationId xmlns:a16="http://schemas.microsoft.com/office/drawing/2014/main" id="{FC2C3348-C1EB-EFCC-809B-41B48A6D16FA}"/>
              </a:ext>
            </a:extLst>
          </p:cNvPr>
          <p:cNvSpPr txBox="1">
            <a:spLocks/>
          </p:cNvSpPr>
          <p:nvPr/>
        </p:nvSpPr>
        <p:spPr bwMode="auto">
          <a:xfrm>
            <a:off x="387096" y="152400"/>
            <a:ext cx="7848600" cy="1109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t>Single-hop </a:t>
            </a:r>
            <a:r>
              <a:rPr lang="en-US" altLang="en-US" sz="3200" b="0" dirty="0">
                <a:solidFill>
                  <a:srgbClr val="FF0000"/>
                </a:solidFill>
              </a:rPr>
              <a:t>Infrastructure-less</a:t>
            </a:r>
            <a:r>
              <a:rPr lang="en-US" altLang="en-US" sz="3200" b="0" dirty="0"/>
              <a:t>::</a:t>
            </a:r>
            <a:br>
              <a:rPr lang="en-US" altLang="en-US" sz="3200" b="0" dirty="0"/>
            </a:br>
            <a:r>
              <a:rPr lang="en-US" altLang="en-US" sz="3200" b="0" dirty="0">
                <a:solidFill>
                  <a:srgbClr val="FF0000"/>
                </a:solidFill>
              </a:rPr>
              <a:t>Bluetooth Networks</a:t>
            </a:r>
            <a:endParaRPr lang="en-US" sz="3200" b="0" dirty="0">
              <a:solidFill>
                <a:srgbClr val="FF0000"/>
              </a:solidFill>
            </a:endParaRPr>
          </a:p>
        </p:txBody>
      </p:sp>
      <p:pic>
        <p:nvPicPr>
          <p:cNvPr id="8" name="Picture 7" descr="A bluetooth connection with blue and white circles&#10;&#10;AI-generated content may be incorrect.">
            <a:extLst>
              <a:ext uri="{FF2B5EF4-FFF2-40B4-BE49-F238E27FC236}">
                <a16:creationId xmlns:a16="http://schemas.microsoft.com/office/drawing/2014/main" id="{DF267B0B-F8C5-37B7-9697-F8F0F6BAAC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202" y="1817405"/>
            <a:ext cx="2923735" cy="2209800"/>
          </a:xfrm>
          <a:prstGeom prst="rect">
            <a:avLst/>
          </a:prstGeom>
        </p:spPr>
      </p:pic>
      <p:pic>
        <p:nvPicPr>
          <p:cNvPr id="10" name="Picture 9" descr="A bluetooth connection diagram&#10;&#10;AI-generated content may be incorrect.">
            <a:extLst>
              <a:ext uri="{FF2B5EF4-FFF2-40B4-BE49-F238E27FC236}">
                <a16:creationId xmlns:a16="http://schemas.microsoft.com/office/drawing/2014/main" id="{C190D1CD-319A-9053-384A-515274E48A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084" y="4419600"/>
            <a:ext cx="3385972" cy="1905594"/>
          </a:xfrm>
          <a:prstGeom prst="rect">
            <a:avLst/>
          </a:prstGeom>
        </p:spPr>
      </p:pic>
      <p:sp>
        <p:nvSpPr>
          <p:cNvPr id="3" name="TextBox 2">
            <a:extLst>
              <a:ext uri="{FF2B5EF4-FFF2-40B4-BE49-F238E27FC236}">
                <a16:creationId xmlns:a16="http://schemas.microsoft.com/office/drawing/2014/main" id="{B57F471C-FB16-724B-A81E-A808E10FFC25}"/>
              </a:ext>
            </a:extLst>
          </p:cNvPr>
          <p:cNvSpPr txBox="1"/>
          <p:nvPr/>
        </p:nvSpPr>
        <p:spPr>
          <a:xfrm>
            <a:off x="3476624" y="4788394"/>
            <a:ext cx="5486400" cy="1415772"/>
          </a:xfrm>
          <a:prstGeom prst="rect">
            <a:avLst/>
          </a:prstGeom>
          <a:noFill/>
        </p:spPr>
        <p:txBody>
          <a:bodyPr wrap="square" rtlCol="0">
            <a:spAutoFit/>
          </a:bodyPr>
          <a:lstStyle/>
          <a:p>
            <a:r>
              <a:rPr lang="en-US" sz="1400" b="1" dirty="0">
                <a:solidFill>
                  <a:srgbClr val="FF0000"/>
                </a:solidFill>
                <a:latin typeface="Arial" panose="020B0604020202020204" pitchFamily="34" charset="0"/>
                <a:cs typeface="Arial" panose="020B0604020202020204" pitchFamily="34" charset="0"/>
              </a:rPr>
              <a:t>Master – Slave Communication</a:t>
            </a:r>
          </a:p>
          <a:p>
            <a:r>
              <a:rPr lang="en-US" sz="1200" b="1" dirty="0">
                <a:solidFill>
                  <a:srgbClr val="0070C0"/>
                </a:solidFill>
                <a:latin typeface="Arial" panose="020B0604020202020204" pitchFamily="34" charset="0"/>
                <a:cs typeface="Arial" panose="020B0604020202020204" pitchFamily="34" charset="0"/>
              </a:rPr>
              <a:t>only the Master can initiate and control communication within a piconet.</a:t>
            </a:r>
          </a:p>
          <a:p>
            <a:endParaRPr lang="en-US" sz="1200" dirty="0">
              <a:solidFill>
                <a:srgbClr val="FF0000"/>
              </a:solidFill>
              <a:latin typeface="Arial" panose="020B0604020202020204" pitchFamily="34" charset="0"/>
              <a:cs typeface="Arial" panose="020B0604020202020204" pitchFamily="34" charset="0"/>
            </a:endParaRPr>
          </a:p>
          <a:p>
            <a:r>
              <a:rPr lang="en-US" sz="1200" dirty="0">
                <a:solidFill>
                  <a:srgbClr val="FF0000"/>
                </a:solidFill>
                <a:latin typeface="Arial" panose="020B0604020202020204" pitchFamily="34" charset="0"/>
                <a:cs typeface="Arial" panose="020B0604020202020204" pitchFamily="34" charset="0"/>
              </a:rPr>
              <a:t>Parked Node: </a:t>
            </a:r>
            <a:r>
              <a:rPr lang="en-US" sz="1200" dirty="0">
                <a:latin typeface="Arial" panose="020B0604020202020204" pitchFamily="34" charset="0"/>
                <a:cs typeface="Arial" panose="020B0604020202020204" pitchFamily="34" charset="0"/>
              </a:rPr>
              <a:t>Devices are </a:t>
            </a:r>
            <a:r>
              <a:rPr lang="en-US" sz="1200" dirty="0">
                <a:solidFill>
                  <a:srgbClr val="FF0000"/>
                </a:solidFill>
                <a:latin typeface="Arial" panose="020B0604020202020204" pitchFamily="34" charset="0"/>
                <a:cs typeface="Arial" panose="020B0604020202020204" pitchFamily="34" charset="0"/>
              </a:rPr>
              <a:t>still synchronized </a:t>
            </a:r>
            <a:r>
              <a:rPr lang="en-US" sz="1200" dirty="0">
                <a:latin typeface="Arial" panose="020B0604020202020204" pitchFamily="34" charset="0"/>
                <a:cs typeface="Arial" panose="020B0604020202020204" pitchFamily="34" charset="0"/>
              </a:rPr>
              <a:t>with the master but are </a:t>
            </a:r>
            <a:r>
              <a:rPr lang="en-US" sz="1200" b="1" dirty="0">
                <a:solidFill>
                  <a:srgbClr val="FF0000"/>
                </a:solidFill>
                <a:latin typeface="Arial" panose="020B0604020202020204" pitchFamily="34" charset="0"/>
                <a:cs typeface="Arial" panose="020B0604020202020204" pitchFamily="34" charset="0"/>
              </a:rPr>
              <a:t>not actively participating</a:t>
            </a:r>
            <a:r>
              <a:rPr lang="en-US" sz="1200" dirty="0">
                <a:solidFill>
                  <a:srgbClr val="FF0000"/>
                </a:solidFill>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in communication.</a:t>
            </a:r>
          </a:p>
          <a:p>
            <a:endParaRPr lang="en-US" sz="1200" dirty="0">
              <a:latin typeface="Arial" panose="020B0604020202020204" pitchFamily="34" charset="0"/>
              <a:cs typeface="Arial" panose="020B0604020202020204" pitchFamily="34" charset="0"/>
            </a:endParaRPr>
          </a:p>
          <a:p>
            <a:r>
              <a:rPr lang="en-US" sz="1200" dirty="0">
                <a:solidFill>
                  <a:srgbClr val="FF0000"/>
                </a:solidFill>
                <a:latin typeface="Arial" panose="020B0604020202020204" pitchFamily="34" charset="0"/>
                <a:cs typeface="Arial" panose="020B0604020202020204" pitchFamily="34" charset="0"/>
              </a:rPr>
              <a:t>Standby Node: </a:t>
            </a:r>
            <a:r>
              <a:rPr lang="en-US" sz="1200" dirty="0">
                <a:latin typeface="Arial" panose="020B0604020202020204" pitchFamily="34" charset="0"/>
                <a:cs typeface="Arial" panose="020B0604020202020204" pitchFamily="34" charset="0"/>
              </a:rPr>
              <a:t>Devices are in an </a:t>
            </a:r>
            <a:r>
              <a:rPr lang="en-US" sz="1200" b="1" dirty="0">
                <a:latin typeface="Arial" panose="020B0604020202020204" pitchFamily="34" charset="0"/>
                <a:cs typeface="Arial" panose="020B0604020202020204" pitchFamily="34" charset="0"/>
              </a:rPr>
              <a:t>idle state</a:t>
            </a:r>
            <a:r>
              <a:rPr lang="en-US" sz="1200" dirty="0">
                <a:latin typeface="Arial" panose="020B0604020202020204" pitchFamily="34" charset="0"/>
                <a:cs typeface="Arial" panose="020B0604020202020204" pitchFamily="34" charset="0"/>
              </a:rPr>
              <a:t>, </a:t>
            </a:r>
            <a:r>
              <a:rPr lang="en-US" sz="1200" b="1" dirty="0">
                <a:solidFill>
                  <a:srgbClr val="FF0000"/>
                </a:solidFill>
                <a:latin typeface="Arial" panose="020B0604020202020204" pitchFamily="34" charset="0"/>
                <a:cs typeface="Arial" panose="020B0604020202020204" pitchFamily="34" charset="0"/>
              </a:rPr>
              <a:t>not connected</a:t>
            </a:r>
            <a:r>
              <a:rPr lang="en-US" sz="1200" dirty="0">
                <a:solidFill>
                  <a:srgbClr val="FF0000"/>
                </a:solidFill>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to any piconet. </a:t>
            </a:r>
          </a:p>
        </p:txBody>
      </p:sp>
      <p:grpSp>
        <p:nvGrpSpPr>
          <p:cNvPr id="5" name="Group 4">
            <a:extLst>
              <a:ext uri="{FF2B5EF4-FFF2-40B4-BE49-F238E27FC236}">
                <a16:creationId xmlns:a16="http://schemas.microsoft.com/office/drawing/2014/main" id="{D5D0774F-9AAF-68A8-8D6F-E7AFD2BAA2E4}"/>
              </a:ext>
            </a:extLst>
          </p:cNvPr>
          <p:cNvGrpSpPr/>
          <p:nvPr/>
        </p:nvGrpSpPr>
        <p:grpSpPr>
          <a:xfrm>
            <a:off x="4386340" y="1688772"/>
            <a:ext cx="2969450" cy="2969450"/>
            <a:chOff x="5272546" y="1878358"/>
            <a:chExt cx="2969450" cy="2969450"/>
          </a:xfrm>
        </p:grpSpPr>
        <p:pic>
          <p:nvPicPr>
            <p:cNvPr id="6" name="Picture 5">
              <a:extLst>
                <a:ext uri="{FF2B5EF4-FFF2-40B4-BE49-F238E27FC236}">
                  <a16:creationId xmlns:a16="http://schemas.microsoft.com/office/drawing/2014/main" id="{E82E7F88-0633-B5C8-98EE-0C2D23A84576}"/>
                </a:ext>
              </a:extLst>
            </p:cNvPr>
            <p:cNvPicPr>
              <a:picLocks noChangeAspect="1"/>
            </p:cNvPicPr>
            <p:nvPr/>
          </p:nvPicPr>
          <p:blipFill>
            <a:blip r:embed="rId4"/>
            <a:srcRect/>
            <a:stretch/>
          </p:blipFill>
          <p:spPr>
            <a:xfrm>
              <a:off x="5272546" y="1878358"/>
              <a:ext cx="2969450" cy="2969450"/>
            </a:xfrm>
            <a:prstGeom prst="rect">
              <a:avLst/>
            </a:prstGeom>
          </p:spPr>
        </p:pic>
        <p:sp>
          <p:nvSpPr>
            <p:cNvPr id="4" name="TextBox 3">
              <a:extLst>
                <a:ext uri="{FF2B5EF4-FFF2-40B4-BE49-F238E27FC236}">
                  <a16:creationId xmlns:a16="http://schemas.microsoft.com/office/drawing/2014/main" id="{ADA153BB-62CF-644D-6B33-F2200A004DA5}"/>
                </a:ext>
              </a:extLst>
            </p:cNvPr>
            <p:cNvSpPr txBox="1"/>
            <p:nvPr/>
          </p:nvSpPr>
          <p:spPr>
            <a:xfrm>
              <a:off x="6151894" y="1915717"/>
              <a:ext cx="1210754" cy="307777"/>
            </a:xfrm>
            <a:prstGeom prst="rect">
              <a:avLst/>
            </a:prstGeom>
            <a:noFill/>
          </p:spPr>
          <p:txBody>
            <a:bodyPr wrap="square" rtlCol="0">
              <a:spAutoFit/>
            </a:bodyPr>
            <a:lstStyle/>
            <a:p>
              <a:r>
                <a:rPr lang="en-US" sz="1400" dirty="0">
                  <a:solidFill>
                    <a:srgbClr val="0070C0"/>
                  </a:solidFill>
                  <a:latin typeface="Arial" panose="020B0604020202020204" pitchFamily="34" charset="0"/>
                  <a:cs typeface="Arial" panose="020B0604020202020204" pitchFamily="34" charset="0"/>
                </a:rPr>
                <a:t>Piconet </a:t>
              </a:r>
            </a:p>
          </p:txBody>
        </p:sp>
      </p:grpSp>
      <p:sp>
        <p:nvSpPr>
          <p:cNvPr id="7" name="object 2">
            <a:extLst>
              <a:ext uri="{FF2B5EF4-FFF2-40B4-BE49-F238E27FC236}">
                <a16:creationId xmlns:a16="http://schemas.microsoft.com/office/drawing/2014/main" id="{32CF41DE-3B3A-651D-9BB6-74F71107042C}"/>
              </a:ext>
            </a:extLst>
          </p:cNvPr>
          <p:cNvSpPr txBox="1">
            <a:spLocks/>
          </p:cNvSpPr>
          <p:nvPr/>
        </p:nvSpPr>
        <p:spPr>
          <a:xfrm>
            <a:off x="338582" y="653834"/>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B2D88-FF2E-6D04-08AE-5417ED239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11529-4BB6-4CDC-2BE1-03CE694ACD64}"/>
              </a:ext>
            </a:extLst>
          </p:cNvPr>
          <p:cNvSpPr txBox="1">
            <a:spLocks/>
          </p:cNvSpPr>
          <p:nvPr/>
        </p:nvSpPr>
        <p:spPr bwMode="auto">
          <a:xfrm>
            <a:off x="609600" y="228600"/>
            <a:ext cx="7848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normAutofit/>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a:lnSpc>
                <a:spcPct val="90000"/>
              </a:lnSpc>
              <a:spcAft>
                <a:spcPts val="600"/>
              </a:spcAft>
            </a:pPr>
            <a:r>
              <a:rPr lang="en-US" altLang="en-US" sz="3700" b="1" kern="1200" dirty="0">
                <a:latin typeface="+mj-lt"/>
                <a:ea typeface="+mj-ea"/>
                <a:cs typeface="+mj-cs"/>
              </a:rPr>
              <a:t>Single-hop Infrastructure-less::</a:t>
            </a:r>
            <a:br>
              <a:rPr lang="en-US" altLang="en-US" sz="3700" b="1" kern="1200" dirty="0">
                <a:latin typeface="+mj-lt"/>
                <a:ea typeface="+mj-ea"/>
                <a:cs typeface="+mj-cs"/>
              </a:rPr>
            </a:br>
            <a:r>
              <a:rPr lang="en-US" altLang="en-US" sz="3700" b="1" kern="1200" dirty="0">
                <a:latin typeface="+mj-lt"/>
                <a:ea typeface="+mj-ea"/>
                <a:cs typeface="+mj-cs"/>
              </a:rPr>
              <a:t>Bluetooth Networks</a:t>
            </a:r>
            <a:endParaRPr lang="en-US" sz="3700" b="1" kern="1200" dirty="0">
              <a:latin typeface="+mj-lt"/>
              <a:ea typeface="+mj-ea"/>
              <a:cs typeface="+mj-cs"/>
            </a:endParaRPr>
          </a:p>
        </p:txBody>
      </p:sp>
      <p:graphicFrame>
        <p:nvGraphicFramePr>
          <p:cNvPr id="5" name="Table 4">
            <a:extLst>
              <a:ext uri="{FF2B5EF4-FFF2-40B4-BE49-F238E27FC236}">
                <a16:creationId xmlns:a16="http://schemas.microsoft.com/office/drawing/2014/main" id="{E1C2E4BE-FAFB-F062-12C0-AB7EDB50A4A0}"/>
              </a:ext>
            </a:extLst>
          </p:cNvPr>
          <p:cNvGraphicFramePr>
            <a:graphicFrameLocks noGrp="1"/>
          </p:cNvGraphicFramePr>
          <p:nvPr>
            <p:extLst>
              <p:ext uri="{D42A27DB-BD31-4B8C-83A1-F6EECF244321}">
                <p14:modId xmlns:p14="http://schemas.microsoft.com/office/powerpoint/2010/main" val="2840533571"/>
              </p:ext>
            </p:extLst>
          </p:nvPr>
        </p:nvGraphicFramePr>
        <p:xfrm>
          <a:off x="152400" y="1735749"/>
          <a:ext cx="8763000" cy="3730342"/>
        </p:xfrm>
        <a:graphic>
          <a:graphicData uri="http://schemas.openxmlformats.org/drawingml/2006/table">
            <a:tbl>
              <a:tblPr>
                <a:tableStyleId>{7E9639D4-E3E2-4D34-9284-5A2195B3D0D7}</a:tableStyleId>
              </a:tblPr>
              <a:tblGrid>
                <a:gridCol w="1761361">
                  <a:extLst>
                    <a:ext uri="{9D8B030D-6E8A-4147-A177-3AD203B41FA5}">
                      <a16:colId xmlns:a16="http://schemas.microsoft.com/office/drawing/2014/main" val="3255639061"/>
                    </a:ext>
                  </a:extLst>
                </a:gridCol>
                <a:gridCol w="7001639">
                  <a:extLst>
                    <a:ext uri="{9D8B030D-6E8A-4147-A177-3AD203B41FA5}">
                      <a16:colId xmlns:a16="http://schemas.microsoft.com/office/drawing/2014/main" val="441903252"/>
                    </a:ext>
                  </a:extLst>
                </a:gridCol>
              </a:tblGrid>
              <a:tr h="324230">
                <a:tc>
                  <a:txBody>
                    <a:bodyPr/>
                    <a:lstStyle/>
                    <a:p>
                      <a:r>
                        <a:rPr lang="en-US" sz="1600" b="1" cap="none" spc="0">
                          <a:solidFill>
                            <a:srgbClr val="7030A0"/>
                          </a:solidFill>
                        </a:rPr>
                        <a:t>Property</a:t>
                      </a:r>
                      <a:endParaRPr lang="en-US" sz="1600" cap="none" spc="0">
                        <a:solidFill>
                          <a:srgbClr val="7030A0"/>
                        </a:solidFill>
                      </a:endParaRPr>
                    </a:p>
                  </a:txBody>
                  <a:tcPr marL="63031" marR="25669" marT="48485" marB="48485" anchor="ctr"/>
                </a:tc>
                <a:tc>
                  <a:txBody>
                    <a:bodyPr/>
                    <a:lstStyle/>
                    <a:p>
                      <a:r>
                        <a:rPr lang="en-US" sz="1600" b="1" cap="none" spc="0" dirty="0">
                          <a:solidFill>
                            <a:srgbClr val="7030A0"/>
                          </a:solidFill>
                        </a:rPr>
                        <a:t>Description</a:t>
                      </a:r>
                      <a:endParaRPr lang="en-US" sz="1600" cap="none" spc="0" dirty="0">
                        <a:solidFill>
                          <a:srgbClr val="7030A0"/>
                        </a:solidFill>
                      </a:endParaRPr>
                    </a:p>
                  </a:txBody>
                  <a:tcPr marL="63031" marR="25669" marT="48485" marB="48485" anchor="ctr"/>
                </a:tc>
                <a:extLst>
                  <a:ext uri="{0D108BD9-81ED-4DB2-BD59-A6C34878D82A}">
                    <a16:rowId xmlns:a16="http://schemas.microsoft.com/office/drawing/2014/main" val="3954222781"/>
                  </a:ext>
                </a:extLst>
              </a:tr>
              <a:tr h="324230">
                <a:tc>
                  <a:txBody>
                    <a:bodyPr/>
                    <a:lstStyle/>
                    <a:p>
                      <a:r>
                        <a:rPr lang="en-US" sz="1600" b="0" cap="none" spc="0">
                          <a:solidFill>
                            <a:srgbClr val="0070C0"/>
                          </a:solidFill>
                        </a:rPr>
                        <a:t>Frequency Band</a:t>
                      </a:r>
                    </a:p>
                  </a:txBody>
                  <a:tcPr marL="63031" marR="25669" marT="48485" marB="48485" anchor="ctr"/>
                </a:tc>
                <a:tc>
                  <a:txBody>
                    <a:bodyPr/>
                    <a:lstStyle/>
                    <a:p>
                      <a:r>
                        <a:rPr lang="de-DE" sz="1600" cap="none" spc="0">
                          <a:solidFill>
                            <a:srgbClr val="002060"/>
                          </a:solidFill>
                        </a:rPr>
                        <a:t>2.4 GHz ISM band (2.402 – 2.480 GHz)</a:t>
                      </a:r>
                    </a:p>
                  </a:txBody>
                  <a:tcPr marL="63031" marR="25669" marT="48485" marB="48485" anchor="ctr"/>
                </a:tc>
                <a:extLst>
                  <a:ext uri="{0D108BD9-81ED-4DB2-BD59-A6C34878D82A}">
                    <a16:rowId xmlns:a16="http://schemas.microsoft.com/office/drawing/2014/main" val="1984914886"/>
                  </a:ext>
                </a:extLst>
              </a:tr>
              <a:tr h="357978">
                <a:tc>
                  <a:txBody>
                    <a:bodyPr/>
                    <a:lstStyle/>
                    <a:p>
                      <a:r>
                        <a:rPr lang="en-US" sz="1600" b="0" cap="none" spc="0" dirty="0">
                          <a:solidFill>
                            <a:srgbClr val="0070C0"/>
                          </a:solidFill>
                        </a:rPr>
                        <a:t>Technology</a:t>
                      </a:r>
                    </a:p>
                  </a:txBody>
                  <a:tcPr marL="63031" marR="25669" marT="48485" marB="48485" anchor="ctr"/>
                </a:tc>
                <a:tc>
                  <a:txBody>
                    <a:bodyPr/>
                    <a:lstStyle/>
                    <a:p>
                      <a:r>
                        <a:rPr lang="en-US" sz="1600" cap="none" spc="0" dirty="0">
                          <a:solidFill>
                            <a:srgbClr val="002060"/>
                          </a:solidFill>
                        </a:rPr>
                        <a:t>Frequency Hopping Spread Spectrum (FHSS), 1600 hops/sec</a:t>
                      </a:r>
                    </a:p>
                  </a:txBody>
                  <a:tcPr marL="63031" marR="25669" marT="48485" marB="48485" anchor="ctr"/>
                </a:tc>
                <a:extLst>
                  <a:ext uri="{0D108BD9-81ED-4DB2-BD59-A6C34878D82A}">
                    <a16:rowId xmlns:a16="http://schemas.microsoft.com/office/drawing/2014/main" val="3061668426"/>
                  </a:ext>
                </a:extLst>
              </a:tr>
              <a:tr h="476179">
                <a:tc>
                  <a:txBody>
                    <a:bodyPr/>
                    <a:lstStyle/>
                    <a:p>
                      <a:r>
                        <a:rPr lang="en-US" sz="1600" b="0" cap="none" spc="0">
                          <a:solidFill>
                            <a:srgbClr val="0070C0"/>
                          </a:solidFill>
                        </a:rPr>
                        <a:t>Network Topology</a:t>
                      </a:r>
                    </a:p>
                  </a:txBody>
                  <a:tcPr marL="63031" marR="25669" marT="48485" marB="48485" anchor="ctr"/>
                </a:tc>
                <a:tc>
                  <a:txBody>
                    <a:bodyPr/>
                    <a:lstStyle/>
                    <a:p>
                      <a:r>
                        <a:rPr lang="en-US" sz="1600" cap="none" spc="0" dirty="0">
                          <a:solidFill>
                            <a:srgbClr val="002060"/>
                          </a:solidFill>
                        </a:rPr>
                        <a:t>Piconet (1 master + up to 7 active slaves)</a:t>
                      </a:r>
                    </a:p>
                  </a:txBody>
                  <a:tcPr marL="63031" marR="25669" marT="48485" marB="48485" anchor="ctr"/>
                </a:tc>
                <a:extLst>
                  <a:ext uri="{0D108BD9-81ED-4DB2-BD59-A6C34878D82A}">
                    <a16:rowId xmlns:a16="http://schemas.microsoft.com/office/drawing/2014/main" val="707395693"/>
                  </a:ext>
                </a:extLst>
              </a:tr>
              <a:tr h="357978">
                <a:tc>
                  <a:txBody>
                    <a:bodyPr/>
                    <a:lstStyle/>
                    <a:p>
                      <a:r>
                        <a:rPr lang="en-US" sz="1600" b="0" cap="none" spc="0">
                          <a:solidFill>
                            <a:srgbClr val="0070C0"/>
                          </a:solidFill>
                        </a:rPr>
                        <a:t>Data Rate</a:t>
                      </a:r>
                    </a:p>
                  </a:txBody>
                  <a:tcPr marL="63031" marR="25669" marT="48485" marB="48485" anchor="ctr"/>
                </a:tc>
                <a:tc>
                  <a:txBody>
                    <a:bodyPr/>
                    <a:lstStyle/>
                    <a:p>
                      <a:r>
                        <a:rPr lang="en-US" sz="1600" cap="none" spc="0" dirty="0">
                          <a:solidFill>
                            <a:srgbClr val="002060"/>
                          </a:solidFill>
                        </a:rPr>
                        <a:t>Up to 721 Kbps (Classic)</a:t>
                      </a:r>
                    </a:p>
                  </a:txBody>
                  <a:tcPr marL="63031" marR="25669" marT="48485" marB="48485" anchor="ctr"/>
                </a:tc>
                <a:extLst>
                  <a:ext uri="{0D108BD9-81ED-4DB2-BD59-A6C34878D82A}">
                    <a16:rowId xmlns:a16="http://schemas.microsoft.com/office/drawing/2014/main" val="1985070867"/>
                  </a:ext>
                </a:extLst>
              </a:tr>
              <a:tr h="357978">
                <a:tc>
                  <a:txBody>
                    <a:bodyPr/>
                    <a:lstStyle/>
                    <a:p>
                      <a:r>
                        <a:rPr lang="en-US" sz="1600" b="0" cap="none" spc="0">
                          <a:solidFill>
                            <a:srgbClr val="0070C0"/>
                          </a:solidFill>
                        </a:rPr>
                        <a:t>Range</a:t>
                      </a:r>
                    </a:p>
                  </a:txBody>
                  <a:tcPr marL="63031" marR="25669" marT="48485" marB="48485" anchor="ctr"/>
                </a:tc>
                <a:tc>
                  <a:txBody>
                    <a:bodyPr/>
                    <a:lstStyle/>
                    <a:p>
                      <a:r>
                        <a:rPr lang="en-US" sz="1600" cap="none" spc="0">
                          <a:solidFill>
                            <a:srgbClr val="002060"/>
                          </a:solidFill>
                        </a:rPr>
                        <a:t>~10 meters (Class 2), up to 100 meters (Class 1)</a:t>
                      </a:r>
                    </a:p>
                  </a:txBody>
                  <a:tcPr marL="63031" marR="25669" marT="48485" marB="48485" anchor="ctr"/>
                </a:tc>
                <a:extLst>
                  <a:ext uri="{0D108BD9-81ED-4DB2-BD59-A6C34878D82A}">
                    <a16:rowId xmlns:a16="http://schemas.microsoft.com/office/drawing/2014/main" val="1224297404"/>
                  </a:ext>
                </a:extLst>
              </a:tr>
              <a:tr h="476179">
                <a:tc>
                  <a:txBody>
                    <a:bodyPr/>
                    <a:lstStyle/>
                    <a:p>
                      <a:r>
                        <a:rPr lang="en-US" sz="1600" b="0" cap="none" spc="0">
                          <a:solidFill>
                            <a:srgbClr val="0070C0"/>
                          </a:solidFill>
                        </a:rPr>
                        <a:t>Roles</a:t>
                      </a:r>
                    </a:p>
                  </a:txBody>
                  <a:tcPr marL="63031" marR="25669" marT="48485" marB="48485" anchor="ctr"/>
                </a:tc>
                <a:tc>
                  <a:txBody>
                    <a:bodyPr/>
                    <a:lstStyle/>
                    <a:p>
                      <a:r>
                        <a:rPr lang="en-US" sz="1600" cap="none" spc="0">
                          <a:solidFill>
                            <a:srgbClr val="002060"/>
                          </a:solidFill>
                        </a:rPr>
                        <a:t>Master (initiates &amp; controls communication), Slave (responds to master)</a:t>
                      </a:r>
                    </a:p>
                  </a:txBody>
                  <a:tcPr marL="63031" marR="25669" marT="48485" marB="48485" anchor="ctr"/>
                </a:tc>
                <a:extLst>
                  <a:ext uri="{0D108BD9-81ED-4DB2-BD59-A6C34878D82A}">
                    <a16:rowId xmlns:a16="http://schemas.microsoft.com/office/drawing/2014/main" val="2137087230"/>
                  </a:ext>
                </a:extLst>
              </a:tr>
              <a:tr h="324230">
                <a:tc>
                  <a:txBody>
                    <a:bodyPr/>
                    <a:lstStyle/>
                    <a:p>
                      <a:r>
                        <a:rPr lang="en-US" sz="1600" b="0" cap="none" spc="0">
                          <a:solidFill>
                            <a:srgbClr val="0070C0"/>
                          </a:solidFill>
                        </a:rPr>
                        <a:t>Security</a:t>
                      </a:r>
                    </a:p>
                  </a:txBody>
                  <a:tcPr marL="63031" marR="25669" marT="48485" marB="48485" anchor="ctr"/>
                </a:tc>
                <a:tc>
                  <a:txBody>
                    <a:bodyPr/>
                    <a:lstStyle/>
                    <a:p>
                      <a:r>
                        <a:rPr lang="en-US" sz="1600" cap="none" spc="0" dirty="0">
                          <a:solidFill>
                            <a:srgbClr val="002060"/>
                          </a:solidFill>
                        </a:rPr>
                        <a:t>Authentication, Authorization, Encryption</a:t>
                      </a:r>
                    </a:p>
                  </a:txBody>
                  <a:tcPr marL="63031" marR="25669" marT="48485" marB="48485" anchor="ctr"/>
                </a:tc>
                <a:extLst>
                  <a:ext uri="{0D108BD9-81ED-4DB2-BD59-A6C34878D82A}">
                    <a16:rowId xmlns:a16="http://schemas.microsoft.com/office/drawing/2014/main" val="2603648903"/>
                  </a:ext>
                </a:extLst>
              </a:tr>
              <a:tr h="324230">
                <a:tc>
                  <a:txBody>
                    <a:bodyPr/>
                    <a:lstStyle/>
                    <a:p>
                      <a:r>
                        <a:rPr lang="en-US" sz="1600" b="0" cap="none" spc="0">
                          <a:solidFill>
                            <a:srgbClr val="0070C0"/>
                          </a:solidFill>
                        </a:rPr>
                        <a:t>Voice Support</a:t>
                      </a:r>
                    </a:p>
                  </a:txBody>
                  <a:tcPr marL="63031" marR="25669" marT="48485" marB="48485" anchor="ctr"/>
                </a:tc>
                <a:tc>
                  <a:txBody>
                    <a:bodyPr/>
                    <a:lstStyle/>
                    <a:p>
                      <a:r>
                        <a:rPr lang="en-US" sz="1600" cap="none" spc="0" dirty="0">
                          <a:solidFill>
                            <a:srgbClr val="002060"/>
                          </a:solidFill>
                        </a:rPr>
                        <a:t>Up to 3 simultaneous SCO voice channels</a:t>
                      </a:r>
                    </a:p>
                  </a:txBody>
                  <a:tcPr marL="63031" marR="25669" marT="48485" marB="48485" anchor="ctr"/>
                </a:tc>
                <a:extLst>
                  <a:ext uri="{0D108BD9-81ED-4DB2-BD59-A6C34878D82A}">
                    <a16:rowId xmlns:a16="http://schemas.microsoft.com/office/drawing/2014/main" val="831062780"/>
                  </a:ext>
                </a:extLst>
              </a:tr>
              <a:tr h="324230">
                <a:tc>
                  <a:txBody>
                    <a:bodyPr/>
                    <a:lstStyle/>
                    <a:p>
                      <a:r>
                        <a:rPr lang="en-US" sz="1600" b="0" cap="none" spc="0" dirty="0">
                          <a:solidFill>
                            <a:srgbClr val="0070C0"/>
                          </a:solidFill>
                        </a:rPr>
                        <a:t>Device States</a:t>
                      </a:r>
                    </a:p>
                  </a:txBody>
                  <a:tcPr marL="63031" marR="25669" marT="48485" marB="48485" anchor="ctr"/>
                </a:tc>
                <a:tc>
                  <a:txBody>
                    <a:bodyPr/>
                    <a:lstStyle/>
                    <a:p>
                      <a:r>
                        <a:rPr lang="en-US" sz="1600" cap="none" spc="0" dirty="0">
                          <a:solidFill>
                            <a:srgbClr val="002060"/>
                          </a:solidFill>
                        </a:rPr>
                        <a:t>Active, Parked, Standby</a:t>
                      </a:r>
                    </a:p>
                  </a:txBody>
                  <a:tcPr marL="63031" marR="25669" marT="48485" marB="48485" anchor="ctr"/>
                </a:tc>
                <a:extLst>
                  <a:ext uri="{0D108BD9-81ED-4DB2-BD59-A6C34878D82A}">
                    <a16:rowId xmlns:a16="http://schemas.microsoft.com/office/drawing/2014/main" val="3027987037"/>
                  </a:ext>
                </a:extLst>
              </a:tr>
            </a:tbl>
          </a:graphicData>
        </a:graphic>
      </p:graphicFrame>
      <p:sp>
        <p:nvSpPr>
          <p:cNvPr id="3" name="object 2">
            <a:extLst>
              <a:ext uri="{FF2B5EF4-FFF2-40B4-BE49-F238E27FC236}">
                <a16:creationId xmlns:a16="http://schemas.microsoft.com/office/drawing/2014/main" id="{D9F30C27-6198-4432-8C85-656D9C712049}"/>
              </a:ext>
            </a:extLst>
          </p:cNvPr>
          <p:cNvSpPr txBox="1">
            <a:spLocks/>
          </p:cNvSpPr>
          <p:nvPr/>
        </p:nvSpPr>
        <p:spPr>
          <a:xfrm>
            <a:off x="304800" y="711824"/>
            <a:ext cx="7887970" cy="695325"/>
          </a:xfrm>
          <a:prstGeom prst="rect">
            <a:avLst/>
          </a:prstGeom>
          <a:ln w="28575">
            <a:solidFill>
              <a:srgbClr val="00B05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9601848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CDFBE-F051-5E20-D65B-BB7F0122C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B982F-E62C-F612-2982-71E9DE753919}"/>
              </a:ext>
            </a:extLst>
          </p:cNvPr>
          <p:cNvSpPr txBox="1">
            <a:spLocks/>
          </p:cNvSpPr>
          <p:nvPr/>
        </p:nvSpPr>
        <p:spPr>
          <a:xfrm>
            <a:off x="495300" y="2209800"/>
            <a:ext cx="8153400" cy="1676400"/>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4000" b="0" dirty="0">
                <a:solidFill>
                  <a:srgbClr val="FF0000"/>
                </a:solidFill>
              </a:rPr>
              <a:t>Multi-hop</a:t>
            </a:r>
            <a:r>
              <a:rPr lang="en-US" altLang="en-US" sz="4000" b="0" dirty="0"/>
              <a:t> </a:t>
            </a:r>
            <a:r>
              <a:rPr lang="en-US" altLang="en-US" sz="4000" b="0" dirty="0">
                <a:solidFill>
                  <a:srgbClr val="00B050"/>
                </a:solidFill>
              </a:rPr>
              <a:t>Infrastructure-base</a:t>
            </a:r>
          </a:p>
          <a:p>
            <a:r>
              <a:rPr lang="en-US" sz="4000" b="0" dirty="0">
                <a:solidFill>
                  <a:srgbClr val="0070C0"/>
                </a:solidFill>
              </a:rPr>
              <a:t>Wireless Access Networks</a:t>
            </a:r>
          </a:p>
        </p:txBody>
      </p:sp>
      <p:pic>
        <p:nvPicPr>
          <p:cNvPr id="8" name="Picture 7">
            <a:extLst>
              <a:ext uri="{FF2B5EF4-FFF2-40B4-BE49-F238E27FC236}">
                <a16:creationId xmlns:a16="http://schemas.microsoft.com/office/drawing/2014/main" id="{F94AD711-556B-ABE9-0C6A-EF41DFFA9BC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267200" y="4047569"/>
            <a:ext cx="2475388" cy="2475388"/>
          </a:xfrm>
          <a:prstGeom prst="rect">
            <a:avLst/>
          </a:prstGeom>
        </p:spPr>
      </p:pic>
      <p:pic>
        <p:nvPicPr>
          <p:cNvPr id="10" name="Picture 9" descr="A cloud computing network with gears&#10;&#10;AI-generated content may be incorrect.">
            <a:extLst>
              <a:ext uri="{FF2B5EF4-FFF2-40B4-BE49-F238E27FC236}">
                <a16:creationId xmlns:a16="http://schemas.microsoft.com/office/drawing/2014/main" id="{239B9E9E-CDD7-06FB-BB68-00D4A03A9B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6491" y="3810000"/>
            <a:ext cx="1228725" cy="1228725"/>
          </a:xfrm>
          <a:prstGeom prst="rect">
            <a:avLst/>
          </a:prstGeom>
        </p:spPr>
      </p:pic>
      <p:pic>
        <p:nvPicPr>
          <p:cNvPr id="12" name="Picture 11" descr="A black line with dots&#10;&#10;AI-generated content may be incorrect.">
            <a:extLst>
              <a:ext uri="{FF2B5EF4-FFF2-40B4-BE49-F238E27FC236}">
                <a16:creationId xmlns:a16="http://schemas.microsoft.com/office/drawing/2014/main" id="{F5CDC89F-5068-91D3-4FB5-420ECA62F5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9939" y="5038725"/>
            <a:ext cx="3060310" cy="1604999"/>
          </a:xfrm>
          <a:prstGeom prst="rect">
            <a:avLst/>
          </a:prstGeom>
        </p:spPr>
      </p:pic>
      <p:pic>
        <p:nvPicPr>
          <p:cNvPr id="14" name="Picture 13" descr="A black and white image of people connected to each other&#10;&#10;AI-generated content may be incorrect.">
            <a:extLst>
              <a:ext uri="{FF2B5EF4-FFF2-40B4-BE49-F238E27FC236}">
                <a16:creationId xmlns:a16="http://schemas.microsoft.com/office/drawing/2014/main" id="{164D1D18-F3B5-8C5D-245F-3D095FBEC0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598" y="3587475"/>
            <a:ext cx="1835699" cy="1835699"/>
          </a:xfrm>
          <a:prstGeom prst="rect">
            <a:avLst/>
          </a:prstGeom>
        </p:spPr>
      </p:pic>
      <p:sp>
        <p:nvSpPr>
          <p:cNvPr id="15" name="Rectangle 3">
            <a:extLst>
              <a:ext uri="{FF2B5EF4-FFF2-40B4-BE49-F238E27FC236}">
                <a16:creationId xmlns:a16="http://schemas.microsoft.com/office/drawing/2014/main" id="{45E45596-6134-06EF-82FA-FE38B41E9932}"/>
              </a:ext>
            </a:extLst>
          </p:cNvPr>
          <p:cNvSpPr txBox="1">
            <a:spLocks noChangeArrowheads="1"/>
          </p:cNvSpPr>
          <p:nvPr/>
        </p:nvSpPr>
        <p:spPr bwMode="auto">
          <a:xfrm>
            <a:off x="2710085" y="3657600"/>
            <a:ext cx="4038599"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altLang="en-US" sz="2000" b="0" dirty="0"/>
              <a:t>5. Wireless Mesh Networks </a:t>
            </a:r>
            <a:r>
              <a:rPr lang="en-US" altLang="en-US" sz="800" b="0" dirty="0">
                <a:solidFill>
                  <a:srgbClr val="00B050"/>
                </a:solidFill>
                <a:latin typeface="Arial" panose="020B0604020202020204" pitchFamily="34" charset="0"/>
                <a:cs typeface="Arial" panose="020B0604020202020204" pitchFamily="34" charset="0"/>
              </a:rPr>
              <a:t>(</a:t>
            </a:r>
            <a:r>
              <a:rPr lang="en-US" sz="800" b="0" dirty="0">
                <a:solidFill>
                  <a:srgbClr val="00B050"/>
                </a:solidFill>
                <a:latin typeface="Arial"/>
                <a:cs typeface="Arial"/>
              </a:rPr>
              <a:t>semi-structured</a:t>
            </a:r>
            <a:r>
              <a:rPr lang="en-US" altLang="en-US" sz="800" b="0" dirty="0">
                <a:solidFill>
                  <a:srgbClr val="00B050"/>
                </a:solidFill>
                <a:latin typeface="Arial" panose="020B0604020202020204" pitchFamily="34" charset="0"/>
                <a:cs typeface="Arial" panose="020B0604020202020204" pitchFamily="34" charset="0"/>
              </a:rPr>
              <a:t>)</a:t>
            </a:r>
            <a:endParaRPr lang="en-US" altLang="en-US" sz="2000" b="0" dirty="0"/>
          </a:p>
          <a:p>
            <a:pPr>
              <a:lnSpc>
                <a:spcPct val="110000"/>
              </a:lnSpc>
            </a:pPr>
            <a:endParaRPr lang="en-US" altLang="en-US" sz="2000" b="0" dirty="0"/>
          </a:p>
          <a:p>
            <a:pPr>
              <a:lnSpc>
                <a:spcPct val="110000"/>
              </a:lnSpc>
            </a:pPr>
            <a:endParaRPr lang="en-US" altLang="en-US" sz="2000" b="0" dirty="0"/>
          </a:p>
        </p:txBody>
      </p:sp>
    </p:spTree>
    <p:extLst>
      <p:ext uri="{BB962C8B-B14F-4D97-AF65-F5344CB8AC3E}">
        <p14:creationId xmlns:p14="http://schemas.microsoft.com/office/powerpoint/2010/main" val="20667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F45A2-3760-4A92-E983-1F8A89617D6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37C5D62-01FD-1676-59BB-1C0C2352AF69}"/>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sp>
        <p:nvSpPr>
          <p:cNvPr id="14" name="Rectangle 13">
            <a:extLst>
              <a:ext uri="{FF2B5EF4-FFF2-40B4-BE49-F238E27FC236}">
                <a16:creationId xmlns:a16="http://schemas.microsoft.com/office/drawing/2014/main" id="{1527640A-0203-8B44-0B2D-3191A2D9C678}"/>
              </a:ext>
            </a:extLst>
          </p:cNvPr>
          <p:cNvSpPr/>
          <p:nvPr/>
        </p:nvSpPr>
        <p:spPr bwMode="auto">
          <a:xfrm rot="21403315">
            <a:off x="2278906" y="4287004"/>
            <a:ext cx="1981200" cy="304800"/>
          </a:xfrm>
          <a:prstGeom prst="rect">
            <a:avLst/>
          </a:prstGeom>
          <a:solidFill>
            <a:schemeClr val="tx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pic>
        <p:nvPicPr>
          <p:cNvPr id="3" name="Picture 2" descr="A diagram of a network&#10;&#10;AI-generated content may be incorrect.">
            <a:extLst>
              <a:ext uri="{FF2B5EF4-FFF2-40B4-BE49-F238E27FC236}">
                <a16:creationId xmlns:a16="http://schemas.microsoft.com/office/drawing/2014/main" id="{9AB3907B-074D-0822-14C9-BC16834985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74931" y="3813401"/>
            <a:ext cx="2724989" cy="1486358"/>
          </a:xfrm>
          <a:prstGeom prst="rect">
            <a:avLst/>
          </a:prstGeom>
        </p:spPr>
      </p:pic>
      <p:pic>
        <p:nvPicPr>
          <p:cNvPr id="7" name="Picture 6" descr="A diagram of a mesh network&#10;&#10;AI-generated content may be incorrect.">
            <a:extLst>
              <a:ext uri="{FF2B5EF4-FFF2-40B4-BE49-F238E27FC236}">
                <a16:creationId xmlns:a16="http://schemas.microsoft.com/office/drawing/2014/main" id="{17BAA2A2-BE32-A60E-DFD8-9B0996659F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6575" y="4230608"/>
            <a:ext cx="2531225" cy="2101727"/>
          </a:xfrm>
          <a:prstGeom prst="rect">
            <a:avLst/>
          </a:prstGeom>
        </p:spPr>
      </p:pic>
      <p:pic>
        <p:nvPicPr>
          <p:cNvPr id="10" name="Picture 9" descr="A logo with red circles and black text&#10;&#10;AI-generated content may be incorrect.">
            <a:extLst>
              <a:ext uri="{FF2B5EF4-FFF2-40B4-BE49-F238E27FC236}">
                <a16:creationId xmlns:a16="http://schemas.microsoft.com/office/drawing/2014/main" id="{739DCAEF-83D2-BC75-D1E6-05817A8DAD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555" y="1679526"/>
            <a:ext cx="4869246" cy="1453818"/>
          </a:xfrm>
          <a:prstGeom prst="rect">
            <a:avLst/>
          </a:prstGeom>
        </p:spPr>
      </p:pic>
      <p:sp>
        <p:nvSpPr>
          <p:cNvPr id="2" name="object 2">
            <a:extLst>
              <a:ext uri="{FF2B5EF4-FFF2-40B4-BE49-F238E27FC236}">
                <a16:creationId xmlns:a16="http://schemas.microsoft.com/office/drawing/2014/main" id="{11782080-785C-18B0-3D46-AF48A6404956}"/>
              </a:ext>
            </a:extLst>
          </p:cNvPr>
          <p:cNvSpPr txBox="1">
            <a:spLocks/>
          </p:cNvSpPr>
          <p:nvPr/>
        </p:nvSpPr>
        <p:spPr>
          <a:xfrm>
            <a:off x="387096" y="706960"/>
            <a:ext cx="7887970" cy="695325"/>
          </a:xfrm>
          <a:prstGeom prst="rect">
            <a:avLst/>
          </a:prstGeom>
          <a:ln w="28575">
            <a:solidFill>
              <a:srgbClr val="00B05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57124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517B1-0F15-C503-A8EC-624FFC59AA1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6CEECAA-4B15-23C1-40EC-04B9A2454730}"/>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pic>
        <p:nvPicPr>
          <p:cNvPr id="10" name="Picture 9">
            <a:extLst>
              <a:ext uri="{FF2B5EF4-FFF2-40B4-BE49-F238E27FC236}">
                <a16:creationId xmlns:a16="http://schemas.microsoft.com/office/drawing/2014/main" id="{5F4BFCAF-72A1-C48E-31BC-3DAACE51A17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96696" y="1829308"/>
            <a:ext cx="6629400" cy="4876292"/>
          </a:xfrm>
          <a:prstGeom prst="rect">
            <a:avLst/>
          </a:prstGeom>
        </p:spPr>
      </p:pic>
      <p:sp>
        <p:nvSpPr>
          <p:cNvPr id="5" name="TextBox 4">
            <a:extLst>
              <a:ext uri="{FF2B5EF4-FFF2-40B4-BE49-F238E27FC236}">
                <a16:creationId xmlns:a16="http://schemas.microsoft.com/office/drawing/2014/main" id="{4C6C07D6-6D6C-B40B-A4B6-9202FB0A6166}"/>
              </a:ext>
            </a:extLst>
          </p:cNvPr>
          <p:cNvSpPr txBox="1"/>
          <p:nvPr/>
        </p:nvSpPr>
        <p:spPr>
          <a:xfrm>
            <a:off x="152400" y="1706340"/>
            <a:ext cx="6781800" cy="369332"/>
          </a:xfrm>
          <a:prstGeom prst="rect">
            <a:avLst/>
          </a:prstGeom>
          <a:noFill/>
        </p:spPr>
        <p:txBody>
          <a:bodyPr wrap="square">
            <a:spAutoFit/>
          </a:bodyPr>
          <a:lstStyle/>
          <a:p>
            <a:pPr algn="l"/>
            <a:r>
              <a:rPr lang="en-US" b="0" i="0" dirty="0">
                <a:solidFill>
                  <a:srgbClr val="0070C0"/>
                </a:solidFill>
                <a:effectLst/>
                <a:latin typeface="Google Sans"/>
              </a:rPr>
              <a:t>Application: </a:t>
            </a:r>
            <a:r>
              <a:rPr lang="en-US" kern="1200" dirty="0">
                <a:solidFill>
                  <a:srgbClr val="FF0000"/>
                </a:solidFill>
                <a:latin typeface="+mn-lt"/>
                <a:ea typeface="+mn-ea"/>
                <a:cs typeface="+mn-cs"/>
              </a:rPr>
              <a:t>Military battlefield communication</a:t>
            </a:r>
          </a:p>
        </p:txBody>
      </p:sp>
    </p:spTree>
    <p:extLst>
      <p:ext uri="{BB962C8B-B14F-4D97-AF65-F5344CB8AC3E}">
        <p14:creationId xmlns:p14="http://schemas.microsoft.com/office/powerpoint/2010/main" val="473041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6BCBE-2220-6517-5D81-9E0827303AF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97BF507-ADA1-B38C-DAAC-3F6F2A4E4FD3}"/>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pic>
        <p:nvPicPr>
          <p:cNvPr id="10" name="Picture 9">
            <a:extLst>
              <a:ext uri="{FF2B5EF4-FFF2-40B4-BE49-F238E27FC236}">
                <a16:creationId xmlns:a16="http://schemas.microsoft.com/office/drawing/2014/main" id="{E3403680-1F13-D7C1-FC8A-7AEAC8D5A0A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99652" y="2286000"/>
            <a:ext cx="7812301" cy="4114800"/>
          </a:xfrm>
          <a:prstGeom prst="rect">
            <a:avLst/>
          </a:prstGeom>
        </p:spPr>
      </p:pic>
      <p:sp>
        <p:nvSpPr>
          <p:cNvPr id="4" name="TextBox 3">
            <a:extLst>
              <a:ext uri="{FF2B5EF4-FFF2-40B4-BE49-F238E27FC236}">
                <a16:creationId xmlns:a16="http://schemas.microsoft.com/office/drawing/2014/main" id="{A15E0205-1940-DA25-1487-0A9FD3168898}"/>
              </a:ext>
            </a:extLst>
          </p:cNvPr>
          <p:cNvSpPr txBox="1"/>
          <p:nvPr/>
        </p:nvSpPr>
        <p:spPr>
          <a:xfrm>
            <a:off x="152400" y="1706340"/>
            <a:ext cx="4572000" cy="369332"/>
          </a:xfrm>
          <a:prstGeom prst="rect">
            <a:avLst/>
          </a:prstGeom>
          <a:noFill/>
        </p:spPr>
        <p:txBody>
          <a:bodyPr wrap="square">
            <a:spAutoFit/>
          </a:bodyPr>
          <a:lstStyle/>
          <a:p>
            <a:pPr algn="l"/>
            <a:r>
              <a:rPr lang="en-US" b="0" i="0" dirty="0">
                <a:solidFill>
                  <a:srgbClr val="001D35"/>
                </a:solidFill>
                <a:effectLst/>
                <a:latin typeface="Google Sans"/>
              </a:rPr>
              <a:t>Application: </a:t>
            </a:r>
            <a:r>
              <a:rPr lang="en-US" b="0" i="0" dirty="0">
                <a:solidFill>
                  <a:srgbClr val="00B050"/>
                </a:solidFill>
                <a:effectLst/>
                <a:latin typeface="Google Sans"/>
              </a:rPr>
              <a:t>Maritime Mesh Network</a:t>
            </a:r>
            <a:endParaRPr lang="en-US" dirty="0">
              <a:solidFill>
                <a:srgbClr val="00B050"/>
              </a:solidFill>
              <a:latin typeface="Google Sans"/>
            </a:endParaRPr>
          </a:p>
        </p:txBody>
      </p:sp>
    </p:spTree>
    <p:extLst>
      <p:ext uri="{BB962C8B-B14F-4D97-AF65-F5344CB8AC3E}">
        <p14:creationId xmlns:p14="http://schemas.microsoft.com/office/powerpoint/2010/main" val="389307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C4B18-A3BE-C09E-9AF7-53BC0EAC7E8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62C37AB-D97F-26C8-63A5-71A7BC8194D8}"/>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pic>
        <p:nvPicPr>
          <p:cNvPr id="10" name="Picture 9">
            <a:extLst>
              <a:ext uri="{FF2B5EF4-FFF2-40B4-BE49-F238E27FC236}">
                <a16:creationId xmlns:a16="http://schemas.microsoft.com/office/drawing/2014/main" id="{D9AC55C6-2330-6958-50F5-169C975667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429000" y="2209955"/>
            <a:ext cx="5462606" cy="4151581"/>
          </a:xfrm>
          <a:prstGeom prst="rect">
            <a:avLst/>
          </a:prstGeom>
          <a:ln w="38100" cap="sq">
            <a:solidFill>
              <a:srgbClr val="0070C0"/>
            </a:solidFill>
            <a:prstDash val="solid"/>
            <a:miter lim="800000"/>
          </a:ln>
          <a:effectLst>
            <a:outerShdw blurRad="50800" dist="38100" dir="2700000" algn="tl" rotWithShape="0">
              <a:srgbClr val="000000">
                <a:alpha val="43000"/>
              </a:srgbClr>
            </a:outerShdw>
          </a:effectLst>
        </p:spPr>
      </p:pic>
      <p:sp>
        <p:nvSpPr>
          <p:cNvPr id="4" name="TextBox 3">
            <a:extLst>
              <a:ext uri="{FF2B5EF4-FFF2-40B4-BE49-F238E27FC236}">
                <a16:creationId xmlns:a16="http://schemas.microsoft.com/office/drawing/2014/main" id="{5AB992BC-A1C5-3715-108F-D4E8B4751650}"/>
              </a:ext>
            </a:extLst>
          </p:cNvPr>
          <p:cNvSpPr txBox="1"/>
          <p:nvPr/>
        </p:nvSpPr>
        <p:spPr>
          <a:xfrm>
            <a:off x="152400" y="1600200"/>
            <a:ext cx="8991600" cy="338554"/>
          </a:xfrm>
          <a:prstGeom prst="rect">
            <a:avLst/>
          </a:prstGeom>
          <a:noFill/>
        </p:spPr>
        <p:txBody>
          <a:bodyPr wrap="square">
            <a:spAutoFit/>
          </a:bodyPr>
          <a:lstStyle/>
          <a:p>
            <a:r>
              <a:rPr lang="en-US" sz="1600" b="0" i="0" dirty="0">
                <a:solidFill>
                  <a:srgbClr val="0070C0"/>
                </a:solidFill>
                <a:effectLst/>
                <a:latin typeface="Google Sans"/>
              </a:rPr>
              <a:t>Application: </a:t>
            </a:r>
            <a:r>
              <a:rPr lang="en-US" sz="1600" dirty="0">
                <a:solidFill>
                  <a:srgbClr val="00B050"/>
                </a:solidFill>
                <a:latin typeface="Google Sans"/>
              </a:rPr>
              <a:t>Hybrid Wireless Mesh Network for </a:t>
            </a:r>
            <a:r>
              <a:rPr lang="en-US" sz="1600" kern="1200" dirty="0">
                <a:solidFill>
                  <a:srgbClr val="FF0000"/>
                </a:solidFill>
                <a:latin typeface="+mn-lt"/>
                <a:ea typeface="+mn-ea"/>
                <a:cs typeface="+mn-cs"/>
              </a:rPr>
              <a:t>Backbone </a:t>
            </a:r>
            <a:r>
              <a:rPr lang="en-US" sz="1600" kern="1200" dirty="0">
                <a:solidFill>
                  <a:srgbClr val="0070C0"/>
                </a:solidFill>
                <a:latin typeface="+mn-lt"/>
                <a:ea typeface="+mn-ea"/>
                <a:cs typeface="+mn-cs"/>
              </a:rPr>
              <a:t>for </a:t>
            </a:r>
            <a:r>
              <a:rPr lang="en-US" sz="1600" kern="1200" dirty="0">
                <a:solidFill>
                  <a:srgbClr val="FF0000"/>
                </a:solidFill>
                <a:latin typeface="+mn-lt"/>
                <a:ea typeface="+mn-ea"/>
                <a:cs typeface="+mn-cs"/>
              </a:rPr>
              <a:t>Community Broadband </a:t>
            </a:r>
            <a:r>
              <a:rPr lang="en-US" sz="1600" dirty="0">
                <a:solidFill>
                  <a:srgbClr val="0070C0"/>
                </a:solidFill>
                <a:latin typeface="Google Sans"/>
              </a:rPr>
              <a:t>Connectivity</a:t>
            </a:r>
          </a:p>
        </p:txBody>
      </p:sp>
      <p:pic>
        <p:nvPicPr>
          <p:cNvPr id="11" name="Picture 10" descr="A diagram of a cloud computing network&#10;&#10;AI-generated content may be incorrect.">
            <a:extLst>
              <a:ext uri="{FF2B5EF4-FFF2-40B4-BE49-F238E27FC236}">
                <a16:creationId xmlns:a16="http://schemas.microsoft.com/office/drawing/2014/main" id="{59FB5A5C-0FC0-9271-EF00-1EB107F6A8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4114800"/>
            <a:ext cx="3000551" cy="2498049"/>
          </a:xfrm>
          <a:prstGeom prst="rect">
            <a:avLst/>
          </a:prstGeom>
          <a:ln w="38100" cap="sq">
            <a:solidFill>
              <a:srgbClr val="0070C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5852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5243E-2322-D8D1-771B-C1392F388A4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518D91B-8C7C-07A9-0A2D-3AC08ECEB065}"/>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pic>
        <p:nvPicPr>
          <p:cNvPr id="10" name="Picture 9">
            <a:extLst>
              <a:ext uri="{FF2B5EF4-FFF2-40B4-BE49-F238E27FC236}">
                <a16:creationId xmlns:a16="http://schemas.microsoft.com/office/drawing/2014/main" id="{728CE34A-3A44-3C07-0765-30A38B3BC4C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8601" y="2209799"/>
            <a:ext cx="8770716" cy="4330539"/>
          </a:xfrm>
          <a:prstGeom prst="rect">
            <a:avLst/>
          </a:prstGeom>
        </p:spPr>
      </p:pic>
      <p:sp>
        <p:nvSpPr>
          <p:cNvPr id="4" name="TextBox 3">
            <a:extLst>
              <a:ext uri="{FF2B5EF4-FFF2-40B4-BE49-F238E27FC236}">
                <a16:creationId xmlns:a16="http://schemas.microsoft.com/office/drawing/2014/main" id="{5790FEBD-257B-AA28-3AE6-8C743BB03841}"/>
              </a:ext>
            </a:extLst>
          </p:cNvPr>
          <p:cNvSpPr txBox="1"/>
          <p:nvPr/>
        </p:nvSpPr>
        <p:spPr>
          <a:xfrm>
            <a:off x="152400" y="1706340"/>
            <a:ext cx="6934200" cy="369332"/>
          </a:xfrm>
          <a:prstGeom prst="rect">
            <a:avLst/>
          </a:prstGeom>
          <a:noFill/>
        </p:spPr>
        <p:txBody>
          <a:bodyPr wrap="square">
            <a:spAutoFit/>
          </a:bodyPr>
          <a:lstStyle/>
          <a:p>
            <a:pPr algn="l"/>
            <a:r>
              <a:rPr lang="en-US" b="0" i="0" dirty="0">
                <a:solidFill>
                  <a:srgbClr val="001D35"/>
                </a:solidFill>
                <a:effectLst/>
                <a:latin typeface="Google Sans"/>
              </a:rPr>
              <a:t>Application: </a:t>
            </a:r>
            <a:r>
              <a:rPr lang="en-US" b="0" i="0" dirty="0">
                <a:solidFill>
                  <a:srgbClr val="FF0000"/>
                </a:solidFill>
                <a:effectLst/>
                <a:latin typeface="Google Sans"/>
              </a:rPr>
              <a:t>Drone Mesh Networks (UAV Mesh Networks)</a:t>
            </a:r>
            <a:endParaRPr lang="en-US" dirty="0">
              <a:solidFill>
                <a:srgbClr val="FF0000"/>
              </a:solidFill>
              <a:latin typeface="Google Sans"/>
            </a:endParaRPr>
          </a:p>
        </p:txBody>
      </p:sp>
    </p:spTree>
    <p:extLst>
      <p:ext uri="{BB962C8B-B14F-4D97-AF65-F5344CB8AC3E}">
        <p14:creationId xmlns:p14="http://schemas.microsoft.com/office/powerpoint/2010/main" val="3319235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40EA7-FD7C-95E6-8D6D-8C62ECFEC57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EDA1F59-40BE-FB31-9BA2-FF009164E272}"/>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sp>
        <p:nvSpPr>
          <p:cNvPr id="4" name="TextBox 3">
            <a:extLst>
              <a:ext uri="{FF2B5EF4-FFF2-40B4-BE49-F238E27FC236}">
                <a16:creationId xmlns:a16="http://schemas.microsoft.com/office/drawing/2014/main" id="{49112F6D-0FAC-F9FC-D795-5CFFC060B27D}"/>
              </a:ext>
            </a:extLst>
          </p:cNvPr>
          <p:cNvSpPr txBox="1"/>
          <p:nvPr/>
        </p:nvSpPr>
        <p:spPr>
          <a:xfrm>
            <a:off x="152400" y="1706340"/>
            <a:ext cx="6934200" cy="307777"/>
          </a:xfrm>
          <a:prstGeom prst="rect">
            <a:avLst/>
          </a:prstGeom>
          <a:noFill/>
        </p:spPr>
        <p:txBody>
          <a:bodyPr wrap="square">
            <a:spAutoFit/>
          </a:bodyPr>
          <a:lstStyle/>
          <a:p>
            <a:pPr algn="l"/>
            <a:r>
              <a:rPr lang="en-US" sz="1400" b="0" i="0" dirty="0">
                <a:solidFill>
                  <a:srgbClr val="001D35"/>
                </a:solidFill>
                <a:effectLst/>
                <a:latin typeface="Google Sans"/>
              </a:rPr>
              <a:t>Application</a:t>
            </a:r>
            <a:r>
              <a:rPr lang="en-US" sz="1400" b="0" i="0" dirty="0">
                <a:solidFill>
                  <a:srgbClr val="FF0000"/>
                </a:solidFill>
                <a:effectLst/>
                <a:latin typeface="Google Sans"/>
              </a:rPr>
              <a:t>: </a:t>
            </a:r>
            <a:r>
              <a:rPr lang="en-US" sz="1400" dirty="0">
                <a:solidFill>
                  <a:srgbClr val="FF0000"/>
                </a:solidFill>
                <a:latin typeface="Google Sans"/>
              </a:rPr>
              <a:t>Very Large-Scale</a:t>
            </a:r>
            <a:r>
              <a:rPr lang="en-US" sz="1400" dirty="0">
                <a:solidFill>
                  <a:srgbClr val="001D35"/>
                </a:solidFill>
                <a:latin typeface="Google Sans"/>
              </a:rPr>
              <a:t> </a:t>
            </a:r>
            <a:r>
              <a:rPr lang="en-US" sz="1400" dirty="0">
                <a:solidFill>
                  <a:srgbClr val="0070C0"/>
                </a:solidFill>
              </a:rPr>
              <a:t>Agricultural Monitoring with </a:t>
            </a:r>
            <a:r>
              <a:rPr lang="en-US" sz="1400" dirty="0">
                <a:solidFill>
                  <a:srgbClr val="FF0000"/>
                </a:solidFill>
              </a:rPr>
              <a:t>Mobile Machineries </a:t>
            </a:r>
            <a:endParaRPr lang="en-US" sz="1400" dirty="0">
              <a:solidFill>
                <a:srgbClr val="FF0000"/>
              </a:solidFill>
              <a:latin typeface="Arial" panose="020B0604020202020204" pitchFamily="34" charset="0"/>
            </a:endParaRPr>
          </a:p>
        </p:txBody>
      </p:sp>
      <p:pic>
        <p:nvPicPr>
          <p:cNvPr id="5" name="Picture 4" descr="A weather station with solar panels&#10;&#10;AI-generated content may be incorrect.">
            <a:extLst>
              <a:ext uri="{FF2B5EF4-FFF2-40B4-BE49-F238E27FC236}">
                <a16:creationId xmlns:a16="http://schemas.microsoft.com/office/drawing/2014/main" id="{24813BD1-DBBE-D8DD-8AE4-484BB43CB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600" y="4853178"/>
            <a:ext cx="1971294" cy="1971294"/>
          </a:xfrm>
          <a:prstGeom prst="rect">
            <a:avLst/>
          </a:prstGeom>
        </p:spPr>
      </p:pic>
      <p:pic>
        <p:nvPicPr>
          <p:cNvPr id="8" name="Picture 7" descr="A person in a field with a computer&#10;&#10;AI-generated content may be incorrect.">
            <a:extLst>
              <a:ext uri="{FF2B5EF4-FFF2-40B4-BE49-F238E27FC236}">
                <a16:creationId xmlns:a16="http://schemas.microsoft.com/office/drawing/2014/main" id="{3FBEBA70-B18F-F76E-2960-BAF038CA24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046222"/>
            <a:ext cx="4175754" cy="2777079"/>
          </a:xfrm>
          <a:prstGeom prst="rect">
            <a:avLst/>
          </a:prstGeom>
        </p:spPr>
      </p:pic>
      <p:pic>
        <p:nvPicPr>
          <p:cNvPr id="11" name="Picture 10" descr="A green field with lights and icons&#10;&#10;AI-generated content may be incorrect.">
            <a:extLst>
              <a:ext uri="{FF2B5EF4-FFF2-40B4-BE49-F238E27FC236}">
                <a16:creationId xmlns:a16="http://schemas.microsoft.com/office/drawing/2014/main" id="{18F47E0C-0B8F-EC8C-A0FC-50101772A1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0200" y="2286000"/>
            <a:ext cx="3667002" cy="3694436"/>
          </a:xfrm>
          <a:prstGeom prst="rect">
            <a:avLst/>
          </a:prstGeom>
        </p:spPr>
      </p:pic>
    </p:spTree>
    <p:extLst>
      <p:ext uri="{BB962C8B-B14F-4D97-AF65-F5344CB8AC3E}">
        <p14:creationId xmlns:p14="http://schemas.microsoft.com/office/powerpoint/2010/main" val="31677367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2BB4B-C8A9-2113-9FF9-C44A32D54B4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6D73588-07C8-6A39-2672-4DC88B4E9916}"/>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sp>
        <p:nvSpPr>
          <p:cNvPr id="4" name="TextBox 3">
            <a:extLst>
              <a:ext uri="{FF2B5EF4-FFF2-40B4-BE49-F238E27FC236}">
                <a16:creationId xmlns:a16="http://schemas.microsoft.com/office/drawing/2014/main" id="{43CC4FDE-07DC-CAB8-CD4B-DFE86E11DD2D}"/>
              </a:ext>
            </a:extLst>
          </p:cNvPr>
          <p:cNvSpPr txBox="1"/>
          <p:nvPr/>
        </p:nvSpPr>
        <p:spPr>
          <a:xfrm>
            <a:off x="152400" y="1600200"/>
            <a:ext cx="8839200" cy="369332"/>
          </a:xfrm>
          <a:prstGeom prst="rect">
            <a:avLst/>
          </a:prstGeom>
          <a:noFill/>
        </p:spPr>
        <p:txBody>
          <a:bodyPr wrap="square">
            <a:spAutoFit/>
          </a:bodyPr>
          <a:lstStyle/>
          <a:p>
            <a:r>
              <a:rPr lang="en-US" b="0" i="0" dirty="0">
                <a:solidFill>
                  <a:srgbClr val="001D35"/>
                </a:solidFill>
                <a:effectLst/>
                <a:latin typeface="Google Sans"/>
              </a:rPr>
              <a:t>Application: </a:t>
            </a:r>
            <a:r>
              <a:rPr lang="en-US" b="0" i="0" dirty="0">
                <a:solidFill>
                  <a:srgbClr val="00B050"/>
                </a:solidFill>
                <a:effectLst/>
                <a:latin typeface="Google Sans"/>
              </a:rPr>
              <a:t>Smart &amp; Connected City with </a:t>
            </a:r>
            <a:r>
              <a:rPr lang="en-US" b="0" i="0" dirty="0">
                <a:solidFill>
                  <a:srgbClr val="FF0000"/>
                </a:solidFill>
                <a:effectLst/>
                <a:latin typeface="Google Sans"/>
              </a:rPr>
              <a:t>Mobile</a:t>
            </a:r>
            <a:r>
              <a:rPr lang="en-US" b="0" i="0" dirty="0">
                <a:solidFill>
                  <a:srgbClr val="00B050"/>
                </a:solidFill>
                <a:effectLst/>
                <a:latin typeface="Google Sans"/>
              </a:rPr>
              <a:t> &amp; Static Devices</a:t>
            </a:r>
            <a:endParaRPr lang="en-US" dirty="0">
              <a:solidFill>
                <a:srgbClr val="00B050"/>
              </a:solidFill>
            </a:endParaRPr>
          </a:p>
        </p:txBody>
      </p:sp>
      <p:pic>
        <p:nvPicPr>
          <p:cNvPr id="7" name="Picture 6" descr="A city with lights and lines&#10;&#10;AI-generated content may be incorrect.">
            <a:extLst>
              <a:ext uri="{FF2B5EF4-FFF2-40B4-BE49-F238E27FC236}">
                <a16:creationId xmlns:a16="http://schemas.microsoft.com/office/drawing/2014/main" id="{1F8DEF71-2513-BB89-309B-7EEE63F69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2362200"/>
            <a:ext cx="6792268" cy="3810000"/>
          </a:xfrm>
          <a:prstGeom prst="rect">
            <a:avLst/>
          </a:prstGeom>
        </p:spPr>
      </p:pic>
    </p:spTree>
    <p:extLst>
      <p:ext uri="{BB962C8B-B14F-4D97-AF65-F5344CB8AC3E}">
        <p14:creationId xmlns:p14="http://schemas.microsoft.com/office/powerpoint/2010/main" val="18046395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83C4B93-CDE4-289E-4D87-8D7DE380ADB9}"/>
              </a:ext>
            </a:extLst>
          </p:cNvPr>
          <p:cNvSpPr>
            <a:spLocks noChangeArrowheads="1"/>
          </p:cNvSpPr>
          <p:nvPr/>
        </p:nvSpPr>
        <p:spPr bwMode="auto">
          <a:xfrm>
            <a:off x="493776" y="1964477"/>
            <a:ext cx="842162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70C0"/>
                </a:solidFill>
                <a:effectLst/>
                <a:latin typeface="Arial" panose="020B0604020202020204" pitchFamily="34" charset="0"/>
              </a:rPr>
              <a:t>1. Network Structure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bg2"/>
                </a:solidFill>
                <a:effectLst/>
                <a:latin typeface="Arial" panose="020B0604020202020204" pitchFamily="34" charset="0"/>
              </a:rPr>
              <a:t>WMNs consist of two types of devices:</a:t>
            </a:r>
          </a:p>
          <a:p>
            <a:pPr lvl="6" algn="l" rtl="0" eaLnBrk="0" fontAlgn="base" hangingPunct="0">
              <a:spcBef>
                <a:spcPct val="0"/>
              </a:spcBef>
              <a:spcAft>
                <a:spcPct val="0"/>
              </a:spcAft>
              <a:buFontTx/>
              <a:buChar char="•"/>
            </a:pPr>
            <a:r>
              <a:rPr kumimoji="0" lang="en-US" altLang="en-US" sz="1400" b="1" i="0" u="none" strike="noStrike" cap="none" normalizeH="0" baseline="0" dirty="0">
                <a:ln>
                  <a:noFill/>
                </a:ln>
                <a:solidFill>
                  <a:srgbClr val="0070C0"/>
                </a:solidFill>
                <a:effectLst/>
                <a:latin typeface="Arial" panose="020B0604020202020204" pitchFamily="34" charset="0"/>
              </a:rPr>
              <a:t>Mesh Routers (MRs):</a:t>
            </a:r>
            <a:endParaRPr kumimoji="0" lang="en-US" altLang="en-US" sz="1400" b="0" i="0" u="none" strike="noStrike" cap="none" normalizeH="0" baseline="0" dirty="0">
              <a:ln>
                <a:noFill/>
              </a:ln>
              <a:solidFill>
                <a:srgbClr val="0070C0"/>
              </a:solidFill>
              <a:effectLst/>
              <a:latin typeface="Arial" panose="020B0604020202020204" pitchFamily="34" charset="0"/>
            </a:endParaRPr>
          </a:p>
          <a:p>
            <a:pPr marL="457200" lvl="5" algn="l" rtl="0" eaLnBrk="0" fontAlgn="base" hangingPunct="0">
              <a:spcBef>
                <a:spcPct val="0"/>
              </a:spcBef>
              <a:spcAft>
                <a:spcPct val="0"/>
              </a:spcAft>
              <a:buFontTx/>
              <a:buChar char="•"/>
            </a:pPr>
            <a:r>
              <a:rPr kumimoji="0" lang="en-US" altLang="en-US" sz="1400" b="0" i="0" u="none" strike="noStrike" cap="none" normalizeH="0" baseline="0" dirty="0">
                <a:ln>
                  <a:noFill/>
                </a:ln>
                <a:solidFill>
                  <a:schemeClr val="bg2"/>
                </a:solidFill>
                <a:effectLst/>
                <a:latin typeface="Arial" panose="020B0604020202020204" pitchFamily="34" charset="0"/>
              </a:rPr>
              <a:t>Fixed nodes that form the backbone of the mesh.</a:t>
            </a:r>
          </a:p>
          <a:p>
            <a:pPr marL="457200" lvl="5" algn="l" rtl="0" eaLnBrk="0" fontAlgn="base" hangingPunct="0">
              <a:spcBef>
                <a:spcPct val="0"/>
              </a:spcBef>
              <a:spcAft>
                <a:spcPct val="0"/>
              </a:spcAft>
              <a:buFontTx/>
              <a:buChar char="•"/>
            </a:pPr>
            <a:r>
              <a:rPr kumimoji="0" lang="en-US" altLang="en-US" sz="1400" b="0" i="0" u="none" strike="noStrike" cap="none" normalizeH="0" baseline="0" dirty="0">
                <a:ln>
                  <a:noFill/>
                </a:ln>
                <a:solidFill>
                  <a:schemeClr val="bg2"/>
                </a:solidFill>
                <a:effectLst/>
                <a:latin typeface="Arial" panose="020B0604020202020204" pitchFamily="34" charset="0"/>
              </a:rPr>
              <a:t>Often connected to the internet.</a:t>
            </a:r>
          </a:p>
          <a:p>
            <a:pPr lvl="4" algn="l" rtl="0" eaLnBrk="0" fontAlgn="base" hangingPunct="0">
              <a:spcBef>
                <a:spcPct val="0"/>
              </a:spcBef>
              <a:spcAft>
                <a:spcPct val="0"/>
              </a:spcAft>
              <a:buFontTx/>
              <a:buChar char="•"/>
            </a:pPr>
            <a:r>
              <a:rPr kumimoji="0" lang="en-US" altLang="en-US" sz="1400" b="1" i="0" u="none" strike="noStrike" cap="none" normalizeH="0" baseline="0" dirty="0">
                <a:ln>
                  <a:noFill/>
                </a:ln>
                <a:solidFill>
                  <a:srgbClr val="0070C0"/>
                </a:solidFill>
                <a:effectLst/>
                <a:latin typeface="Arial" panose="020B0604020202020204" pitchFamily="34" charset="0"/>
              </a:rPr>
              <a:t>Mesh Clients (MCs):</a:t>
            </a:r>
            <a:endParaRPr kumimoji="0" lang="en-US" altLang="en-US" sz="1400" b="0" i="0" u="none" strike="noStrike" cap="none" normalizeH="0" baseline="0" dirty="0">
              <a:ln>
                <a:noFill/>
              </a:ln>
              <a:solidFill>
                <a:srgbClr val="0070C0"/>
              </a:solidFill>
              <a:effectLst/>
              <a:latin typeface="Arial" panose="020B0604020202020204" pitchFamily="34" charset="0"/>
            </a:endParaRPr>
          </a:p>
          <a:p>
            <a:pPr marL="457200" lvl="5" algn="l" rtl="0" eaLnBrk="0" fontAlgn="base" hangingPunct="0">
              <a:spcBef>
                <a:spcPct val="0"/>
              </a:spcBef>
              <a:spcAft>
                <a:spcPct val="0"/>
              </a:spcAft>
              <a:buFontTx/>
              <a:buChar char="•"/>
            </a:pPr>
            <a:r>
              <a:rPr kumimoji="0" lang="en-US" altLang="en-US" sz="1400" b="0" i="0" u="none" strike="noStrike" cap="none" normalizeH="0" baseline="0" dirty="0">
                <a:ln>
                  <a:noFill/>
                </a:ln>
                <a:solidFill>
                  <a:schemeClr val="bg2"/>
                </a:solidFill>
                <a:effectLst/>
                <a:latin typeface="Arial" panose="020B0604020202020204" pitchFamily="34" charset="0"/>
              </a:rPr>
              <a:t>End-user devices like laptops, phones, sensors.</a:t>
            </a:r>
          </a:p>
          <a:p>
            <a:pPr marL="457200" lvl="5" algn="l" rtl="0" eaLnBrk="0" fontAlgn="base" hangingPunct="0">
              <a:spcBef>
                <a:spcPct val="0"/>
              </a:spcBef>
              <a:spcAft>
                <a:spcPct val="0"/>
              </a:spcAft>
              <a:buFontTx/>
              <a:buChar char="•"/>
            </a:pPr>
            <a:r>
              <a:rPr kumimoji="0" lang="en-US" altLang="en-US" sz="1400" b="0" i="0" u="none" strike="noStrike" cap="none" normalizeH="0" baseline="0" dirty="0">
                <a:ln>
                  <a:noFill/>
                </a:ln>
                <a:solidFill>
                  <a:schemeClr val="bg2"/>
                </a:solidFill>
                <a:effectLst/>
                <a:latin typeface="Arial" panose="020B0604020202020204" pitchFamily="34" charset="0"/>
              </a:rPr>
              <a:t>Connect to the mesh routers or other clients.</a:t>
            </a:r>
          </a:p>
        </p:txBody>
      </p:sp>
      <p:sp>
        <p:nvSpPr>
          <p:cNvPr id="6" name="Rectangle 3">
            <a:extLst>
              <a:ext uri="{FF2B5EF4-FFF2-40B4-BE49-F238E27FC236}">
                <a16:creationId xmlns:a16="http://schemas.microsoft.com/office/drawing/2014/main" id="{32E6DE96-5ED4-2AA0-8CEF-004424BF5A4A}"/>
              </a:ext>
            </a:extLst>
          </p:cNvPr>
          <p:cNvSpPr>
            <a:spLocks noChangeArrowheads="1"/>
          </p:cNvSpPr>
          <p:nvPr/>
        </p:nvSpPr>
        <p:spPr bwMode="auto">
          <a:xfrm>
            <a:off x="493776" y="3888081"/>
            <a:ext cx="820521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70C0"/>
                </a:solidFill>
                <a:effectLst/>
                <a:latin typeface="Arial" panose="020B0604020202020204" pitchFamily="34" charset="0"/>
              </a:rPr>
              <a:t>2. Multi-hop Routing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solidFill>
                <a:effectLst/>
                <a:latin typeface="Arial" panose="020B0604020202020204" pitchFamily="34" charset="0"/>
              </a:rPr>
              <a:t>Data travels </a:t>
            </a:r>
            <a:r>
              <a:rPr kumimoji="0" lang="en-US" altLang="en-US" sz="1400" b="1" i="0" u="none" strike="noStrike" cap="none" normalizeH="0" baseline="0" dirty="0">
                <a:ln>
                  <a:noFill/>
                </a:ln>
                <a:solidFill>
                  <a:schemeClr val="bg2"/>
                </a:solidFill>
                <a:effectLst/>
                <a:latin typeface="Arial" panose="020B0604020202020204" pitchFamily="34" charset="0"/>
              </a:rPr>
              <a:t>hop-by-hop</a:t>
            </a:r>
            <a:r>
              <a:rPr kumimoji="0" lang="en-US" altLang="en-US" sz="1400" b="0" i="0" u="none" strike="noStrike" cap="none" normalizeH="0" baseline="0" dirty="0">
                <a:ln>
                  <a:noFill/>
                </a:ln>
                <a:solidFill>
                  <a:schemeClr val="bg2"/>
                </a:solidFill>
                <a:effectLst/>
                <a:latin typeface="Arial" panose="020B0604020202020204" pitchFamily="34" charset="0"/>
              </a:rPr>
              <a:t> through multiple mesh routers to reach its destination.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solidFill>
                <a:effectLst/>
                <a:latin typeface="Arial" panose="020B0604020202020204" pitchFamily="34" charset="0"/>
              </a:rPr>
              <a:t>If a direct path is not available, packets are forwarded through </a:t>
            </a:r>
            <a:r>
              <a:rPr kumimoji="0" lang="en-US" altLang="en-US" sz="1400" b="1" i="0" u="none" strike="noStrike" cap="none" normalizeH="0" baseline="0" dirty="0">
                <a:ln>
                  <a:noFill/>
                </a:ln>
                <a:solidFill>
                  <a:schemeClr val="bg2"/>
                </a:solidFill>
                <a:effectLst/>
                <a:latin typeface="Arial" panose="020B0604020202020204" pitchFamily="34" charset="0"/>
              </a:rPr>
              <a:t>intermediate nodes</a:t>
            </a:r>
            <a:r>
              <a:rPr kumimoji="0" lang="en-US" altLang="en-US" sz="1400" b="0" i="0" u="none" strike="noStrike" cap="none" normalizeH="0" baseline="0" dirty="0">
                <a:ln>
                  <a:noFill/>
                </a:ln>
                <a:solidFill>
                  <a:schemeClr val="bg2"/>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bg2"/>
              </a:solidFill>
              <a:effectLst/>
              <a:latin typeface="Arial" panose="020B0604020202020204" pitchFamily="34" charset="0"/>
            </a:endParaRPr>
          </a:p>
        </p:txBody>
      </p:sp>
      <p:sp>
        <p:nvSpPr>
          <p:cNvPr id="8" name="Rectangle 5">
            <a:extLst>
              <a:ext uri="{FF2B5EF4-FFF2-40B4-BE49-F238E27FC236}">
                <a16:creationId xmlns:a16="http://schemas.microsoft.com/office/drawing/2014/main" id="{8818A29D-3A83-1176-9C4B-34E5DB9682A1}"/>
              </a:ext>
            </a:extLst>
          </p:cNvPr>
          <p:cNvSpPr>
            <a:spLocks noChangeArrowheads="1"/>
          </p:cNvSpPr>
          <p:nvPr/>
        </p:nvSpPr>
        <p:spPr bwMode="auto">
          <a:xfrm>
            <a:off x="493776" y="4856946"/>
            <a:ext cx="811311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70C0"/>
                </a:solidFill>
                <a:effectLst/>
                <a:latin typeface="Arial" panose="020B0604020202020204" pitchFamily="34" charset="0"/>
              </a:rPr>
              <a:t>3. Self-Healing Capability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solidFill>
                <a:effectLst/>
                <a:latin typeface="Arial" panose="020B0604020202020204" pitchFamily="34" charset="0"/>
              </a:rPr>
              <a:t>If a node fails or a link breaks, the network </a:t>
            </a:r>
            <a:r>
              <a:rPr kumimoji="0" lang="en-US" altLang="en-US" sz="1400" b="1" i="0" u="none" strike="noStrike" cap="none" normalizeH="0" baseline="0" dirty="0">
                <a:ln>
                  <a:noFill/>
                </a:ln>
                <a:solidFill>
                  <a:schemeClr val="bg2"/>
                </a:solidFill>
                <a:effectLst/>
                <a:latin typeface="Arial" panose="020B0604020202020204" pitchFamily="34" charset="0"/>
              </a:rPr>
              <a:t>automatically reroutes</a:t>
            </a:r>
            <a:r>
              <a:rPr kumimoji="0" lang="en-US" altLang="en-US" sz="1400" b="0" i="0" u="none" strike="noStrike" cap="none" normalizeH="0" baseline="0" dirty="0">
                <a:ln>
                  <a:noFill/>
                </a:ln>
                <a:solidFill>
                  <a:schemeClr val="bg2"/>
                </a:solidFill>
                <a:effectLst/>
                <a:latin typeface="Arial" panose="020B0604020202020204" pitchFamily="34" charset="0"/>
              </a:rPr>
              <a:t> traffic through alternative paths.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solidFill>
                <a:effectLst/>
                <a:latin typeface="Arial" panose="020B0604020202020204" pitchFamily="34" charset="0"/>
              </a:rPr>
              <a:t>Ensures </a:t>
            </a:r>
            <a:r>
              <a:rPr kumimoji="0" lang="en-US" altLang="en-US" sz="1400" b="1" i="0" u="none" strike="noStrike" cap="none" normalizeH="0" baseline="0" dirty="0">
                <a:ln>
                  <a:noFill/>
                </a:ln>
                <a:solidFill>
                  <a:schemeClr val="bg2"/>
                </a:solidFill>
                <a:effectLst/>
                <a:latin typeface="Arial" panose="020B0604020202020204" pitchFamily="34" charset="0"/>
              </a:rPr>
              <a:t>high reliability and robustness</a:t>
            </a:r>
            <a:r>
              <a:rPr kumimoji="0" lang="en-US" altLang="en-US" sz="1400" b="0" i="0" u="none" strike="noStrike" cap="none" normalizeH="0" baseline="0" dirty="0">
                <a:ln>
                  <a:noFill/>
                </a:ln>
                <a:solidFill>
                  <a:schemeClr val="bg2"/>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bg2"/>
              </a:solidFill>
              <a:effectLst/>
              <a:latin typeface="Arial" panose="020B0604020202020204" pitchFamily="34" charset="0"/>
            </a:endParaRPr>
          </a:p>
        </p:txBody>
      </p:sp>
      <p:sp>
        <p:nvSpPr>
          <p:cNvPr id="10" name="Rectangle 7">
            <a:extLst>
              <a:ext uri="{FF2B5EF4-FFF2-40B4-BE49-F238E27FC236}">
                <a16:creationId xmlns:a16="http://schemas.microsoft.com/office/drawing/2014/main" id="{36220DC4-34A6-2DD8-9194-42A9938E3E6A}"/>
              </a:ext>
            </a:extLst>
          </p:cNvPr>
          <p:cNvSpPr>
            <a:spLocks noChangeArrowheads="1"/>
          </p:cNvSpPr>
          <p:nvPr/>
        </p:nvSpPr>
        <p:spPr bwMode="auto">
          <a:xfrm>
            <a:off x="505968" y="5819905"/>
            <a:ext cx="819302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70C0"/>
                </a:solidFill>
                <a:effectLst/>
                <a:latin typeface="Arial" panose="020B0604020202020204" pitchFamily="34" charset="0"/>
              </a:rPr>
              <a:t>4. Self-Configuration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solidFill>
                <a:effectLst/>
                <a:latin typeface="Arial" panose="020B0604020202020204" pitchFamily="34" charset="0"/>
              </a:rPr>
              <a:t>New nodes can join the network and start routing </a:t>
            </a:r>
            <a:r>
              <a:rPr kumimoji="0" lang="en-US" altLang="en-US" sz="1400" b="1" i="0" u="none" strike="noStrike" cap="none" normalizeH="0" baseline="0" dirty="0">
                <a:ln>
                  <a:noFill/>
                </a:ln>
                <a:solidFill>
                  <a:schemeClr val="bg2"/>
                </a:solidFill>
                <a:effectLst/>
                <a:latin typeface="Arial" panose="020B0604020202020204" pitchFamily="34" charset="0"/>
              </a:rPr>
              <a:t>without manual configuration</a:t>
            </a:r>
            <a:r>
              <a:rPr kumimoji="0" lang="en-US" altLang="en-US" sz="1400" b="0" i="0" u="none" strike="noStrike" cap="none" normalizeH="0" baseline="0" dirty="0">
                <a:ln>
                  <a:noFill/>
                </a:ln>
                <a:solidFill>
                  <a:schemeClr val="bg2"/>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solidFill>
                <a:effectLst/>
                <a:latin typeface="Arial" panose="020B0604020202020204" pitchFamily="34" charset="0"/>
              </a:rPr>
              <a:t>Each node participates in the routing process and </a:t>
            </a:r>
            <a:r>
              <a:rPr kumimoji="0" lang="en-US" altLang="en-US" sz="1400" b="1" i="0" u="none" strike="noStrike" cap="none" normalizeH="0" baseline="0" dirty="0">
                <a:ln>
                  <a:noFill/>
                </a:ln>
                <a:solidFill>
                  <a:schemeClr val="bg2"/>
                </a:solidFill>
                <a:effectLst/>
                <a:latin typeface="Arial" panose="020B0604020202020204" pitchFamily="34" charset="0"/>
              </a:rPr>
              <a:t>discovers neighbors dynamically</a:t>
            </a:r>
            <a:r>
              <a:rPr kumimoji="0" lang="en-US" altLang="en-US" sz="1400" b="0" i="0" u="none" strike="noStrike" cap="none" normalizeH="0" baseline="0" dirty="0">
                <a:ln>
                  <a:noFill/>
                </a:ln>
                <a:solidFill>
                  <a:schemeClr val="bg2"/>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bg2"/>
              </a:solidFill>
              <a:effectLst/>
              <a:latin typeface="Arial" panose="020B0604020202020204" pitchFamily="34" charset="0"/>
            </a:endParaRPr>
          </a:p>
        </p:txBody>
      </p:sp>
      <p:sp>
        <p:nvSpPr>
          <p:cNvPr id="30" name="TextBox 29">
            <a:extLst>
              <a:ext uri="{FF2B5EF4-FFF2-40B4-BE49-F238E27FC236}">
                <a16:creationId xmlns:a16="http://schemas.microsoft.com/office/drawing/2014/main" id="{71FAB3FD-91E3-116E-4AD3-2D3C96B17AF5}"/>
              </a:ext>
            </a:extLst>
          </p:cNvPr>
          <p:cNvSpPr txBox="1"/>
          <p:nvPr/>
        </p:nvSpPr>
        <p:spPr>
          <a:xfrm>
            <a:off x="12192" y="1524000"/>
            <a:ext cx="4572000" cy="369332"/>
          </a:xfrm>
          <a:prstGeom prst="rect">
            <a:avLst/>
          </a:prstGeom>
          <a:noFill/>
        </p:spPr>
        <p:txBody>
          <a:bodyPr wrap="square">
            <a:spAutoFit/>
          </a:bodyPr>
          <a:lstStyle/>
          <a:p>
            <a:r>
              <a:rPr lang="en-US" b="1" dirty="0">
                <a:solidFill>
                  <a:srgbClr val="0070C0"/>
                </a:solidFill>
              </a:rPr>
              <a:t>How WMNs Work</a:t>
            </a:r>
          </a:p>
        </p:txBody>
      </p:sp>
      <p:sp>
        <p:nvSpPr>
          <p:cNvPr id="11" name="Title 1">
            <a:extLst>
              <a:ext uri="{FF2B5EF4-FFF2-40B4-BE49-F238E27FC236}">
                <a16:creationId xmlns:a16="http://schemas.microsoft.com/office/drawing/2014/main" id="{D47DE8D3-CDDF-B496-03A7-C51684D5AE7C}"/>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 </a:t>
            </a:r>
            <a:endParaRPr lang="en-US" sz="3200" b="0" dirty="0">
              <a:solidFill>
                <a:srgbClr val="FF0000"/>
              </a:solidFill>
            </a:endParaRPr>
          </a:p>
        </p:txBody>
      </p:sp>
      <p:sp>
        <p:nvSpPr>
          <p:cNvPr id="2" name="object 2">
            <a:extLst>
              <a:ext uri="{FF2B5EF4-FFF2-40B4-BE49-F238E27FC236}">
                <a16:creationId xmlns:a16="http://schemas.microsoft.com/office/drawing/2014/main" id="{30CC8E94-85F2-8D04-6B99-ACABCBB4DB18}"/>
              </a:ext>
            </a:extLst>
          </p:cNvPr>
          <p:cNvSpPr txBox="1">
            <a:spLocks/>
          </p:cNvSpPr>
          <p:nvPr/>
        </p:nvSpPr>
        <p:spPr>
          <a:xfrm>
            <a:off x="326390" y="661725"/>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282095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9C8E7-F2DE-DEB6-FCD3-65C8F2B159C4}"/>
            </a:ext>
          </a:extLst>
        </p:cNvPr>
        <p:cNvGrpSpPr/>
        <p:nvPr/>
      </p:nvGrpSpPr>
      <p:grpSpPr>
        <a:xfrm>
          <a:off x="0" y="0"/>
          <a:ext cx="0" cy="0"/>
          <a:chOff x="0" y="0"/>
          <a:chExt cx="0" cy="0"/>
        </a:xfrm>
      </p:grpSpPr>
      <p:graphicFrame>
        <p:nvGraphicFramePr>
          <p:cNvPr id="24" name="Table 23">
            <a:extLst>
              <a:ext uri="{FF2B5EF4-FFF2-40B4-BE49-F238E27FC236}">
                <a16:creationId xmlns:a16="http://schemas.microsoft.com/office/drawing/2014/main" id="{FA452929-969F-9813-B5F3-7FAF08D87F68}"/>
              </a:ext>
            </a:extLst>
          </p:cNvPr>
          <p:cNvGraphicFramePr>
            <a:graphicFrameLocks noGrp="1"/>
          </p:cNvGraphicFramePr>
          <p:nvPr>
            <p:extLst>
              <p:ext uri="{D42A27DB-BD31-4B8C-83A1-F6EECF244321}">
                <p14:modId xmlns:p14="http://schemas.microsoft.com/office/powerpoint/2010/main" val="2933587688"/>
              </p:ext>
            </p:extLst>
          </p:nvPr>
        </p:nvGraphicFramePr>
        <p:xfrm>
          <a:off x="457200" y="2045732"/>
          <a:ext cx="8570976" cy="2348720"/>
        </p:xfrm>
        <a:graphic>
          <a:graphicData uri="http://schemas.openxmlformats.org/drawingml/2006/table">
            <a:tbl>
              <a:tblPr>
                <a:tableStyleId>{2D5ABB26-0587-4C30-8999-92F81FD0307C}</a:tableStyleId>
              </a:tblPr>
              <a:tblGrid>
                <a:gridCol w="2209800">
                  <a:extLst>
                    <a:ext uri="{9D8B030D-6E8A-4147-A177-3AD203B41FA5}">
                      <a16:colId xmlns:a16="http://schemas.microsoft.com/office/drawing/2014/main" val="2749870435"/>
                    </a:ext>
                  </a:extLst>
                </a:gridCol>
                <a:gridCol w="6361176">
                  <a:extLst>
                    <a:ext uri="{9D8B030D-6E8A-4147-A177-3AD203B41FA5}">
                      <a16:colId xmlns:a16="http://schemas.microsoft.com/office/drawing/2014/main" val="2521945539"/>
                    </a:ext>
                  </a:extLst>
                </a:gridCol>
              </a:tblGrid>
              <a:tr h="0">
                <a:tc>
                  <a:txBody>
                    <a:bodyPr/>
                    <a:lstStyle/>
                    <a:p>
                      <a:pPr marL="0" algn="l" defTabSz="914400" rtl="0" eaLnBrk="1" latinLnBrk="0" hangingPunct="1"/>
                      <a:r>
                        <a:rPr lang="en-US" sz="1600" b="1" kern="1200" cap="none" spc="0" dirty="0">
                          <a:solidFill>
                            <a:srgbClr val="0070C0"/>
                          </a:solidFill>
                          <a:latin typeface="+mn-lt"/>
                          <a:ea typeface="+mn-ea"/>
                          <a:cs typeface="+mn-cs"/>
                        </a:rPr>
                        <a:t>Feature</a:t>
                      </a:r>
                    </a:p>
                  </a:txBody>
                  <a:tcPr marL="150603" marR="150603" marT="150603" marB="75301" anchor="ctr"/>
                </a:tc>
                <a:tc>
                  <a:txBody>
                    <a:bodyPr/>
                    <a:lstStyle/>
                    <a:p>
                      <a:r>
                        <a:rPr lang="en-US" sz="1600" cap="none" spc="0" dirty="0">
                          <a:solidFill>
                            <a:srgbClr val="0070C0"/>
                          </a:solidFill>
                        </a:rPr>
                        <a:t>Description</a:t>
                      </a:r>
                    </a:p>
                  </a:txBody>
                  <a:tcPr marL="150603" marR="150603" marT="150603" marB="75301" anchor="ctr"/>
                </a:tc>
                <a:extLst>
                  <a:ext uri="{0D108BD9-81ED-4DB2-BD59-A6C34878D82A}">
                    <a16:rowId xmlns:a16="http://schemas.microsoft.com/office/drawing/2014/main" val="318818212"/>
                  </a:ext>
                </a:extLst>
              </a:tr>
              <a:tr h="0">
                <a:tc>
                  <a:txBody>
                    <a:bodyPr/>
                    <a:lstStyle/>
                    <a:p>
                      <a:r>
                        <a:rPr lang="en-US" sz="1600" b="1" cap="none" spc="0" dirty="0">
                          <a:solidFill>
                            <a:srgbClr val="0070C0"/>
                          </a:solidFill>
                        </a:rPr>
                        <a:t>Multi-hop</a:t>
                      </a:r>
                      <a:endParaRPr lang="en-US" sz="1600" cap="none" spc="0" dirty="0">
                        <a:solidFill>
                          <a:srgbClr val="0070C0"/>
                        </a:solidFill>
                      </a:endParaRPr>
                    </a:p>
                  </a:txBody>
                  <a:tcPr marL="150603" marR="150603" marT="150603" marB="75301" anchor="ctr"/>
                </a:tc>
                <a:tc>
                  <a:txBody>
                    <a:bodyPr/>
                    <a:lstStyle/>
                    <a:p>
                      <a:r>
                        <a:rPr lang="en-US" sz="1600" cap="none" spc="0" dirty="0">
                          <a:solidFill>
                            <a:schemeClr val="bg2"/>
                          </a:solidFill>
                        </a:rPr>
                        <a:t>Increases coverage without requiring all nodes to be in range of each other</a:t>
                      </a:r>
                    </a:p>
                  </a:txBody>
                  <a:tcPr marL="150603" marR="150603" marT="150603" marB="75301" anchor="ctr"/>
                </a:tc>
                <a:extLst>
                  <a:ext uri="{0D108BD9-81ED-4DB2-BD59-A6C34878D82A}">
                    <a16:rowId xmlns:a16="http://schemas.microsoft.com/office/drawing/2014/main" val="2766119006"/>
                  </a:ext>
                </a:extLst>
              </a:tr>
              <a:tr h="0">
                <a:tc>
                  <a:txBody>
                    <a:bodyPr/>
                    <a:lstStyle/>
                    <a:p>
                      <a:r>
                        <a:rPr lang="en-US" sz="1600" b="1" cap="none" spc="0">
                          <a:solidFill>
                            <a:srgbClr val="0070C0"/>
                          </a:solidFill>
                        </a:rPr>
                        <a:t>Self-healing</a:t>
                      </a:r>
                      <a:endParaRPr lang="en-US" sz="1600" cap="none" spc="0">
                        <a:solidFill>
                          <a:srgbClr val="0070C0"/>
                        </a:solidFill>
                      </a:endParaRPr>
                    </a:p>
                  </a:txBody>
                  <a:tcPr marL="150603" marR="150603" marT="150603" marB="75301" anchor="ctr"/>
                </a:tc>
                <a:tc>
                  <a:txBody>
                    <a:bodyPr/>
                    <a:lstStyle/>
                    <a:p>
                      <a:r>
                        <a:rPr lang="en-US" sz="1600" cap="none" spc="0" dirty="0">
                          <a:solidFill>
                            <a:schemeClr val="bg2"/>
                          </a:solidFill>
                        </a:rPr>
                        <a:t>Network adapts to failures automatically</a:t>
                      </a:r>
                    </a:p>
                  </a:txBody>
                  <a:tcPr marL="150603" marR="150603" marT="150603" marB="75301" anchor="ctr"/>
                </a:tc>
                <a:extLst>
                  <a:ext uri="{0D108BD9-81ED-4DB2-BD59-A6C34878D82A}">
                    <a16:rowId xmlns:a16="http://schemas.microsoft.com/office/drawing/2014/main" val="1418074953"/>
                  </a:ext>
                </a:extLst>
              </a:tr>
              <a:tr h="0">
                <a:tc>
                  <a:txBody>
                    <a:bodyPr/>
                    <a:lstStyle/>
                    <a:p>
                      <a:r>
                        <a:rPr lang="en-US" sz="1600" b="1" cap="none" spc="0" dirty="0">
                          <a:solidFill>
                            <a:srgbClr val="0070C0"/>
                          </a:solidFill>
                        </a:rPr>
                        <a:t>Flexible coverage</a:t>
                      </a:r>
                      <a:endParaRPr lang="en-US" sz="1600" cap="none" spc="0" dirty="0">
                        <a:solidFill>
                          <a:srgbClr val="0070C0"/>
                        </a:solidFill>
                      </a:endParaRPr>
                    </a:p>
                  </a:txBody>
                  <a:tcPr marL="150603" marR="150603" marT="150603" marB="75301" anchor="ctr"/>
                </a:tc>
                <a:tc>
                  <a:txBody>
                    <a:bodyPr/>
                    <a:lstStyle/>
                    <a:p>
                      <a:r>
                        <a:rPr lang="en-US" sz="1600" cap="none" spc="0" dirty="0">
                          <a:solidFill>
                            <a:schemeClr val="bg2"/>
                          </a:solidFill>
                        </a:rPr>
                        <a:t>Nodes can be added easily to expand range</a:t>
                      </a:r>
                    </a:p>
                  </a:txBody>
                  <a:tcPr marL="150603" marR="150603" marT="150603" marB="75301" anchor="ctr"/>
                </a:tc>
                <a:extLst>
                  <a:ext uri="{0D108BD9-81ED-4DB2-BD59-A6C34878D82A}">
                    <a16:rowId xmlns:a16="http://schemas.microsoft.com/office/drawing/2014/main" val="1546416125"/>
                  </a:ext>
                </a:extLst>
              </a:tr>
              <a:tr h="0">
                <a:tc>
                  <a:txBody>
                    <a:bodyPr/>
                    <a:lstStyle/>
                    <a:p>
                      <a:r>
                        <a:rPr lang="en-US" sz="1600" b="1" cap="none" spc="0" dirty="0">
                          <a:solidFill>
                            <a:srgbClr val="0070C0"/>
                          </a:solidFill>
                        </a:rPr>
                        <a:t>No central controller</a:t>
                      </a:r>
                      <a:endParaRPr lang="en-US" sz="1600" cap="none" spc="0" dirty="0">
                        <a:solidFill>
                          <a:srgbClr val="0070C0"/>
                        </a:solidFill>
                      </a:endParaRPr>
                    </a:p>
                  </a:txBody>
                  <a:tcPr marL="150603" marR="150603" marT="150603" marB="75301" anchor="ctr"/>
                </a:tc>
                <a:tc>
                  <a:txBody>
                    <a:bodyPr/>
                    <a:lstStyle/>
                    <a:p>
                      <a:r>
                        <a:rPr lang="en-US" sz="1600" cap="none" spc="0" dirty="0">
                          <a:solidFill>
                            <a:schemeClr val="bg2"/>
                          </a:solidFill>
                        </a:rPr>
                        <a:t>Decentralized, peer-based communication</a:t>
                      </a:r>
                    </a:p>
                  </a:txBody>
                  <a:tcPr marL="150603" marR="150603" marT="150603" marB="75301" anchor="ctr"/>
                </a:tc>
                <a:extLst>
                  <a:ext uri="{0D108BD9-81ED-4DB2-BD59-A6C34878D82A}">
                    <a16:rowId xmlns:a16="http://schemas.microsoft.com/office/drawing/2014/main" val="692866614"/>
                  </a:ext>
                </a:extLst>
              </a:tr>
            </a:tbl>
          </a:graphicData>
        </a:graphic>
      </p:graphicFrame>
      <p:sp>
        <p:nvSpPr>
          <p:cNvPr id="26" name="TextBox 25">
            <a:extLst>
              <a:ext uri="{FF2B5EF4-FFF2-40B4-BE49-F238E27FC236}">
                <a16:creationId xmlns:a16="http://schemas.microsoft.com/office/drawing/2014/main" id="{AD9274B5-CE7B-1A5C-ECA9-A1D5C4A6DAC5}"/>
              </a:ext>
            </a:extLst>
          </p:cNvPr>
          <p:cNvSpPr txBox="1"/>
          <p:nvPr/>
        </p:nvSpPr>
        <p:spPr>
          <a:xfrm>
            <a:off x="152400" y="1676400"/>
            <a:ext cx="4572000" cy="369332"/>
          </a:xfrm>
          <a:prstGeom prst="rect">
            <a:avLst/>
          </a:prstGeom>
          <a:noFill/>
        </p:spPr>
        <p:txBody>
          <a:bodyPr wrap="square">
            <a:spAutoFit/>
          </a:bodyPr>
          <a:lstStyle/>
          <a:p>
            <a:r>
              <a:rPr lang="en-US" sz="1800" cap="none" spc="0" dirty="0">
                <a:solidFill>
                  <a:schemeClr val="bg2"/>
                </a:solidFill>
              </a:rPr>
              <a:t>📌 </a:t>
            </a:r>
            <a:r>
              <a:rPr lang="en-US" b="1" dirty="0"/>
              <a:t>Key Features:</a:t>
            </a:r>
          </a:p>
        </p:txBody>
      </p:sp>
      <p:sp>
        <p:nvSpPr>
          <p:cNvPr id="31" name="Title 1">
            <a:extLst>
              <a:ext uri="{FF2B5EF4-FFF2-40B4-BE49-F238E27FC236}">
                <a16:creationId xmlns:a16="http://schemas.microsoft.com/office/drawing/2014/main" id="{FC588B74-0768-7E8B-B1B1-C482E0CF0B61}"/>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sp>
        <p:nvSpPr>
          <p:cNvPr id="2" name="object 2">
            <a:extLst>
              <a:ext uri="{FF2B5EF4-FFF2-40B4-BE49-F238E27FC236}">
                <a16:creationId xmlns:a16="http://schemas.microsoft.com/office/drawing/2014/main" id="{175689B4-922C-F131-56BA-8D12DE71BCDD}"/>
              </a:ext>
            </a:extLst>
          </p:cNvPr>
          <p:cNvSpPr txBox="1">
            <a:spLocks/>
          </p:cNvSpPr>
          <p:nvPr/>
        </p:nvSpPr>
        <p:spPr>
          <a:xfrm>
            <a:off x="320294" y="588969"/>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94719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E8884-9237-6A70-88CF-1FFAB26780AB}"/>
            </a:ext>
          </a:extLst>
        </p:cNvPr>
        <p:cNvGrpSpPr/>
        <p:nvPr/>
      </p:nvGrpSpPr>
      <p:grpSpPr>
        <a:xfrm>
          <a:off x="0" y="0"/>
          <a:ext cx="0" cy="0"/>
          <a:chOff x="0" y="0"/>
          <a:chExt cx="0" cy="0"/>
        </a:xfrm>
      </p:grpSpPr>
      <p:sp>
        <p:nvSpPr>
          <p:cNvPr id="26" name="TextBox 25">
            <a:extLst>
              <a:ext uri="{FF2B5EF4-FFF2-40B4-BE49-F238E27FC236}">
                <a16:creationId xmlns:a16="http://schemas.microsoft.com/office/drawing/2014/main" id="{1AC792F3-9DBC-5D95-8672-0ADDDC6EBFE7}"/>
              </a:ext>
            </a:extLst>
          </p:cNvPr>
          <p:cNvSpPr txBox="1"/>
          <p:nvPr/>
        </p:nvSpPr>
        <p:spPr>
          <a:xfrm>
            <a:off x="152400" y="1771471"/>
            <a:ext cx="4572000" cy="369332"/>
          </a:xfrm>
          <a:prstGeom prst="rect">
            <a:avLst/>
          </a:prstGeom>
          <a:noFill/>
        </p:spPr>
        <p:txBody>
          <a:bodyPr wrap="square">
            <a:spAutoFit/>
          </a:bodyPr>
          <a:lstStyle/>
          <a:p>
            <a:r>
              <a:rPr lang="en-US" sz="1800" cap="none" spc="0" dirty="0">
                <a:solidFill>
                  <a:schemeClr val="bg2"/>
                </a:solidFill>
              </a:rPr>
              <a:t>📌 </a:t>
            </a:r>
            <a:r>
              <a:rPr lang="en-US" b="1" dirty="0"/>
              <a:t>Key Challenges:</a:t>
            </a:r>
          </a:p>
        </p:txBody>
      </p:sp>
      <p:sp>
        <p:nvSpPr>
          <p:cNvPr id="28" name="TextBox 27">
            <a:extLst>
              <a:ext uri="{FF2B5EF4-FFF2-40B4-BE49-F238E27FC236}">
                <a16:creationId xmlns:a16="http://schemas.microsoft.com/office/drawing/2014/main" id="{A3A4B5AA-B857-BB10-BAB2-FEA570684023}"/>
              </a:ext>
            </a:extLst>
          </p:cNvPr>
          <p:cNvSpPr txBox="1"/>
          <p:nvPr/>
        </p:nvSpPr>
        <p:spPr>
          <a:xfrm>
            <a:off x="365760" y="2228671"/>
            <a:ext cx="8610600" cy="1200329"/>
          </a:xfrm>
          <a:prstGeom prst="rect">
            <a:avLst/>
          </a:prstGeom>
          <a:noFill/>
        </p:spPr>
        <p:txBody>
          <a:bodyPr wrap="square">
            <a:spAutoFit/>
          </a:bodyPr>
          <a:lstStyle/>
          <a:p>
            <a:r>
              <a:rPr lang="en-US" b="1" kern="1200" dirty="0">
                <a:solidFill>
                  <a:srgbClr val="FF0000"/>
                </a:solidFill>
                <a:latin typeface="+mn-lt"/>
                <a:ea typeface="+mn-ea"/>
                <a:cs typeface="+mn-cs"/>
              </a:rPr>
              <a:t>1. Interference and Shared Medium</a:t>
            </a:r>
          </a:p>
          <a:p>
            <a:r>
              <a:rPr lang="en-US" kern="1200" dirty="0">
                <a:solidFill>
                  <a:srgbClr val="FF0000"/>
                </a:solidFill>
                <a:latin typeface="+mn-lt"/>
                <a:ea typeface="+mn-ea"/>
                <a:cs typeface="+mn-cs"/>
              </a:rPr>
              <a:t>Problem: </a:t>
            </a:r>
            <a:r>
              <a:rPr lang="en-US" kern="1200" dirty="0">
                <a:solidFill>
                  <a:srgbClr val="002060"/>
                </a:solidFill>
                <a:latin typeface="+mn-lt"/>
                <a:ea typeface="+mn-ea"/>
                <a:cs typeface="+mn-cs"/>
              </a:rPr>
              <a:t>Nodes use a shared wireless medium, leading to co-channel interference, hidden terminal, and exposed terminal problems.</a:t>
            </a:r>
          </a:p>
          <a:p>
            <a:r>
              <a:rPr lang="en-US" kern="1200" dirty="0">
                <a:solidFill>
                  <a:srgbClr val="FF0000"/>
                </a:solidFill>
                <a:latin typeface="+mn-lt"/>
                <a:ea typeface="+mn-ea"/>
                <a:cs typeface="+mn-cs"/>
              </a:rPr>
              <a:t>Impact: </a:t>
            </a:r>
            <a:r>
              <a:rPr lang="en-US" kern="1200" dirty="0">
                <a:solidFill>
                  <a:srgbClr val="002060"/>
                </a:solidFill>
                <a:latin typeface="+mn-lt"/>
                <a:ea typeface="+mn-ea"/>
                <a:cs typeface="+mn-cs"/>
              </a:rPr>
              <a:t>Reduces throughput and increases collisions.</a:t>
            </a:r>
          </a:p>
        </p:txBody>
      </p:sp>
      <p:sp>
        <p:nvSpPr>
          <p:cNvPr id="31" name="Title 1">
            <a:extLst>
              <a:ext uri="{FF2B5EF4-FFF2-40B4-BE49-F238E27FC236}">
                <a16:creationId xmlns:a16="http://schemas.microsoft.com/office/drawing/2014/main" id="{BB5432E2-5EF6-B8E4-1AF7-C7A30D1042E9}"/>
              </a:ext>
            </a:extLst>
          </p:cNvPr>
          <p:cNvSpPr txBox="1">
            <a:spLocks/>
          </p:cNvSpPr>
          <p:nvPr/>
        </p:nvSpPr>
        <p:spPr>
          <a:xfrm>
            <a:off x="387096" y="247471"/>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sp>
        <p:nvSpPr>
          <p:cNvPr id="2" name="TextBox 1">
            <a:extLst>
              <a:ext uri="{FF2B5EF4-FFF2-40B4-BE49-F238E27FC236}">
                <a16:creationId xmlns:a16="http://schemas.microsoft.com/office/drawing/2014/main" id="{BB6B232C-80F2-BA6C-11CC-0B15CF8ECAB9}"/>
              </a:ext>
            </a:extLst>
          </p:cNvPr>
          <p:cNvSpPr txBox="1"/>
          <p:nvPr/>
        </p:nvSpPr>
        <p:spPr>
          <a:xfrm>
            <a:off x="365760" y="3516868"/>
            <a:ext cx="8610600" cy="1200329"/>
          </a:xfrm>
          <a:prstGeom prst="rect">
            <a:avLst/>
          </a:prstGeom>
          <a:noFill/>
        </p:spPr>
        <p:txBody>
          <a:bodyPr wrap="square">
            <a:spAutoFit/>
          </a:bodyPr>
          <a:lstStyle/>
          <a:p>
            <a:r>
              <a:rPr lang="en-US" b="1" kern="1200" dirty="0">
                <a:solidFill>
                  <a:srgbClr val="FF0000"/>
                </a:solidFill>
                <a:latin typeface="+mn-lt"/>
                <a:ea typeface="+mn-ea"/>
                <a:cs typeface="+mn-cs"/>
              </a:rPr>
              <a:t>2. Scalability</a:t>
            </a:r>
          </a:p>
          <a:p>
            <a:r>
              <a:rPr lang="en-US" kern="1200" dirty="0">
                <a:solidFill>
                  <a:srgbClr val="FF0000"/>
                </a:solidFill>
                <a:latin typeface="+mn-lt"/>
                <a:ea typeface="+mn-ea"/>
                <a:cs typeface="+mn-cs"/>
              </a:rPr>
              <a:t>Problem: </a:t>
            </a:r>
            <a:r>
              <a:rPr lang="en-US" kern="1200" dirty="0">
                <a:solidFill>
                  <a:srgbClr val="002060"/>
                </a:solidFill>
                <a:latin typeface="+mn-lt"/>
                <a:ea typeface="+mn-ea"/>
                <a:cs typeface="+mn-cs"/>
              </a:rPr>
              <a:t>As the number of nodes increases, routing overhead and contention grow.</a:t>
            </a:r>
          </a:p>
          <a:p>
            <a:r>
              <a:rPr lang="en-US" kern="1200" dirty="0">
                <a:solidFill>
                  <a:srgbClr val="FF0000"/>
                </a:solidFill>
                <a:latin typeface="+mn-lt"/>
                <a:ea typeface="+mn-ea"/>
                <a:cs typeface="+mn-cs"/>
              </a:rPr>
              <a:t>Impact: </a:t>
            </a:r>
            <a:r>
              <a:rPr lang="en-US" kern="1200" dirty="0">
                <a:solidFill>
                  <a:srgbClr val="002060"/>
                </a:solidFill>
                <a:latin typeface="+mn-lt"/>
                <a:ea typeface="+mn-ea"/>
                <a:cs typeface="+mn-cs"/>
              </a:rPr>
              <a:t>Performance degrades due to increased latency and reduced bandwidth per node.</a:t>
            </a:r>
          </a:p>
          <a:p>
            <a:pPr marL="342900" indent="-342900">
              <a:buAutoNum type="arabicPeriod"/>
            </a:pPr>
            <a:endParaRPr lang="en-US" kern="1200" dirty="0">
              <a:solidFill>
                <a:srgbClr val="002060"/>
              </a:solidFill>
              <a:latin typeface="+mn-lt"/>
              <a:ea typeface="+mn-ea"/>
              <a:cs typeface="+mn-cs"/>
            </a:endParaRPr>
          </a:p>
        </p:txBody>
      </p:sp>
      <p:sp>
        <p:nvSpPr>
          <p:cNvPr id="5" name="Rectangle 2">
            <a:extLst>
              <a:ext uri="{FF2B5EF4-FFF2-40B4-BE49-F238E27FC236}">
                <a16:creationId xmlns:a16="http://schemas.microsoft.com/office/drawing/2014/main" id="{AABC129D-BBB5-B090-82F4-9C3FF285C527}"/>
              </a:ext>
            </a:extLst>
          </p:cNvPr>
          <p:cNvSpPr>
            <a:spLocks noChangeArrowheads="1"/>
          </p:cNvSpPr>
          <p:nvPr/>
        </p:nvSpPr>
        <p:spPr bwMode="auto">
          <a:xfrm>
            <a:off x="365760" y="4616440"/>
            <a:ext cx="84521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en-US" b="1" kern="1200" dirty="0">
                <a:solidFill>
                  <a:srgbClr val="FF0000"/>
                </a:solidFill>
                <a:latin typeface="+mn-lt"/>
                <a:ea typeface="+mn-ea"/>
                <a:cs typeface="+mn-cs"/>
              </a:rPr>
              <a:t>3. Dynamic Topology &amp; Routing Complexity</a:t>
            </a:r>
            <a:br>
              <a:rPr kumimoji="0" lang="en-US" altLang="en-US" sz="1800" b="0" i="0" u="none" strike="noStrike" cap="none" normalizeH="0" baseline="0" dirty="0">
                <a:ln>
                  <a:noFill/>
                </a:ln>
                <a:solidFill>
                  <a:srgbClr val="002060"/>
                </a:solidFill>
                <a:effectLst/>
                <a:latin typeface="Arial" panose="020B0604020202020204" pitchFamily="34" charset="0"/>
              </a:rPr>
            </a:br>
            <a:r>
              <a:rPr lang="en-US" altLang="en-US" kern="1200" dirty="0">
                <a:solidFill>
                  <a:srgbClr val="FF0000"/>
                </a:solidFill>
                <a:latin typeface="+mn-lt"/>
                <a:ea typeface="+mn-ea"/>
                <a:cs typeface="+mn-cs"/>
              </a:rPr>
              <a:t>P</a:t>
            </a:r>
            <a:r>
              <a:rPr lang="en-US" kern="1200" dirty="0">
                <a:solidFill>
                  <a:srgbClr val="FF0000"/>
                </a:solidFill>
                <a:latin typeface="+mn-lt"/>
                <a:ea typeface="+mn-ea"/>
                <a:cs typeface="+mn-cs"/>
              </a:rPr>
              <a:t>roblem: </a:t>
            </a:r>
            <a:r>
              <a:rPr lang="en-US" kern="1200" dirty="0">
                <a:solidFill>
                  <a:srgbClr val="002060"/>
                </a:solidFill>
                <a:latin typeface="+mn-lt"/>
                <a:ea typeface="+mn-ea"/>
                <a:cs typeface="+mn-cs"/>
              </a:rPr>
              <a:t>Nodes may join, leave, or move, causing frequent route breaks and topology change</a:t>
            </a:r>
            <a:r>
              <a:rPr lang="en-US" altLang="en-US" kern="1200" dirty="0">
                <a:solidFill>
                  <a:srgbClr val="002060"/>
                </a:solidFill>
                <a:latin typeface="+mn-lt"/>
                <a:ea typeface="+mn-ea"/>
                <a:cs typeface="+mn-cs"/>
              </a:rPr>
              <a:t>s.</a:t>
            </a:r>
          </a:p>
          <a:p>
            <a:pPr marR="0" lvl="0" algn="l" defTabSz="914400" rtl="0" eaLnBrk="0" fontAlgn="base" latinLnBrk="0" hangingPunct="0">
              <a:lnSpc>
                <a:spcPct val="100000"/>
              </a:lnSpc>
              <a:spcBef>
                <a:spcPct val="0"/>
              </a:spcBef>
              <a:spcAft>
                <a:spcPct val="0"/>
              </a:spcAft>
              <a:buClrTx/>
              <a:buSzTx/>
              <a:tabLst/>
            </a:pPr>
            <a:r>
              <a:rPr lang="en-US" altLang="en-US" kern="1200" dirty="0">
                <a:solidFill>
                  <a:srgbClr val="FF0000"/>
                </a:solidFill>
                <a:latin typeface="+mn-lt"/>
                <a:ea typeface="+mn-ea"/>
                <a:cs typeface="+mn-cs"/>
              </a:rPr>
              <a:t>I</a:t>
            </a:r>
            <a:r>
              <a:rPr lang="en-US" kern="1200" dirty="0">
                <a:solidFill>
                  <a:srgbClr val="FF0000"/>
                </a:solidFill>
                <a:latin typeface="+mn-lt"/>
                <a:ea typeface="+mn-ea"/>
                <a:cs typeface="+mn-cs"/>
              </a:rPr>
              <a:t>mpact: </a:t>
            </a:r>
            <a:r>
              <a:rPr lang="en-US" kern="1200" dirty="0">
                <a:solidFill>
                  <a:srgbClr val="002060"/>
                </a:solidFill>
                <a:latin typeface="+mn-lt"/>
                <a:ea typeface="+mn-ea"/>
                <a:cs typeface="+mn-cs"/>
              </a:rPr>
              <a:t>Requires adaptive routing protocols and fast convergenc</a:t>
            </a:r>
            <a:r>
              <a:rPr lang="en-US" altLang="en-US" kern="1200" dirty="0">
                <a:solidFill>
                  <a:srgbClr val="002060"/>
                </a:solidFill>
                <a:latin typeface="+mn-lt"/>
                <a:ea typeface="+mn-ea"/>
                <a:cs typeface="+mn-cs"/>
              </a:rPr>
              <a:t>e.</a:t>
            </a:r>
          </a:p>
        </p:txBody>
      </p:sp>
      <p:sp>
        <p:nvSpPr>
          <p:cNvPr id="7" name="Rectangle 2">
            <a:extLst>
              <a:ext uri="{FF2B5EF4-FFF2-40B4-BE49-F238E27FC236}">
                <a16:creationId xmlns:a16="http://schemas.microsoft.com/office/drawing/2014/main" id="{476BFE0A-35D6-CEF5-C6BD-7D92BF82508A}"/>
              </a:ext>
            </a:extLst>
          </p:cNvPr>
          <p:cNvSpPr>
            <a:spLocks noChangeArrowheads="1"/>
          </p:cNvSpPr>
          <p:nvPr/>
        </p:nvSpPr>
        <p:spPr bwMode="auto">
          <a:xfrm>
            <a:off x="387096" y="5849763"/>
            <a:ext cx="845210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en-US" b="1" kern="1200" dirty="0">
                <a:solidFill>
                  <a:srgbClr val="FF0000"/>
                </a:solidFill>
                <a:latin typeface="+mn-lt"/>
                <a:ea typeface="+mn-ea"/>
                <a:cs typeface="+mn-cs"/>
              </a:rPr>
              <a:t>4. </a:t>
            </a:r>
            <a:r>
              <a:rPr lang="en-US" b="1" kern="1200" dirty="0">
                <a:solidFill>
                  <a:srgbClr val="FF0000"/>
                </a:solidFill>
                <a:latin typeface="+mn-lt"/>
                <a:ea typeface="+mn-ea"/>
                <a:cs typeface="+mn-cs"/>
              </a:rPr>
              <a:t>Limited Bandwidth and Throughput</a:t>
            </a:r>
          </a:p>
          <a:p>
            <a:pPr marR="0" lvl="0" algn="l" defTabSz="914400" rtl="0" eaLnBrk="0" fontAlgn="base" latinLnBrk="0" hangingPunct="0">
              <a:lnSpc>
                <a:spcPct val="100000"/>
              </a:lnSpc>
              <a:spcBef>
                <a:spcPct val="0"/>
              </a:spcBef>
              <a:spcAft>
                <a:spcPct val="0"/>
              </a:spcAft>
              <a:buClrTx/>
              <a:buSzTx/>
              <a:tabLst/>
            </a:pPr>
            <a:r>
              <a:rPr lang="en-US" kern="1200" dirty="0">
                <a:solidFill>
                  <a:srgbClr val="FF0000"/>
                </a:solidFill>
                <a:latin typeface="+mn-lt"/>
                <a:ea typeface="+mn-ea"/>
                <a:cs typeface="+mn-cs"/>
              </a:rPr>
              <a:t>Problem: </a:t>
            </a:r>
            <a:r>
              <a:rPr lang="en-US" kern="1200" dirty="0">
                <a:solidFill>
                  <a:srgbClr val="002060"/>
                </a:solidFill>
                <a:latin typeface="+mn-lt"/>
                <a:ea typeface="+mn-ea"/>
                <a:cs typeface="+mn-cs"/>
              </a:rPr>
              <a:t>Each additional hop in a path reduces available bandwidth due to medium reuse.</a:t>
            </a:r>
          </a:p>
          <a:p>
            <a:pPr marR="0" lvl="0" algn="l" defTabSz="914400" rtl="0" eaLnBrk="0" fontAlgn="base" latinLnBrk="0" hangingPunct="0">
              <a:lnSpc>
                <a:spcPct val="100000"/>
              </a:lnSpc>
              <a:spcBef>
                <a:spcPct val="0"/>
              </a:spcBef>
              <a:spcAft>
                <a:spcPct val="0"/>
              </a:spcAft>
              <a:buClrTx/>
              <a:buSzTx/>
              <a:tabLst/>
            </a:pPr>
            <a:r>
              <a:rPr lang="en-US" kern="1200" dirty="0">
                <a:solidFill>
                  <a:srgbClr val="FF0000"/>
                </a:solidFill>
                <a:latin typeface="+mn-lt"/>
                <a:ea typeface="+mn-ea"/>
                <a:cs typeface="+mn-cs"/>
              </a:rPr>
              <a:t>Impact:</a:t>
            </a:r>
            <a:r>
              <a:rPr lang="en-US" kern="1200" dirty="0">
                <a:solidFill>
                  <a:srgbClr val="002060"/>
                </a:solidFill>
                <a:latin typeface="+mn-lt"/>
                <a:ea typeface="+mn-ea"/>
                <a:cs typeface="+mn-cs"/>
              </a:rPr>
              <a:t> End-to-end throughput suffers, especially in large mesh networks.</a:t>
            </a:r>
            <a:endParaRPr lang="en-US" altLang="en-US" kern="1200" dirty="0">
              <a:solidFill>
                <a:srgbClr val="002060"/>
              </a:solidFill>
              <a:latin typeface="+mn-lt"/>
              <a:ea typeface="+mn-ea"/>
              <a:cs typeface="+mn-cs"/>
            </a:endParaRPr>
          </a:p>
        </p:txBody>
      </p:sp>
      <p:sp>
        <p:nvSpPr>
          <p:cNvPr id="3" name="object 2">
            <a:extLst>
              <a:ext uri="{FF2B5EF4-FFF2-40B4-BE49-F238E27FC236}">
                <a16:creationId xmlns:a16="http://schemas.microsoft.com/office/drawing/2014/main" id="{6A252A44-C513-FED0-4AD6-2C6BACB81108}"/>
              </a:ext>
            </a:extLst>
          </p:cNvPr>
          <p:cNvSpPr txBox="1">
            <a:spLocks/>
          </p:cNvSpPr>
          <p:nvPr/>
        </p:nvSpPr>
        <p:spPr>
          <a:xfrm>
            <a:off x="420624" y="671899"/>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7343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2" grpId="0"/>
      <p:bldP spid="5" grpId="0"/>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72339-777A-04AB-A8DA-8136D0A53BA9}"/>
            </a:ext>
          </a:extLst>
        </p:cNvPr>
        <p:cNvGrpSpPr/>
        <p:nvPr/>
      </p:nvGrpSpPr>
      <p:grpSpPr>
        <a:xfrm>
          <a:off x="0" y="0"/>
          <a:ext cx="0" cy="0"/>
          <a:chOff x="0" y="0"/>
          <a:chExt cx="0" cy="0"/>
        </a:xfrm>
      </p:grpSpPr>
      <p:sp>
        <p:nvSpPr>
          <p:cNvPr id="26" name="TextBox 25">
            <a:extLst>
              <a:ext uri="{FF2B5EF4-FFF2-40B4-BE49-F238E27FC236}">
                <a16:creationId xmlns:a16="http://schemas.microsoft.com/office/drawing/2014/main" id="{6951A6E0-3937-CDF4-BAB6-1F89C071E2D1}"/>
              </a:ext>
            </a:extLst>
          </p:cNvPr>
          <p:cNvSpPr txBox="1"/>
          <p:nvPr/>
        </p:nvSpPr>
        <p:spPr>
          <a:xfrm>
            <a:off x="152400" y="1771471"/>
            <a:ext cx="4572000" cy="369332"/>
          </a:xfrm>
          <a:prstGeom prst="rect">
            <a:avLst/>
          </a:prstGeom>
          <a:noFill/>
        </p:spPr>
        <p:txBody>
          <a:bodyPr wrap="square">
            <a:spAutoFit/>
          </a:bodyPr>
          <a:lstStyle/>
          <a:p>
            <a:r>
              <a:rPr lang="en-US" sz="1800" cap="none" spc="0" dirty="0">
                <a:solidFill>
                  <a:schemeClr val="bg2"/>
                </a:solidFill>
              </a:rPr>
              <a:t>📌 </a:t>
            </a:r>
            <a:r>
              <a:rPr lang="en-US" b="1" dirty="0"/>
              <a:t>Key Challenges:</a:t>
            </a:r>
          </a:p>
        </p:txBody>
      </p:sp>
      <p:sp>
        <p:nvSpPr>
          <p:cNvPr id="28" name="TextBox 27">
            <a:extLst>
              <a:ext uri="{FF2B5EF4-FFF2-40B4-BE49-F238E27FC236}">
                <a16:creationId xmlns:a16="http://schemas.microsoft.com/office/drawing/2014/main" id="{AB1F8D2D-E3DE-6015-2B9E-EE8A340D65D3}"/>
              </a:ext>
            </a:extLst>
          </p:cNvPr>
          <p:cNvSpPr txBox="1"/>
          <p:nvPr/>
        </p:nvSpPr>
        <p:spPr>
          <a:xfrm>
            <a:off x="365760" y="2228671"/>
            <a:ext cx="8610600" cy="923330"/>
          </a:xfrm>
          <a:prstGeom prst="rect">
            <a:avLst/>
          </a:prstGeom>
          <a:noFill/>
        </p:spPr>
        <p:txBody>
          <a:bodyPr wrap="square">
            <a:spAutoFit/>
          </a:bodyPr>
          <a:lstStyle/>
          <a:p>
            <a:r>
              <a:rPr lang="en-US" b="1" kern="1200" dirty="0">
                <a:solidFill>
                  <a:srgbClr val="FF0000"/>
                </a:solidFill>
                <a:latin typeface="+mn-lt"/>
                <a:ea typeface="+mn-ea"/>
                <a:cs typeface="+mn-cs"/>
              </a:rPr>
              <a:t>5. Security Threats</a:t>
            </a:r>
          </a:p>
          <a:p>
            <a:r>
              <a:rPr lang="en-US" kern="1200" dirty="0">
                <a:solidFill>
                  <a:srgbClr val="FF0000"/>
                </a:solidFill>
                <a:latin typeface="+mn-lt"/>
                <a:ea typeface="+mn-ea"/>
                <a:cs typeface="+mn-cs"/>
              </a:rPr>
              <a:t>Problem: </a:t>
            </a:r>
            <a:r>
              <a:rPr lang="en-US" kern="1200" dirty="0">
                <a:solidFill>
                  <a:srgbClr val="002060"/>
                </a:solidFill>
                <a:latin typeface="+mn-lt"/>
                <a:ea typeface="+mn-ea"/>
                <a:cs typeface="+mn-cs"/>
              </a:rPr>
              <a:t>WMNs are vulnerable to eavesdropping, spoofing, DoS attacks, and routing attacks.</a:t>
            </a:r>
          </a:p>
          <a:p>
            <a:r>
              <a:rPr lang="en-US" kern="1200" dirty="0">
                <a:solidFill>
                  <a:srgbClr val="FF0000"/>
                </a:solidFill>
                <a:latin typeface="+mn-lt"/>
                <a:ea typeface="+mn-ea"/>
                <a:cs typeface="+mn-cs"/>
              </a:rPr>
              <a:t>Impact: </a:t>
            </a:r>
            <a:r>
              <a:rPr lang="en-US" kern="1200" dirty="0">
                <a:solidFill>
                  <a:srgbClr val="002060"/>
                </a:solidFill>
                <a:latin typeface="+mn-lt"/>
                <a:ea typeface="+mn-ea"/>
                <a:cs typeface="+mn-cs"/>
              </a:rPr>
              <a:t>Compromises confidentiality, integrity, and availability.</a:t>
            </a:r>
          </a:p>
        </p:txBody>
      </p:sp>
      <p:sp>
        <p:nvSpPr>
          <p:cNvPr id="31" name="Title 1">
            <a:extLst>
              <a:ext uri="{FF2B5EF4-FFF2-40B4-BE49-F238E27FC236}">
                <a16:creationId xmlns:a16="http://schemas.microsoft.com/office/drawing/2014/main" id="{FDC0BEE3-3872-D452-12AF-AB45010D6F2F}"/>
              </a:ext>
            </a:extLst>
          </p:cNvPr>
          <p:cNvSpPr txBox="1">
            <a:spLocks/>
          </p:cNvSpPr>
          <p:nvPr/>
        </p:nvSpPr>
        <p:spPr>
          <a:xfrm>
            <a:off x="387096" y="247471"/>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sp>
        <p:nvSpPr>
          <p:cNvPr id="2" name="TextBox 1">
            <a:extLst>
              <a:ext uri="{FF2B5EF4-FFF2-40B4-BE49-F238E27FC236}">
                <a16:creationId xmlns:a16="http://schemas.microsoft.com/office/drawing/2014/main" id="{D0DDC700-3A48-82CB-A70F-BE3ACA466BAE}"/>
              </a:ext>
            </a:extLst>
          </p:cNvPr>
          <p:cNvSpPr txBox="1"/>
          <p:nvPr/>
        </p:nvSpPr>
        <p:spPr>
          <a:xfrm>
            <a:off x="365760" y="3220745"/>
            <a:ext cx="8610600" cy="1200329"/>
          </a:xfrm>
          <a:prstGeom prst="rect">
            <a:avLst/>
          </a:prstGeom>
          <a:noFill/>
        </p:spPr>
        <p:txBody>
          <a:bodyPr wrap="square">
            <a:spAutoFit/>
          </a:bodyPr>
          <a:lstStyle/>
          <a:p>
            <a:r>
              <a:rPr lang="en-US" b="1" kern="1200" dirty="0">
                <a:solidFill>
                  <a:srgbClr val="FF0000"/>
                </a:solidFill>
                <a:latin typeface="+mn-lt"/>
                <a:ea typeface="+mn-ea"/>
                <a:cs typeface="+mn-cs"/>
              </a:rPr>
              <a:t>6. Quality of Service (QoS)</a:t>
            </a:r>
          </a:p>
          <a:p>
            <a:r>
              <a:rPr lang="en-US" kern="1200" dirty="0">
                <a:solidFill>
                  <a:srgbClr val="FF0000"/>
                </a:solidFill>
                <a:latin typeface="+mn-lt"/>
                <a:ea typeface="+mn-ea"/>
                <a:cs typeface="+mn-cs"/>
              </a:rPr>
              <a:t>Problem: </a:t>
            </a:r>
            <a:r>
              <a:rPr lang="en-US" kern="1200" dirty="0">
                <a:solidFill>
                  <a:srgbClr val="002060"/>
                </a:solidFill>
                <a:latin typeface="+mn-lt"/>
                <a:ea typeface="+mn-ea"/>
                <a:cs typeface="+mn-cs"/>
              </a:rPr>
              <a:t>Hard to guarantee latency, jitter, and packet delivery ratio over unreliable, shared wireless links.</a:t>
            </a:r>
          </a:p>
          <a:p>
            <a:r>
              <a:rPr lang="en-US" kern="1200" dirty="0">
                <a:solidFill>
                  <a:srgbClr val="FF0000"/>
                </a:solidFill>
                <a:latin typeface="+mn-lt"/>
                <a:ea typeface="+mn-ea"/>
                <a:cs typeface="+mn-cs"/>
              </a:rPr>
              <a:t>Impact: </a:t>
            </a:r>
            <a:r>
              <a:rPr lang="en-US" kern="1200" dirty="0">
                <a:solidFill>
                  <a:srgbClr val="002060"/>
                </a:solidFill>
                <a:latin typeface="+mn-lt"/>
                <a:ea typeface="+mn-ea"/>
                <a:cs typeface="+mn-cs"/>
              </a:rPr>
              <a:t>Affects performance of real-time applications like VoIP and video streaming</a:t>
            </a:r>
            <a:r>
              <a:rPr lang="en-US" dirty="0"/>
              <a:t>.</a:t>
            </a:r>
          </a:p>
        </p:txBody>
      </p:sp>
      <p:sp>
        <p:nvSpPr>
          <p:cNvPr id="5" name="Rectangle 2">
            <a:extLst>
              <a:ext uri="{FF2B5EF4-FFF2-40B4-BE49-F238E27FC236}">
                <a16:creationId xmlns:a16="http://schemas.microsoft.com/office/drawing/2014/main" id="{47FCB161-AED9-20E3-09FD-DCB401E412EA}"/>
              </a:ext>
            </a:extLst>
          </p:cNvPr>
          <p:cNvSpPr>
            <a:spLocks noChangeArrowheads="1"/>
          </p:cNvSpPr>
          <p:nvPr/>
        </p:nvSpPr>
        <p:spPr bwMode="auto">
          <a:xfrm>
            <a:off x="353191" y="4489818"/>
            <a:ext cx="84521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en-US" b="1" kern="1200" dirty="0">
                <a:solidFill>
                  <a:srgbClr val="FF0000"/>
                </a:solidFill>
                <a:latin typeface="+mn-lt"/>
                <a:ea typeface="+mn-ea"/>
                <a:cs typeface="+mn-cs"/>
              </a:rPr>
              <a:t>7. Synchronization and Coordination</a:t>
            </a:r>
          </a:p>
          <a:p>
            <a:pPr marR="0" lvl="0" algn="l" defTabSz="914400" rtl="0" eaLnBrk="0" fontAlgn="base" latinLnBrk="0" hangingPunct="0">
              <a:lnSpc>
                <a:spcPct val="100000"/>
              </a:lnSpc>
              <a:spcBef>
                <a:spcPct val="0"/>
              </a:spcBef>
              <a:spcAft>
                <a:spcPct val="0"/>
              </a:spcAft>
              <a:buClrTx/>
              <a:buSzTx/>
              <a:tabLst/>
            </a:pPr>
            <a:r>
              <a:rPr lang="en-US" altLang="en-US" kern="1200" dirty="0">
                <a:solidFill>
                  <a:srgbClr val="FF0000"/>
                </a:solidFill>
                <a:latin typeface="+mn-lt"/>
                <a:ea typeface="+mn-ea"/>
                <a:cs typeface="+mn-cs"/>
              </a:rPr>
              <a:t>Problem: </a:t>
            </a:r>
            <a:r>
              <a:rPr lang="en-US" altLang="en-US" kern="1200" dirty="0">
                <a:solidFill>
                  <a:srgbClr val="002060"/>
                </a:solidFill>
                <a:latin typeface="+mn-lt"/>
                <a:ea typeface="+mn-ea"/>
                <a:cs typeface="+mn-cs"/>
              </a:rPr>
              <a:t>Distributed nature of WMNs makes scheduling transmissions and synchronizing clocks challenging.</a:t>
            </a:r>
          </a:p>
          <a:p>
            <a:pPr marR="0" lvl="0" algn="l" defTabSz="914400" rtl="0" eaLnBrk="0" fontAlgn="base" latinLnBrk="0" hangingPunct="0">
              <a:lnSpc>
                <a:spcPct val="100000"/>
              </a:lnSpc>
              <a:spcBef>
                <a:spcPct val="0"/>
              </a:spcBef>
              <a:spcAft>
                <a:spcPct val="0"/>
              </a:spcAft>
              <a:buClrTx/>
              <a:buSzTx/>
              <a:tabLst/>
            </a:pPr>
            <a:r>
              <a:rPr lang="en-US" altLang="en-US" kern="1200" dirty="0">
                <a:solidFill>
                  <a:srgbClr val="FF0000"/>
                </a:solidFill>
                <a:latin typeface="+mn-lt"/>
                <a:ea typeface="+mn-ea"/>
                <a:cs typeface="+mn-cs"/>
              </a:rPr>
              <a:t>Impact: </a:t>
            </a:r>
            <a:r>
              <a:rPr lang="en-US" altLang="en-US" kern="1200" dirty="0">
                <a:solidFill>
                  <a:srgbClr val="002060"/>
                </a:solidFill>
                <a:latin typeface="+mn-lt"/>
                <a:ea typeface="+mn-ea"/>
                <a:cs typeface="+mn-cs"/>
              </a:rPr>
              <a:t>Causes collisions, inefficient channel use, and poor coordination.</a:t>
            </a:r>
          </a:p>
        </p:txBody>
      </p:sp>
      <p:sp>
        <p:nvSpPr>
          <p:cNvPr id="7" name="Rectangle 2">
            <a:extLst>
              <a:ext uri="{FF2B5EF4-FFF2-40B4-BE49-F238E27FC236}">
                <a16:creationId xmlns:a16="http://schemas.microsoft.com/office/drawing/2014/main" id="{CBE26438-162E-D8FF-64B9-E693C6B272DF}"/>
              </a:ext>
            </a:extLst>
          </p:cNvPr>
          <p:cNvSpPr>
            <a:spLocks noChangeArrowheads="1"/>
          </p:cNvSpPr>
          <p:nvPr/>
        </p:nvSpPr>
        <p:spPr bwMode="auto">
          <a:xfrm>
            <a:off x="353191" y="5851472"/>
            <a:ext cx="845210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en-US" b="1" kern="1200" dirty="0">
                <a:solidFill>
                  <a:srgbClr val="FF0000"/>
                </a:solidFill>
                <a:latin typeface="+mn-lt"/>
                <a:ea typeface="+mn-ea"/>
                <a:cs typeface="+mn-cs"/>
              </a:rPr>
              <a:t>8. </a:t>
            </a:r>
            <a:r>
              <a:rPr lang="en-US" b="1" kern="1200" dirty="0">
                <a:solidFill>
                  <a:srgbClr val="FF0000"/>
                </a:solidFill>
                <a:latin typeface="+mn-lt"/>
                <a:ea typeface="+mn-ea"/>
                <a:cs typeface="+mn-cs"/>
              </a:rPr>
              <a:t>Heterogeneity of Devices</a:t>
            </a:r>
          </a:p>
          <a:p>
            <a:r>
              <a:rPr lang="en-US" kern="1200" dirty="0">
                <a:solidFill>
                  <a:srgbClr val="FF0000"/>
                </a:solidFill>
                <a:latin typeface="+mn-lt"/>
                <a:ea typeface="+mn-ea"/>
                <a:cs typeface="+mn-cs"/>
              </a:rPr>
              <a:t>Problem: </a:t>
            </a:r>
            <a:r>
              <a:rPr lang="en-US" kern="1200" dirty="0">
                <a:solidFill>
                  <a:srgbClr val="002060"/>
                </a:solidFill>
                <a:latin typeface="+mn-lt"/>
                <a:ea typeface="+mn-ea"/>
                <a:cs typeface="+mn-cs"/>
              </a:rPr>
              <a:t>WMNs may include devices with different capabilities, interfaces, and protocols.</a:t>
            </a:r>
          </a:p>
          <a:p>
            <a:r>
              <a:rPr lang="en-US" kern="1200" dirty="0">
                <a:solidFill>
                  <a:srgbClr val="FF0000"/>
                </a:solidFill>
                <a:latin typeface="+mn-lt"/>
                <a:ea typeface="+mn-ea"/>
                <a:cs typeface="+mn-cs"/>
              </a:rPr>
              <a:t>Impact: </a:t>
            </a:r>
            <a:r>
              <a:rPr lang="en-US" kern="1200" dirty="0">
                <a:solidFill>
                  <a:srgbClr val="002060"/>
                </a:solidFill>
                <a:latin typeface="+mn-lt"/>
                <a:ea typeface="+mn-ea"/>
                <a:cs typeface="+mn-cs"/>
              </a:rPr>
              <a:t>Interoperability issues arise, complicating routing and communication.</a:t>
            </a:r>
          </a:p>
        </p:txBody>
      </p:sp>
      <p:sp>
        <p:nvSpPr>
          <p:cNvPr id="3" name="object 2">
            <a:extLst>
              <a:ext uri="{FF2B5EF4-FFF2-40B4-BE49-F238E27FC236}">
                <a16:creationId xmlns:a16="http://schemas.microsoft.com/office/drawing/2014/main" id="{8C534EA4-5B25-C763-E718-FC42FADBDE95}"/>
              </a:ext>
            </a:extLst>
          </p:cNvPr>
          <p:cNvSpPr txBox="1">
            <a:spLocks/>
          </p:cNvSpPr>
          <p:nvPr/>
        </p:nvSpPr>
        <p:spPr>
          <a:xfrm>
            <a:off x="365760" y="727799"/>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243887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98753-4CBB-0391-45EB-D481AF8E62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348114-4FFF-75F4-F840-BA3ADB256955}"/>
              </a:ext>
            </a:extLst>
          </p:cNvPr>
          <p:cNvSpPr txBox="1"/>
          <p:nvPr/>
        </p:nvSpPr>
        <p:spPr>
          <a:xfrm>
            <a:off x="533400" y="3429000"/>
            <a:ext cx="8229600" cy="1569660"/>
          </a:xfrm>
          <a:prstGeom prst="rect">
            <a:avLst/>
          </a:prstGeom>
          <a:noFill/>
        </p:spPr>
        <p:txBody>
          <a:bodyPr wrap="square" rtlCol="0">
            <a:spAutoFit/>
          </a:bodyPr>
          <a:lstStyle/>
          <a:p>
            <a:pPr algn="l" rtl="0" fontAlgn="base">
              <a:spcBef>
                <a:spcPct val="0"/>
              </a:spcBef>
              <a:spcAft>
                <a:spcPct val="0"/>
              </a:spcAf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Watch: </a:t>
            </a: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hlinkClick r:id="rId2"/>
              </a:rPr>
              <a:t>How do Mesh Networks Works? </a:t>
            </a:r>
            <a:endPar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endParaRPr>
          </a:p>
          <a:p>
            <a:pPr algn="l" rtl="0" fontAlgn="base">
              <a:spcBef>
                <a:spcPct val="0"/>
              </a:spcBef>
              <a:spcAft>
                <a:spcPct val="0"/>
              </a:spcAf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Watch: </a:t>
            </a: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hlinkClick r:id="rId3"/>
              </a:rPr>
              <a:t>Mesh Networking Idea</a:t>
            </a:r>
            <a:endPar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endParaRPr>
          </a:p>
          <a:p>
            <a:pPr algn="l" rtl="0" fontAlgn="base">
              <a:spcBef>
                <a:spcPct val="0"/>
              </a:spcBef>
              <a:spcAft>
                <a:spcPct val="0"/>
              </a:spcAft>
              <a:defRPr/>
            </a:pPr>
            <a:endPar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endParaRPr>
          </a:p>
          <a:p>
            <a:pPr algn="l" rtl="0" fontAlgn="base">
              <a:spcBef>
                <a:spcPct val="0"/>
              </a:spcBef>
              <a:spcAft>
                <a:spcPct val="0"/>
              </a:spcAf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Watch: </a:t>
            </a:r>
            <a:r>
              <a:rPr lang="en-US" sz="1600" i="0" dirty="0">
                <a:solidFill>
                  <a:srgbClr val="0F0F0F"/>
                </a:solidFill>
                <a:effectLst/>
                <a:latin typeface="Roboto" panose="02000000000000000000" pitchFamily="2" charset="0"/>
                <a:hlinkClick r:id="rId4"/>
              </a:rPr>
              <a:t>Mesh </a:t>
            </a:r>
            <a:r>
              <a:rPr lang="en-US" sz="1600" i="0" dirty="0" err="1">
                <a:solidFill>
                  <a:srgbClr val="0F0F0F"/>
                </a:solidFill>
                <a:effectLst/>
                <a:latin typeface="Roboto" panose="02000000000000000000" pitchFamily="2" charset="0"/>
                <a:hlinkClick r:id="rId4"/>
              </a:rPr>
              <a:t>WiFi</a:t>
            </a:r>
            <a:r>
              <a:rPr lang="en-US" sz="1600" i="0" dirty="0">
                <a:solidFill>
                  <a:srgbClr val="0F0F0F"/>
                </a:solidFill>
                <a:effectLst/>
                <a:latin typeface="Roboto" panose="02000000000000000000" pitchFamily="2" charset="0"/>
                <a:hlinkClick r:id="rId4"/>
              </a:rPr>
              <a:t> Vs. </a:t>
            </a:r>
            <a:r>
              <a:rPr lang="en-US" sz="1600" i="0" dirty="0" err="1">
                <a:solidFill>
                  <a:srgbClr val="0F0F0F"/>
                </a:solidFill>
                <a:effectLst/>
                <a:latin typeface="Roboto" panose="02000000000000000000" pitchFamily="2" charset="0"/>
                <a:hlinkClick r:id="rId4"/>
              </a:rPr>
              <a:t>WiFi</a:t>
            </a:r>
            <a:r>
              <a:rPr lang="en-US" sz="1600" i="0" dirty="0">
                <a:solidFill>
                  <a:srgbClr val="0F0F0F"/>
                </a:solidFill>
                <a:effectLst/>
                <a:latin typeface="Roboto" panose="02000000000000000000" pitchFamily="2" charset="0"/>
                <a:hlinkClick r:id="rId4"/>
              </a:rPr>
              <a:t> Extenders </a:t>
            </a:r>
            <a:r>
              <a:rPr lang="en-US" sz="1600" i="0" dirty="0">
                <a:solidFill>
                  <a:srgbClr val="0F0F0F"/>
                </a:solidFill>
                <a:effectLst/>
                <a:latin typeface="Roboto" panose="02000000000000000000" pitchFamily="2" charset="0"/>
              </a:rPr>
              <a:t> </a:t>
            </a:r>
            <a:endParaRPr kumimoji="0" lang="en-US" sz="1600" i="0" u="none" strike="noStrike" kern="1200" cap="none" spc="0" normalizeH="0" baseline="0" noProof="0" dirty="0">
              <a:ln>
                <a:noFill/>
              </a:ln>
              <a:solidFill>
                <a:srgbClr val="000000"/>
              </a:solidFill>
              <a:effectLst/>
              <a:uLnTx/>
              <a:uFillTx/>
              <a:latin typeface="Arial"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itchFamily="34" charset="0"/>
                <a:ea typeface="+mn-ea"/>
                <a:cs typeface="+mn-cs"/>
              </a:rPr>
              <a:t> </a:t>
            </a:r>
          </a:p>
        </p:txBody>
      </p:sp>
      <p:sp>
        <p:nvSpPr>
          <p:cNvPr id="7" name="Title 1">
            <a:extLst>
              <a:ext uri="{FF2B5EF4-FFF2-40B4-BE49-F238E27FC236}">
                <a16:creationId xmlns:a16="http://schemas.microsoft.com/office/drawing/2014/main" id="{829E2E90-A85E-B30E-35BB-6DD1B64C0460}"/>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00B050"/>
                </a:solidFill>
              </a:rPr>
              <a:t>Infrastructure-based</a:t>
            </a:r>
            <a:r>
              <a:rPr lang="en-US" altLang="en-US" sz="3200" b="0" dirty="0"/>
              <a:t>::</a:t>
            </a:r>
            <a:br>
              <a:rPr lang="en-US" altLang="en-US" sz="3200" b="0" dirty="0"/>
            </a:br>
            <a:r>
              <a:rPr lang="en-US" altLang="en-US" sz="3200" b="0" dirty="0">
                <a:solidFill>
                  <a:srgbClr val="FF0000"/>
                </a:solidFill>
              </a:rPr>
              <a:t>Wireless Mesh Networks</a:t>
            </a:r>
            <a:endParaRPr lang="en-US" sz="3200" b="0" dirty="0">
              <a:solidFill>
                <a:srgbClr val="FF0000"/>
              </a:solidFill>
            </a:endParaRPr>
          </a:p>
        </p:txBody>
      </p:sp>
    </p:spTree>
    <p:extLst>
      <p:ext uri="{BB962C8B-B14F-4D97-AF65-F5344CB8AC3E}">
        <p14:creationId xmlns:p14="http://schemas.microsoft.com/office/powerpoint/2010/main" val="2189300290"/>
      </p:ext>
    </p:extLst>
  </p:cSld>
  <p:clrMapOvr>
    <a:masterClrMapping/>
  </p:clrMapOvr>
  <p:timing>
    <p:tnLst>
      <p:par>
        <p:cTn id="1" dur="indefinite" restart="never" nodeType="tmRoot">
          <p:childTnLst>
            <p:par>
              <p:cTn id="2"/>
            </p:par>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234D4-84C0-0A49-B454-4F6D6C963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6DC5B-269D-01C9-847A-C32939EF6ED9}"/>
              </a:ext>
            </a:extLst>
          </p:cNvPr>
          <p:cNvSpPr txBox="1">
            <a:spLocks/>
          </p:cNvSpPr>
          <p:nvPr/>
        </p:nvSpPr>
        <p:spPr>
          <a:xfrm>
            <a:off x="609600" y="1559720"/>
            <a:ext cx="8153400" cy="1676400"/>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4000" b="0" dirty="0">
                <a:solidFill>
                  <a:srgbClr val="FF0000"/>
                </a:solidFill>
              </a:rPr>
              <a:t>Multi-hop</a:t>
            </a:r>
            <a:r>
              <a:rPr lang="en-US" altLang="en-US" sz="4000" b="0" dirty="0"/>
              <a:t> </a:t>
            </a:r>
            <a:r>
              <a:rPr lang="en-US" altLang="en-US" sz="4000" b="0" dirty="0">
                <a:solidFill>
                  <a:srgbClr val="FF0000"/>
                </a:solidFill>
              </a:rPr>
              <a:t>Infrastructure-less</a:t>
            </a:r>
          </a:p>
          <a:p>
            <a:r>
              <a:rPr lang="en-US" sz="4000" b="0" dirty="0">
                <a:solidFill>
                  <a:srgbClr val="0070C0"/>
                </a:solidFill>
              </a:rPr>
              <a:t>Wireless Access Networks</a:t>
            </a:r>
          </a:p>
        </p:txBody>
      </p:sp>
      <p:pic>
        <p:nvPicPr>
          <p:cNvPr id="3" name="Picture 2">
            <a:extLst>
              <a:ext uri="{FF2B5EF4-FFF2-40B4-BE49-F238E27FC236}">
                <a16:creationId xmlns:a16="http://schemas.microsoft.com/office/drawing/2014/main" id="{65723F79-7A5E-A106-CA54-5D70DD515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406849" y="4489792"/>
            <a:ext cx="2246788" cy="2246788"/>
          </a:xfrm>
          <a:prstGeom prst="rect">
            <a:avLst/>
          </a:prstGeom>
        </p:spPr>
      </p:pic>
      <p:pic>
        <p:nvPicPr>
          <p:cNvPr id="4" name="Picture 3" descr="A cloud computing network with gears&#10;&#10;AI-generated content may be incorrect.">
            <a:extLst>
              <a:ext uri="{FF2B5EF4-FFF2-40B4-BE49-F238E27FC236}">
                <a16:creationId xmlns:a16="http://schemas.microsoft.com/office/drawing/2014/main" id="{451AB1E8-99AF-D4BC-16E8-5166C1057E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0426" y="3294596"/>
            <a:ext cx="1115253" cy="1115253"/>
          </a:xfrm>
          <a:prstGeom prst="rect">
            <a:avLst/>
          </a:prstGeom>
        </p:spPr>
      </p:pic>
      <p:pic>
        <p:nvPicPr>
          <p:cNvPr id="5" name="Graphic 4" descr="Close with solid fill">
            <a:extLst>
              <a:ext uri="{FF2B5EF4-FFF2-40B4-BE49-F238E27FC236}">
                <a16:creationId xmlns:a16="http://schemas.microsoft.com/office/drawing/2014/main" id="{71287F91-F2F0-33B4-C82F-D376C22972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00800" y="4538560"/>
            <a:ext cx="829956" cy="829956"/>
          </a:xfrm>
          <a:prstGeom prst="rect">
            <a:avLst/>
          </a:prstGeom>
        </p:spPr>
      </p:pic>
      <p:pic>
        <p:nvPicPr>
          <p:cNvPr id="7" name="Graphic 6" descr="Close with solid fill">
            <a:extLst>
              <a:ext uri="{FF2B5EF4-FFF2-40B4-BE49-F238E27FC236}">
                <a16:creationId xmlns:a16="http://schemas.microsoft.com/office/drawing/2014/main" id="{94541854-3E9E-3400-B371-2EA86B2E738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5860" y="2821142"/>
            <a:ext cx="829956" cy="829956"/>
          </a:xfrm>
          <a:prstGeom prst="rect">
            <a:avLst/>
          </a:prstGeom>
        </p:spPr>
      </p:pic>
      <p:pic>
        <p:nvPicPr>
          <p:cNvPr id="9" name="Picture 8" descr="A black line with dots&#10;&#10;AI-generated content may be incorrect.">
            <a:extLst>
              <a:ext uri="{FF2B5EF4-FFF2-40B4-BE49-F238E27FC236}">
                <a16:creationId xmlns:a16="http://schemas.microsoft.com/office/drawing/2014/main" id="{64E2C86F-A56D-5588-235F-DD57F6B999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52600" y="4724400"/>
            <a:ext cx="3060310" cy="1604999"/>
          </a:xfrm>
          <a:prstGeom prst="rect">
            <a:avLst/>
          </a:prstGeom>
        </p:spPr>
      </p:pic>
      <p:pic>
        <p:nvPicPr>
          <p:cNvPr id="10" name="Picture 9" descr="A black and white image of people connected to each other&#10;&#10;AI-generated content may be incorrect.">
            <a:extLst>
              <a:ext uri="{FF2B5EF4-FFF2-40B4-BE49-F238E27FC236}">
                <a16:creationId xmlns:a16="http://schemas.microsoft.com/office/drawing/2014/main" id="{A288503B-21D4-EEF2-7CF9-3F41BE9AF8E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42342" y="3294596"/>
            <a:ext cx="1835699" cy="1835699"/>
          </a:xfrm>
          <a:prstGeom prst="rect">
            <a:avLst/>
          </a:prstGeom>
        </p:spPr>
      </p:pic>
      <p:sp>
        <p:nvSpPr>
          <p:cNvPr id="11" name="Rectangle 3">
            <a:extLst>
              <a:ext uri="{FF2B5EF4-FFF2-40B4-BE49-F238E27FC236}">
                <a16:creationId xmlns:a16="http://schemas.microsoft.com/office/drawing/2014/main" id="{D1595EA1-FACF-E94B-D528-7FF6D04030AD}"/>
              </a:ext>
            </a:extLst>
          </p:cNvPr>
          <p:cNvSpPr txBox="1">
            <a:spLocks noChangeArrowheads="1"/>
          </p:cNvSpPr>
          <p:nvPr/>
        </p:nvSpPr>
        <p:spPr bwMode="auto">
          <a:xfrm>
            <a:off x="2197318" y="2969322"/>
            <a:ext cx="5334000" cy="2071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altLang="en-US" sz="2000" b="0" dirty="0"/>
              <a:t>6. Ad hoc wireless Networks</a:t>
            </a:r>
          </a:p>
          <a:p>
            <a:pPr marL="400050" lvl="1" indent="0">
              <a:lnSpc>
                <a:spcPct val="110000"/>
              </a:lnSpc>
              <a:buNone/>
            </a:pPr>
            <a:r>
              <a:rPr lang="en-US" altLang="en-US" sz="1600" b="0" dirty="0"/>
              <a:t>6.1. Wireless Sensor Networks</a:t>
            </a:r>
          </a:p>
          <a:p>
            <a:pPr marL="400050" lvl="1" indent="0">
              <a:lnSpc>
                <a:spcPct val="110000"/>
              </a:lnSpc>
              <a:buNone/>
            </a:pPr>
            <a:r>
              <a:rPr lang="en-US" altLang="en-US" sz="1600" b="0" dirty="0"/>
              <a:t>6.2. Mobile Ad-hoc Networks /Vehicular Ad-hoc Networks</a:t>
            </a:r>
          </a:p>
          <a:p>
            <a:pPr marL="400050" lvl="1" indent="0">
              <a:buNone/>
            </a:pPr>
            <a:r>
              <a:rPr lang="en-US" altLang="en-US" sz="1600" b="0" dirty="0"/>
              <a:t>6.3. Delay Tolerant Networks</a:t>
            </a:r>
          </a:p>
          <a:p>
            <a:pPr marL="457200" indent="-457200">
              <a:buFont typeface="+mj-lt"/>
              <a:buAutoNum type="arabicPeriod"/>
            </a:pPr>
            <a:endParaRPr lang="en-US" altLang="en-US" sz="2000" b="0" dirty="0"/>
          </a:p>
        </p:txBody>
      </p:sp>
    </p:spTree>
    <p:extLst>
      <p:ext uri="{BB962C8B-B14F-4D97-AF65-F5344CB8AC3E}">
        <p14:creationId xmlns:p14="http://schemas.microsoft.com/office/powerpoint/2010/main" val="2773179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E85BB-2B95-2447-31BF-7E64E389EA4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9149599-5D15-053C-2F9F-60C27EE6584A}"/>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FF0000"/>
                </a:solidFill>
              </a:rPr>
              <a:t>Infrastructure-less</a:t>
            </a:r>
            <a:r>
              <a:rPr lang="en-US" altLang="en-US" sz="3200" b="0" dirty="0"/>
              <a:t>::</a:t>
            </a:r>
            <a:br>
              <a:rPr lang="en-US" altLang="en-US" sz="3200" b="0" dirty="0"/>
            </a:br>
            <a:r>
              <a:rPr lang="en-US" altLang="en-US" sz="3200" b="0" dirty="0">
                <a:solidFill>
                  <a:srgbClr val="0070C0"/>
                </a:solidFill>
              </a:rPr>
              <a:t>Wireless Ad-Hoc Networks</a:t>
            </a:r>
            <a:endParaRPr lang="en-US" sz="3200" b="0" dirty="0">
              <a:solidFill>
                <a:srgbClr val="0070C0"/>
              </a:solidFill>
            </a:endParaRPr>
          </a:p>
        </p:txBody>
      </p:sp>
      <p:sp>
        <p:nvSpPr>
          <p:cNvPr id="4" name="TextBox 3">
            <a:extLst>
              <a:ext uri="{FF2B5EF4-FFF2-40B4-BE49-F238E27FC236}">
                <a16:creationId xmlns:a16="http://schemas.microsoft.com/office/drawing/2014/main" id="{283638DB-2A7C-61FA-B120-6C051CE65F29}"/>
              </a:ext>
            </a:extLst>
          </p:cNvPr>
          <p:cNvSpPr txBox="1"/>
          <p:nvPr/>
        </p:nvSpPr>
        <p:spPr>
          <a:xfrm>
            <a:off x="152400" y="1706340"/>
            <a:ext cx="6781800" cy="369332"/>
          </a:xfrm>
          <a:prstGeom prst="rect">
            <a:avLst/>
          </a:prstGeom>
          <a:noFill/>
        </p:spPr>
        <p:txBody>
          <a:bodyPr wrap="square">
            <a:spAutoFit/>
          </a:bodyPr>
          <a:lstStyle/>
          <a:p>
            <a:pPr algn="l"/>
            <a:r>
              <a:rPr lang="en-US" b="0" i="0" dirty="0">
                <a:solidFill>
                  <a:srgbClr val="0070C0"/>
                </a:solidFill>
                <a:effectLst/>
                <a:latin typeface="Google Sans"/>
              </a:rPr>
              <a:t>Application: </a:t>
            </a:r>
            <a:r>
              <a:rPr lang="en-US" kern="1200" dirty="0">
                <a:solidFill>
                  <a:srgbClr val="FF0000"/>
                </a:solidFill>
                <a:latin typeface="+mn-lt"/>
                <a:ea typeface="+mn-ea"/>
                <a:cs typeface="+mn-cs"/>
              </a:rPr>
              <a:t>Military battlefield communication in Ad-Hoc Mode</a:t>
            </a:r>
          </a:p>
        </p:txBody>
      </p:sp>
      <p:pic>
        <p:nvPicPr>
          <p:cNvPr id="3" name="Picture 2">
            <a:extLst>
              <a:ext uri="{FF2B5EF4-FFF2-40B4-BE49-F238E27FC236}">
                <a16:creationId xmlns:a16="http://schemas.microsoft.com/office/drawing/2014/main" id="{B8ACDE42-4BF9-BCF8-1D92-9C06D07F777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144" y="2564130"/>
            <a:ext cx="9144000" cy="3802380"/>
          </a:xfrm>
          <a:prstGeom prst="rect">
            <a:avLst/>
          </a:prstGeom>
        </p:spPr>
      </p:pic>
    </p:spTree>
    <p:extLst>
      <p:ext uri="{BB962C8B-B14F-4D97-AF65-F5344CB8AC3E}">
        <p14:creationId xmlns:p14="http://schemas.microsoft.com/office/powerpoint/2010/main" val="14832356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4E188-CAE9-55B0-7A0F-DCA4DCFEA03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5D2D2D1-2C34-0694-BB2F-A01A966903C8}"/>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FF0000"/>
                </a:solidFill>
              </a:rPr>
              <a:t>Infrastructure-less</a:t>
            </a:r>
            <a:r>
              <a:rPr lang="en-US" altLang="en-US" sz="3200" b="0" dirty="0"/>
              <a:t>::</a:t>
            </a:r>
            <a:br>
              <a:rPr lang="en-US" altLang="en-US" sz="3200" b="0" dirty="0"/>
            </a:br>
            <a:r>
              <a:rPr lang="en-US" altLang="en-US" sz="3200" b="0" kern="0" dirty="0">
                <a:solidFill>
                  <a:srgbClr val="0070C0"/>
                </a:solidFill>
              </a:rPr>
              <a:t>Wireless Ad-Hoc Networks</a:t>
            </a:r>
            <a:endParaRPr lang="en-US" sz="3200" b="0" dirty="0">
              <a:solidFill>
                <a:srgbClr val="0070C0"/>
              </a:solidFill>
            </a:endParaRPr>
          </a:p>
        </p:txBody>
      </p:sp>
      <p:pic>
        <p:nvPicPr>
          <p:cNvPr id="10" name="Picture 9">
            <a:extLst>
              <a:ext uri="{FF2B5EF4-FFF2-40B4-BE49-F238E27FC236}">
                <a16:creationId xmlns:a16="http://schemas.microsoft.com/office/drawing/2014/main" id="{502C4F24-25DD-D6AA-F762-1FC6D60D8C0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94892" y="4400998"/>
            <a:ext cx="4121676" cy="2035077"/>
          </a:xfrm>
          <a:prstGeom prst="rect">
            <a:avLst/>
          </a:prstGeom>
        </p:spPr>
      </p:pic>
      <p:sp>
        <p:nvSpPr>
          <p:cNvPr id="4" name="TextBox 3">
            <a:extLst>
              <a:ext uri="{FF2B5EF4-FFF2-40B4-BE49-F238E27FC236}">
                <a16:creationId xmlns:a16="http://schemas.microsoft.com/office/drawing/2014/main" id="{41A3951B-3F2B-8283-DC73-F97AD6362644}"/>
              </a:ext>
            </a:extLst>
          </p:cNvPr>
          <p:cNvSpPr txBox="1"/>
          <p:nvPr/>
        </p:nvSpPr>
        <p:spPr>
          <a:xfrm>
            <a:off x="152400" y="1706340"/>
            <a:ext cx="6934200" cy="369332"/>
          </a:xfrm>
          <a:prstGeom prst="rect">
            <a:avLst/>
          </a:prstGeom>
          <a:noFill/>
        </p:spPr>
        <p:txBody>
          <a:bodyPr wrap="square">
            <a:spAutoFit/>
          </a:bodyPr>
          <a:lstStyle/>
          <a:p>
            <a:pPr algn="l"/>
            <a:r>
              <a:rPr lang="en-US" b="0" i="0" dirty="0">
                <a:solidFill>
                  <a:srgbClr val="001D35"/>
                </a:solidFill>
                <a:effectLst/>
                <a:latin typeface="Google Sans"/>
              </a:rPr>
              <a:t>Application: </a:t>
            </a:r>
            <a:r>
              <a:rPr lang="en-US" b="0" i="0" dirty="0">
                <a:solidFill>
                  <a:srgbClr val="FF0000"/>
                </a:solidFill>
                <a:effectLst/>
                <a:latin typeface="Google Sans"/>
              </a:rPr>
              <a:t>Drone Ad-Hoc Networks (UAV Ad-Hoc Networks)</a:t>
            </a:r>
            <a:endParaRPr lang="en-US" dirty="0">
              <a:solidFill>
                <a:srgbClr val="FF0000"/>
              </a:solidFill>
              <a:latin typeface="Google Sans"/>
            </a:endParaRPr>
          </a:p>
        </p:txBody>
      </p:sp>
      <p:sp>
        <p:nvSpPr>
          <p:cNvPr id="2" name="TextBox 1">
            <a:extLst>
              <a:ext uri="{FF2B5EF4-FFF2-40B4-BE49-F238E27FC236}">
                <a16:creationId xmlns:a16="http://schemas.microsoft.com/office/drawing/2014/main" id="{BEA33E6B-4445-DDEB-505C-3B20C4F5F9DC}"/>
              </a:ext>
            </a:extLst>
          </p:cNvPr>
          <p:cNvSpPr txBox="1"/>
          <p:nvPr/>
        </p:nvSpPr>
        <p:spPr>
          <a:xfrm>
            <a:off x="304800" y="2286000"/>
            <a:ext cx="5410200" cy="475284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700" dirty="0">
                <a:solidFill>
                  <a:srgbClr val="0070C0"/>
                </a:solidFill>
              </a:rPr>
              <a:t>Temporary Internet Coverage</a:t>
            </a:r>
          </a:p>
          <a:p>
            <a:pPr marL="285750" indent="-285750">
              <a:lnSpc>
                <a:spcPct val="150000"/>
              </a:lnSpc>
              <a:buFont typeface="Arial" panose="020B0604020202020204" pitchFamily="34" charset="0"/>
              <a:buChar char="•"/>
            </a:pPr>
            <a:endParaRPr lang="en-US" sz="1700" dirty="0">
              <a:solidFill>
                <a:srgbClr val="0070C0"/>
              </a:solidFill>
              <a:latin typeface="Arial" panose="020B0604020202020204" pitchFamily="34" charset="0"/>
            </a:endParaRPr>
          </a:p>
          <a:p>
            <a:pPr marL="285750" indent="-285750">
              <a:lnSpc>
                <a:spcPct val="150000"/>
              </a:lnSpc>
              <a:buFont typeface="Arial" panose="020B0604020202020204" pitchFamily="34" charset="0"/>
              <a:buChar char="•"/>
            </a:pPr>
            <a:endParaRPr lang="en-US" sz="1700" dirty="0">
              <a:solidFill>
                <a:srgbClr val="0070C0"/>
              </a:solidFill>
              <a:latin typeface="Arial" panose="020B0604020202020204" pitchFamily="34" charset="0"/>
            </a:endParaRPr>
          </a:p>
          <a:p>
            <a:pPr marL="285750" indent="-285750">
              <a:lnSpc>
                <a:spcPct val="150000"/>
              </a:lnSpc>
              <a:buFont typeface="Arial" panose="020B0604020202020204" pitchFamily="34" charset="0"/>
              <a:buChar char="•"/>
            </a:pPr>
            <a:endParaRPr lang="en-US" sz="1700" dirty="0">
              <a:solidFill>
                <a:srgbClr val="0070C0"/>
              </a:solidFill>
              <a:latin typeface="Arial" panose="020B0604020202020204" pitchFamily="34" charset="0"/>
            </a:endParaRPr>
          </a:p>
          <a:p>
            <a:pPr marL="285750" indent="-285750">
              <a:lnSpc>
                <a:spcPct val="150000"/>
              </a:lnSpc>
              <a:buFont typeface="Arial" panose="020B0604020202020204" pitchFamily="34" charset="0"/>
              <a:buChar char="•"/>
            </a:pPr>
            <a:endParaRPr lang="en-US" sz="1700" dirty="0">
              <a:solidFill>
                <a:srgbClr val="0070C0"/>
              </a:solidFill>
              <a:latin typeface="Arial" panose="020B0604020202020204" pitchFamily="34" charset="0"/>
            </a:endParaRPr>
          </a:p>
          <a:p>
            <a:pPr>
              <a:lnSpc>
                <a:spcPct val="150000"/>
              </a:lnSpc>
            </a:pPr>
            <a:endParaRPr lang="en-US" sz="1700" dirty="0">
              <a:solidFill>
                <a:srgbClr val="0070C0"/>
              </a:solidFill>
              <a:latin typeface="Arial" panose="020B0604020202020204" pitchFamily="34" charset="0"/>
            </a:endParaRPr>
          </a:p>
          <a:p>
            <a:pPr>
              <a:lnSpc>
                <a:spcPct val="150000"/>
              </a:lnSpc>
            </a:pPr>
            <a:endParaRPr lang="en-US" sz="1700" dirty="0">
              <a:solidFill>
                <a:srgbClr val="0070C0"/>
              </a:solidFill>
              <a:latin typeface="Arial" panose="020B0604020202020204" pitchFamily="34" charset="0"/>
            </a:endParaRPr>
          </a:p>
          <a:p>
            <a:pPr>
              <a:lnSpc>
                <a:spcPct val="150000"/>
              </a:lnSpc>
            </a:pPr>
            <a:endParaRPr lang="en-US" sz="1700" dirty="0">
              <a:solidFill>
                <a:srgbClr val="0070C0"/>
              </a:solidFill>
              <a:latin typeface="Arial" panose="020B0604020202020204" pitchFamily="34" charset="0"/>
            </a:endParaRPr>
          </a:p>
          <a:p>
            <a:pPr marL="285750" indent="-285750">
              <a:lnSpc>
                <a:spcPct val="150000"/>
              </a:lnSpc>
              <a:buFont typeface="Arial" panose="020B0604020202020204" pitchFamily="34" charset="0"/>
              <a:buChar char="•"/>
            </a:pPr>
            <a:r>
              <a:rPr lang="en-US" sz="1700" dirty="0">
                <a:solidFill>
                  <a:srgbClr val="0070C0"/>
                </a:solidFill>
              </a:rPr>
              <a:t>Search and Rescue in Remote Areas</a:t>
            </a:r>
          </a:p>
          <a:p>
            <a:pPr marL="285750" indent="-285750">
              <a:lnSpc>
                <a:spcPct val="150000"/>
              </a:lnSpc>
              <a:buFont typeface="Arial" panose="020B0604020202020204" pitchFamily="34" charset="0"/>
              <a:buChar char="•"/>
            </a:pPr>
            <a:r>
              <a:rPr lang="en-US" sz="1700" dirty="0">
                <a:solidFill>
                  <a:srgbClr val="0070C0"/>
                </a:solidFill>
              </a:rPr>
              <a:t>Environmental and Wildlife Monitoring</a:t>
            </a:r>
            <a:endParaRPr lang="en-US" sz="1700" dirty="0">
              <a:solidFill>
                <a:srgbClr val="0070C0"/>
              </a:solidFill>
              <a:latin typeface="Arial" panose="020B0604020202020204" pitchFamily="34" charset="0"/>
            </a:endParaRPr>
          </a:p>
          <a:p>
            <a:pPr marL="285750" indent="-285750">
              <a:lnSpc>
                <a:spcPct val="150000"/>
              </a:lnSpc>
              <a:buFont typeface="Arial" panose="020B0604020202020204" pitchFamily="34" charset="0"/>
              <a:buChar char="•"/>
            </a:pPr>
            <a:r>
              <a:rPr lang="en-US" sz="1700" dirty="0">
                <a:solidFill>
                  <a:srgbClr val="0070C0"/>
                </a:solidFill>
                <a:latin typeface="Arial" panose="020B0604020202020204" pitchFamily="34" charset="0"/>
              </a:rPr>
              <a:t>Disaster Response &amp; Emergency Communications</a:t>
            </a:r>
          </a:p>
          <a:p>
            <a:pPr marL="285750" indent="-285750">
              <a:lnSpc>
                <a:spcPct val="150000"/>
              </a:lnSpc>
              <a:buFont typeface="Arial" panose="020B0604020202020204" pitchFamily="34" charset="0"/>
              <a:buChar char="•"/>
            </a:pPr>
            <a:endParaRPr lang="en-US" sz="1700" dirty="0">
              <a:solidFill>
                <a:srgbClr val="0070C0"/>
              </a:solidFill>
              <a:latin typeface="Arial" panose="020B0604020202020204" pitchFamily="34" charset="0"/>
            </a:endParaRPr>
          </a:p>
        </p:txBody>
      </p:sp>
      <p:pic>
        <p:nvPicPr>
          <p:cNvPr id="5" name="Picture 4" descr="A diagram of a radio tower and a drone&#10;&#10;AI-generated content may be incorrect.">
            <a:extLst>
              <a:ext uri="{FF2B5EF4-FFF2-40B4-BE49-F238E27FC236}">
                <a16:creationId xmlns:a16="http://schemas.microsoft.com/office/drawing/2014/main" id="{E5EEAE8E-7B5D-1317-6196-203C9230B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6353" y="2185239"/>
            <a:ext cx="3996647" cy="2139382"/>
          </a:xfrm>
          <a:prstGeom prst="rect">
            <a:avLst/>
          </a:prstGeom>
        </p:spPr>
      </p:pic>
      <p:pic>
        <p:nvPicPr>
          <p:cNvPr id="8" name="Picture 7" descr="A diagram of a satellite&#10;&#10;AI-generated content may be incorrect.">
            <a:extLst>
              <a:ext uri="{FF2B5EF4-FFF2-40B4-BE49-F238E27FC236}">
                <a16:creationId xmlns:a16="http://schemas.microsoft.com/office/drawing/2014/main" id="{97D462C3-2924-E86B-CC5E-BEDB9DA7E2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7497" y="2819400"/>
            <a:ext cx="2719968" cy="2239482"/>
          </a:xfrm>
          <a:prstGeom prst="rect">
            <a:avLst/>
          </a:prstGeom>
        </p:spPr>
      </p:pic>
    </p:spTree>
    <p:extLst>
      <p:ext uri="{BB962C8B-B14F-4D97-AF65-F5344CB8AC3E}">
        <p14:creationId xmlns:p14="http://schemas.microsoft.com/office/powerpoint/2010/main" val="20408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C752A-8301-2021-B244-6AF10B66231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29061B7-DAC1-92E7-B425-B3E6658DC000}"/>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FF0000"/>
                </a:solidFill>
              </a:rPr>
              <a:t>Infrastructure-less</a:t>
            </a:r>
            <a:r>
              <a:rPr lang="en-US" altLang="en-US" sz="3200" b="0" dirty="0"/>
              <a:t>::</a:t>
            </a:r>
            <a:br>
              <a:rPr lang="en-US" altLang="en-US" sz="3200" b="0" dirty="0"/>
            </a:br>
            <a:r>
              <a:rPr lang="en-US" altLang="en-US" sz="3200" b="0" kern="0" dirty="0">
                <a:solidFill>
                  <a:srgbClr val="0070C0"/>
                </a:solidFill>
              </a:rPr>
              <a:t>Wireless Ad-Hoc Networks</a:t>
            </a:r>
            <a:endParaRPr lang="en-US" sz="3200" b="0" dirty="0">
              <a:solidFill>
                <a:srgbClr val="0070C0"/>
              </a:solidFill>
            </a:endParaRPr>
          </a:p>
        </p:txBody>
      </p:sp>
      <p:sp>
        <p:nvSpPr>
          <p:cNvPr id="4" name="TextBox 3">
            <a:extLst>
              <a:ext uri="{FF2B5EF4-FFF2-40B4-BE49-F238E27FC236}">
                <a16:creationId xmlns:a16="http://schemas.microsoft.com/office/drawing/2014/main" id="{75E93941-1659-940B-93AA-DDD98F0434BF}"/>
              </a:ext>
            </a:extLst>
          </p:cNvPr>
          <p:cNvSpPr txBox="1"/>
          <p:nvPr/>
        </p:nvSpPr>
        <p:spPr>
          <a:xfrm>
            <a:off x="152400" y="1706340"/>
            <a:ext cx="8991600" cy="369332"/>
          </a:xfrm>
          <a:prstGeom prst="rect">
            <a:avLst/>
          </a:prstGeom>
          <a:noFill/>
        </p:spPr>
        <p:txBody>
          <a:bodyPr wrap="square">
            <a:spAutoFit/>
          </a:bodyPr>
          <a:lstStyle/>
          <a:p>
            <a:pPr algn="l"/>
            <a:r>
              <a:rPr lang="en-US" b="0" i="0" dirty="0">
                <a:solidFill>
                  <a:srgbClr val="001D35"/>
                </a:solidFill>
                <a:effectLst/>
                <a:latin typeface="Google Sans"/>
              </a:rPr>
              <a:t>Application: </a:t>
            </a:r>
            <a:r>
              <a:rPr lang="en-US" sz="1800" dirty="0">
                <a:solidFill>
                  <a:srgbClr val="FF0000"/>
                </a:solidFill>
              </a:rPr>
              <a:t>Search and Rescue </a:t>
            </a:r>
            <a:r>
              <a:rPr lang="en-US" sz="1800" dirty="0">
                <a:solidFill>
                  <a:srgbClr val="FF0000"/>
                </a:solidFill>
                <a:latin typeface="Arial" panose="020B0604020202020204" pitchFamily="34" charset="0"/>
              </a:rPr>
              <a:t>&amp; Emergency Communications</a:t>
            </a:r>
            <a:r>
              <a:rPr lang="en-US" sz="1800" dirty="0">
                <a:solidFill>
                  <a:srgbClr val="FF0000"/>
                </a:solidFill>
              </a:rPr>
              <a:t> in Remote Areas</a:t>
            </a:r>
          </a:p>
        </p:txBody>
      </p:sp>
      <p:pic>
        <p:nvPicPr>
          <p:cNvPr id="10" name="Picture 9" descr="A diagram of a satellite network&#10;&#10;AI-generated content may be incorrect.">
            <a:extLst>
              <a:ext uri="{FF2B5EF4-FFF2-40B4-BE49-F238E27FC236}">
                <a16:creationId xmlns:a16="http://schemas.microsoft.com/office/drawing/2014/main" id="{925CA93B-1338-A8E0-4A0F-3E96A6177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5075" y="2007010"/>
            <a:ext cx="5953125" cy="3144650"/>
          </a:xfrm>
          <a:prstGeom prst="rect">
            <a:avLst/>
          </a:prstGeom>
        </p:spPr>
      </p:pic>
      <p:pic>
        <p:nvPicPr>
          <p:cNvPr id="14" name="Picture 13" descr="A group of drones flying in the sky&#10;&#10;AI-generated content may be incorrect.">
            <a:extLst>
              <a:ext uri="{FF2B5EF4-FFF2-40B4-BE49-F238E27FC236}">
                <a16:creationId xmlns:a16="http://schemas.microsoft.com/office/drawing/2014/main" id="{E3A02672-36B1-9761-7BF0-BBE0B1757E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817" y="4797569"/>
            <a:ext cx="3097644" cy="1734295"/>
          </a:xfrm>
          <a:prstGeom prst="rect">
            <a:avLst/>
          </a:prstGeom>
        </p:spPr>
      </p:pic>
      <p:pic>
        <p:nvPicPr>
          <p:cNvPr id="16" name="Picture 15" descr="A drone flying over rocks&#10;&#10;AI-generated content may be incorrect.">
            <a:extLst>
              <a:ext uri="{FF2B5EF4-FFF2-40B4-BE49-F238E27FC236}">
                <a16:creationId xmlns:a16="http://schemas.microsoft.com/office/drawing/2014/main" id="{447147D8-8855-4718-F713-F43F1A1788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00800" y="5103701"/>
            <a:ext cx="2636520" cy="1476123"/>
          </a:xfrm>
          <a:prstGeom prst="rect">
            <a:avLst/>
          </a:prstGeom>
        </p:spPr>
      </p:pic>
    </p:spTree>
    <p:extLst>
      <p:ext uri="{BB962C8B-B14F-4D97-AF65-F5344CB8AC3E}">
        <p14:creationId xmlns:p14="http://schemas.microsoft.com/office/powerpoint/2010/main" val="24145397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D1E71-D547-F91E-57BD-13018F39F3C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216F459-C730-4900-FC42-4B7E8331EEB1}"/>
              </a:ext>
            </a:extLst>
          </p:cNvPr>
          <p:cNvSpPr txBox="1">
            <a:spLocks/>
          </p:cNvSpPr>
          <p:nvPr/>
        </p:nvSpPr>
        <p:spPr>
          <a:xfrm>
            <a:off x="548640" y="-12192"/>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2800" b="0" dirty="0">
                <a:solidFill>
                  <a:srgbClr val="FF0000"/>
                </a:solidFill>
              </a:rPr>
              <a:t>Multi-hop</a:t>
            </a:r>
            <a:r>
              <a:rPr lang="en-US" altLang="en-US" sz="2800" b="0" dirty="0"/>
              <a:t> </a:t>
            </a:r>
            <a:r>
              <a:rPr lang="en-US" altLang="en-US" sz="2800" b="0" dirty="0">
                <a:solidFill>
                  <a:srgbClr val="FF0000"/>
                </a:solidFill>
              </a:rPr>
              <a:t>Infrastructure-less</a:t>
            </a:r>
            <a:r>
              <a:rPr lang="en-US" altLang="en-US" sz="2800" b="0" dirty="0"/>
              <a:t>::</a:t>
            </a:r>
            <a:br>
              <a:rPr lang="en-US" altLang="en-US" sz="2800" b="0" dirty="0"/>
            </a:br>
            <a:r>
              <a:rPr lang="en-US" altLang="en-US" sz="2800" b="0" kern="0" dirty="0">
                <a:solidFill>
                  <a:srgbClr val="0070C0"/>
                </a:solidFill>
              </a:rPr>
              <a:t>Wireless Ad-Hoc Networks</a:t>
            </a:r>
            <a:endParaRPr lang="en-US" sz="2800" b="0" dirty="0">
              <a:solidFill>
                <a:srgbClr val="0070C0"/>
              </a:solidFill>
            </a:endParaRPr>
          </a:p>
        </p:txBody>
      </p:sp>
      <p:sp>
        <p:nvSpPr>
          <p:cNvPr id="4" name="TextBox 3">
            <a:extLst>
              <a:ext uri="{FF2B5EF4-FFF2-40B4-BE49-F238E27FC236}">
                <a16:creationId xmlns:a16="http://schemas.microsoft.com/office/drawing/2014/main" id="{A3C2EEAA-C544-79C5-BFA9-03863D467F3A}"/>
              </a:ext>
            </a:extLst>
          </p:cNvPr>
          <p:cNvSpPr txBox="1"/>
          <p:nvPr/>
        </p:nvSpPr>
        <p:spPr>
          <a:xfrm>
            <a:off x="533400" y="1654048"/>
            <a:ext cx="6934200" cy="369332"/>
          </a:xfrm>
          <a:prstGeom prst="rect">
            <a:avLst/>
          </a:prstGeom>
          <a:noFill/>
        </p:spPr>
        <p:txBody>
          <a:bodyPr wrap="square">
            <a:spAutoFit/>
          </a:bodyPr>
          <a:lstStyle/>
          <a:p>
            <a:pPr algn="l"/>
            <a:r>
              <a:rPr lang="en-US" b="0" i="0" dirty="0">
                <a:solidFill>
                  <a:srgbClr val="001D35"/>
                </a:solidFill>
                <a:effectLst/>
                <a:latin typeface="Google Sans"/>
              </a:rPr>
              <a:t>Application: </a:t>
            </a:r>
            <a:r>
              <a:rPr lang="en-US" dirty="0">
                <a:solidFill>
                  <a:srgbClr val="FF0000"/>
                </a:solidFill>
                <a:latin typeface="Google Sans"/>
              </a:rPr>
              <a:t>Environmental and Wildlife Monitoring</a:t>
            </a:r>
          </a:p>
        </p:txBody>
      </p:sp>
      <p:pic>
        <p:nvPicPr>
          <p:cNvPr id="7" name="Picture 6" descr="A diagram of a desert&#10;&#10;AI-generated content may be incorrect.">
            <a:extLst>
              <a:ext uri="{FF2B5EF4-FFF2-40B4-BE49-F238E27FC236}">
                <a16:creationId xmlns:a16="http://schemas.microsoft.com/office/drawing/2014/main" id="{DB17928D-4B40-E550-5DD9-9879E6E76D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660" y="2209800"/>
            <a:ext cx="4455815" cy="2133600"/>
          </a:xfrm>
          <a:prstGeom prst="rect">
            <a:avLst/>
          </a:prstGeom>
        </p:spPr>
      </p:pic>
      <p:pic>
        <p:nvPicPr>
          <p:cNvPr id="11" name="Picture 10" descr="An elephant and animals in a field&#10;&#10;AI-generated content may be incorrect.">
            <a:extLst>
              <a:ext uri="{FF2B5EF4-FFF2-40B4-BE49-F238E27FC236}">
                <a16:creationId xmlns:a16="http://schemas.microsoft.com/office/drawing/2014/main" id="{CAA6B204-A21B-D4ED-57BC-311577143A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9204" y="4038600"/>
            <a:ext cx="4149365" cy="2171501"/>
          </a:xfrm>
          <a:prstGeom prst="rect">
            <a:avLst/>
          </a:prstGeom>
        </p:spPr>
      </p:pic>
    </p:spTree>
    <p:extLst>
      <p:ext uri="{BB962C8B-B14F-4D97-AF65-F5344CB8AC3E}">
        <p14:creationId xmlns:p14="http://schemas.microsoft.com/office/powerpoint/2010/main" val="6725649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561E1-FA08-66F5-7810-EE710D8EEB46}"/>
            </a:ext>
          </a:extLst>
        </p:cNvPr>
        <p:cNvGrpSpPr/>
        <p:nvPr/>
      </p:nvGrpSpPr>
      <p:grpSpPr>
        <a:xfrm>
          <a:off x="0" y="0"/>
          <a:ext cx="0" cy="0"/>
          <a:chOff x="0" y="0"/>
          <a:chExt cx="0" cy="0"/>
        </a:xfrm>
      </p:grpSpPr>
      <p:sp>
        <p:nvSpPr>
          <p:cNvPr id="106499" name="AutoShape 3">
            <a:extLst>
              <a:ext uri="{FF2B5EF4-FFF2-40B4-BE49-F238E27FC236}">
                <a16:creationId xmlns:a16="http://schemas.microsoft.com/office/drawing/2014/main" id="{5CB0D52D-0EF5-A3EF-B2B5-18565BB7E01E}"/>
              </a:ext>
            </a:extLst>
          </p:cNvPr>
          <p:cNvSpPr>
            <a:spLocks noChangeArrowheads="1"/>
          </p:cNvSpPr>
          <p:nvPr/>
        </p:nvSpPr>
        <p:spPr bwMode="auto">
          <a:xfrm>
            <a:off x="1833563" y="27146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0" name="AutoShape 4">
            <a:extLst>
              <a:ext uri="{FF2B5EF4-FFF2-40B4-BE49-F238E27FC236}">
                <a16:creationId xmlns:a16="http://schemas.microsoft.com/office/drawing/2014/main" id="{73FE4172-C29D-8372-8804-01389CD5E90C}"/>
              </a:ext>
            </a:extLst>
          </p:cNvPr>
          <p:cNvSpPr>
            <a:spLocks noChangeArrowheads="1"/>
          </p:cNvSpPr>
          <p:nvPr/>
        </p:nvSpPr>
        <p:spPr bwMode="auto">
          <a:xfrm>
            <a:off x="1909763" y="18764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1" name="AutoShape 5">
            <a:extLst>
              <a:ext uri="{FF2B5EF4-FFF2-40B4-BE49-F238E27FC236}">
                <a16:creationId xmlns:a16="http://schemas.microsoft.com/office/drawing/2014/main" id="{C83A7353-E744-D1DE-E1BD-8B3DD5735669}"/>
              </a:ext>
            </a:extLst>
          </p:cNvPr>
          <p:cNvSpPr>
            <a:spLocks noChangeArrowheads="1"/>
          </p:cNvSpPr>
          <p:nvPr/>
        </p:nvSpPr>
        <p:spPr bwMode="auto">
          <a:xfrm>
            <a:off x="3967163" y="36290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2" name="AutoShape 6">
            <a:extLst>
              <a:ext uri="{FF2B5EF4-FFF2-40B4-BE49-F238E27FC236}">
                <a16:creationId xmlns:a16="http://schemas.microsoft.com/office/drawing/2014/main" id="{324C2580-6661-05B8-7F59-F06EA929D7F3}"/>
              </a:ext>
            </a:extLst>
          </p:cNvPr>
          <p:cNvSpPr>
            <a:spLocks noChangeArrowheads="1"/>
          </p:cNvSpPr>
          <p:nvPr/>
        </p:nvSpPr>
        <p:spPr bwMode="auto">
          <a:xfrm>
            <a:off x="5643563" y="28670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3" name="AutoShape 7">
            <a:extLst>
              <a:ext uri="{FF2B5EF4-FFF2-40B4-BE49-F238E27FC236}">
                <a16:creationId xmlns:a16="http://schemas.microsoft.com/office/drawing/2014/main" id="{1B875557-5655-EA80-755B-A7E539A0805B}"/>
              </a:ext>
            </a:extLst>
          </p:cNvPr>
          <p:cNvSpPr>
            <a:spLocks noChangeArrowheads="1"/>
          </p:cNvSpPr>
          <p:nvPr/>
        </p:nvSpPr>
        <p:spPr bwMode="auto">
          <a:xfrm>
            <a:off x="3128963" y="27908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4" name="AutoShape 8">
            <a:extLst>
              <a:ext uri="{FF2B5EF4-FFF2-40B4-BE49-F238E27FC236}">
                <a16:creationId xmlns:a16="http://schemas.microsoft.com/office/drawing/2014/main" id="{3B84B9CF-B951-902B-83D8-B463ECDC5503}"/>
              </a:ext>
            </a:extLst>
          </p:cNvPr>
          <p:cNvSpPr>
            <a:spLocks noChangeArrowheads="1"/>
          </p:cNvSpPr>
          <p:nvPr/>
        </p:nvSpPr>
        <p:spPr bwMode="auto">
          <a:xfrm>
            <a:off x="5262563" y="21050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5" name="AutoShape 9">
            <a:extLst>
              <a:ext uri="{FF2B5EF4-FFF2-40B4-BE49-F238E27FC236}">
                <a16:creationId xmlns:a16="http://schemas.microsoft.com/office/drawing/2014/main" id="{84FF9BF7-204B-6FE5-FD97-EA66F4436C6E}"/>
              </a:ext>
            </a:extLst>
          </p:cNvPr>
          <p:cNvSpPr>
            <a:spLocks noChangeArrowheads="1"/>
          </p:cNvSpPr>
          <p:nvPr/>
        </p:nvSpPr>
        <p:spPr bwMode="auto">
          <a:xfrm>
            <a:off x="6405563" y="24098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6" name="AutoShape 10">
            <a:extLst>
              <a:ext uri="{FF2B5EF4-FFF2-40B4-BE49-F238E27FC236}">
                <a16:creationId xmlns:a16="http://schemas.microsoft.com/office/drawing/2014/main" id="{829F8DEE-95DF-FA8B-9C36-87922DC3DA7E}"/>
              </a:ext>
            </a:extLst>
          </p:cNvPr>
          <p:cNvSpPr>
            <a:spLocks noChangeArrowheads="1"/>
          </p:cNvSpPr>
          <p:nvPr/>
        </p:nvSpPr>
        <p:spPr bwMode="auto">
          <a:xfrm>
            <a:off x="3128963" y="20288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7" name="AutoShape 11">
            <a:extLst>
              <a:ext uri="{FF2B5EF4-FFF2-40B4-BE49-F238E27FC236}">
                <a16:creationId xmlns:a16="http://schemas.microsoft.com/office/drawing/2014/main" id="{485E4E98-0736-F921-F4F9-74DA8148D111}"/>
              </a:ext>
            </a:extLst>
          </p:cNvPr>
          <p:cNvSpPr>
            <a:spLocks noChangeArrowheads="1"/>
          </p:cNvSpPr>
          <p:nvPr/>
        </p:nvSpPr>
        <p:spPr bwMode="auto">
          <a:xfrm>
            <a:off x="4424363" y="27146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8" name="AutoShape 12">
            <a:extLst>
              <a:ext uri="{FF2B5EF4-FFF2-40B4-BE49-F238E27FC236}">
                <a16:creationId xmlns:a16="http://schemas.microsoft.com/office/drawing/2014/main" id="{1384217F-AB88-110D-71D8-718AEF2DD240}"/>
              </a:ext>
            </a:extLst>
          </p:cNvPr>
          <p:cNvSpPr>
            <a:spLocks noChangeArrowheads="1"/>
          </p:cNvSpPr>
          <p:nvPr/>
        </p:nvSpPr>
        <p:spPr bwMode="auto">
          <a:xfrm>
            <a:off x="2214563" y="3248025"/>
            <a:ext cx="304800" cy="304800"/>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09" name="Rectangle 13">
            <a:extLst>
              <a:ext uri="{FF2B5EF4-FFF2-40B4-BE49-F238E27FC236}">
                <a16:creationId xmlns:a16="http://schemas.microsoft.com/office/drawing/2014/main" id="{E4C5C409-00BF-D912-EAA9-A31757F1E732}"/>
              </a:ext>
            </a:extLst>
          </p:cNvPr>
          <p:cNvSpPr>
            <a:spLocks noGrp="1" noChangeArrowheads="1"/>
          </p:cNvSpPr>
          <p:nvPr>
            <p:ph type="body" idx="1"/>
          </p:nvPr>
        </p:nvSpPr>
        <p:spPr>
          <a:xfrm>
            <a:off x="942975" y="3973513"/>
            <a:ext cx="7699375" cy="2122487"/>
          </a:xfrm>
        </p:spPr>
        <p:txBody>
          <a:bodyPr/>
          <a:lstStyle/>
          <a:p>
            <a:pPr>
              <a:lnSpc>
                <a:spcPct val="80000"/>
              </a:lnSpc>
            </a:pPr>
            <a:r>
              <a:rPr lang="en-US" altLang="en-US" sz="2000" b="0" dirty="0">
                <a:solidFill>
                  <a:srgbClr val="FF0000"/>
                </a:solidFill>
              </a:rPr>
              <a:t>Peer-to-peer communications.</a:t>
            </a:r>
          </a:p>
          <a:p>
            <a:pPr>
              <a:lnSpc>
                <a:spcPct val="90000"/>
              </a:lnSpc>
            </a:pPr>
            <a:r>
              <a:rPr lang="en-US" altLang="en-US" sz="2000" b="0" dirty="0">
                <a:solidFill>
                  <a:srgbClr val="FF0000"/>
                </a:solidFill>
              </a:rPr>
              <a:t>No backbone infrastructure</a:t>
            </a:r>
            <a:r>
              <a:rPr lang="en-US" altLang="en-US" sz="2000" b="0" dirty="0"/>
              <a:t>.</a:t>
            </a:r>
          </a:p>
          <a:p>
            <a:pPr>
              <a:lnSpc>
                <a:spcPct val="90000"/>
              </a:lnSpc>
            </a:pPr>
            <a:r>
              <a:rPr lang="en-US" altLang="en-US" sz="2000" b="0" dirty="0"/>
              <a:t>Routing can be multi-hop.</a:t>
            </a:r>
          </a:p>
          <a:p>
            <a:pPr>
              <a:lnSpc>
                <a:spcPct val="100000"/>
              </a:lnSpc>
            </a:pPr>
            <a:r>
              <a:rPr lang="en-US" altLang="en-US" sz="2000" b="0" dirty="0"/>
              <a:t>Topology is dynamic.</a:t>
            </a:r>
          </a:p>
          <a:p>
            <a:pPr>
              <a:lnSpc>
                <a:spcPct val="100000"/>
              </a:lnSpc>
            </a:pPr>
            <a:r>
              <a:rPr lang="en-US" altLang="en-US" sz="2000" b="0" dirty="0"/>
              <a:t>Fully connected with different link SINRs</a:t>
            </a:r>
          </a:p>
        </p:txBody>
      </p:sp>
      <p:sp>
        <p:nvSpPr>
          <p:cNvPr id="106510" name="Line 14">
            <a:extLst>
              <a:ext uri="{FF2B5EF4-FFF2-40B4-BE49-F238E27FC236}">
                <a16:creationId xmlns:a16="http://schemas.microsoft.com/office/drawing/2014/main" id="{76D4A1D0-AD5C-C1EC-4B61-A66CCC17319C}"/>
              </a:ext>
            </a:extLst>
          </p:cNvPr>
          <p:cNvSpPr>
            <a:spLocks noChangeShapeType="1"/>
          </p:cNvSpPr>
          <p:nvPr/>
        </p:nvSpPr>
        <p:spPr bwMode="auto">
          <a:xfrm>
            <a:off x="1985963" y="2257425"/>
            <a:ext cx="0" cy="3810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11" name="Line 15">
            <a:extLst>
              <a:ext uri="{FF2B5EF4-FFF2-40B4-BE49-F238E27FC236}">
                <a16:creationId xmlns:a16="http://schemas.microsoft.com/office/drawing/2014/main" id="{7A3083DF-AA90-57B4-DCA7-6637C6C8D537}"/>
              </a:ext>
            </a:extLst>
          </p:cNvPr>
          <p:cNvSpPr>
            <a:spLocks noChangeShapeType="1"/>
          </p:cNvSpPr>
          <p:nvPr/>
        </p:nvSpPr>
        <p:spPr bwMode="auto">
          <a:xfrm>
            <a:off x="2062163" y="3019425"/>
            <a:ext cx="152400" cy="2286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12" name="Line 16">
            <a:extLst>
              <a:ext uri="{FF2B5EF4-FFF2-40B4-BE49-F238E27FC236}">
                <a16:creationId xmlns:a16="http://schemas.microsoft.com/office/drawing/2014/main" id="{A615B7C1-13F0-6009-6A43-80C5111D5C57}"/>
              </a:ext>
            </a:extLst>
          </p:cNvPr>
          <p:cNvSpPr>
            <a:spLocks noChangeShapeType="1"/>
          </p:cNvSpPr>
          <p:nvPr/>
        </p:nvSpPr>
        <p:spPr bwMode="auto">
          <a:xfrm flipV="1">
            <a:off x="2595563" y="3019425"/>
            <a:ext cx="457200" cy="2286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13" name="Line 17">
            <a:extLst>
              <a:ext uri="{FF2B5EF4-FFF2-40B4-BE49-F238E27FC236}">
                <a16:creationId xmlns:a16="http://schemas.microsoft.com/office/drawing/2014/main" id="{17C8835D-7CF7-813E-2145-7DACF6F865CC}"/>
              </a:ext>
            </a:extLst>
          </p:cNvPr>
          <p:cNvSpPr>
            <a:spLocks noChangeShapeType="1"/>
          </p:cNvSpPr>
          <p:nvPr/>
        </p:nvSpPr>
        <p:spPr bwMode="auto">
          <a:xfrm>
            <a:off x="2366963" y="1952625"/>
            <a:ext cx="762000" cy="1524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14" name="Line 18">
            <a:extLst>
              <a:ext uri="{FF2B5EF4-FFF2-40B4-BE49-F238E27FC236}">
                <a16:creationId xmlns:a16="http://schemas.microsoft.com/office/drawing/2014/main" id="{4F979851-2013-8D95-33D7-2860FDA99D59}"/>
              </a:ext>
            </a:extLst>
          </p:cNvPr>
          <p:cNvSpPr>
            <a:spLocks noChangeShapeType="1"/>
          </p:cNvSpPr>
          <p:nvPr/>
        </p:nvSpPr>
        <p:spPr bwMode="auto">
          <a:xfrm>
            <a:off x="3281363" y="2409825"/>
            <a:ext cx="0" cy="3048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15" name="Line 19">
            <a:extLst>
              <a:ext uri="{FF2B5EF4-FFF2-40B4-BE49-F238E27FC236}">
                <a16:creationId xmlns:a16="http://schemas.microsoft.com/office/drawing/2014/main" id="{462F3C61-C41A-171C-5FFA-4E3BE3EA70F2}"/>
              </a:ext>
            </a:extLst>
          </p:cNvPr>
          <p:cNvSpPr>
            <a:spLocks noChangeShapeType="1"/>
          </p:cNvSpPr>
          <p:nvPr/>
        </p:nvSpPr>
        <p:spPr bwMode="auto">
          <a:xfrm>
            <a:off x="3509963" y="2867025"/>
            <a:ext cx="8382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16" name="Line 20">
            <a:extLst>
              <a:ext uri="{FF2B5EF4-FFF2-40B4-BE49-F238E27FC236}">
                <a16:creationId xmlns:a16="http://schemas.microsoft.com/office/drawing/2014/main" id="{6B2AF446-89CB-4B87-AD43-262BDA432612}"/>
              </a:ext>
            </a:extLst>
          </p:cNvPr>
          <p:cNvSpPr>
            <a:spLocks noChangeShapeType="1"/>
          </p:cNvSpPr>
          <p:nvPr/>
        </p:nvSpPr>
        <p:spPr bwMode="auto">
          <a:xfrm>
            <a:off x="3509963" y="2181225"/>
            <a:ext cx="914400" cy="533400"/>
          </a:xfrm>
          <a:prstGeom prst="line">
            <a:avLst/>
          </a:prstGeom>
          <a:noFill/>
          <a:ln w="381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17" name="Line 21">
            <a:extLst>
              <a:ext uri="{FF2B5EF4-FFF2-40B4-BE49-F238E27FC236}">
                <a16:creationId xmlns:a16="http://schemas.microsoft.com/office/drawing/2014/main" id="{8537FBB9-AFB8-E18B-0983-BC443F7D5CE7}"/>
              </a:ext>
            </a:extLst>
          </p:cNvPr>
          <p:cNvSpPr>
            <a:spLocks noChangeShapeType="1"/>
          </p:cNvSpPr>
          <p:nvPr/>
        </p:nvSpPr>
        <p:spPr bwMode="auto">
          <a:xfrm flipV="1">
            <a:off x="4195763" y="3019425"/>
            <a:ext cx="304800" cy="533400"/>
          </a:xfrm>
          <a:prstGeom prst="line">
            <a:avLst/>
          </a:prstGeom>
          <a:noFill/>
          <a:ln w="381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18" name="Line 22">
            <a:extLst>
              <a:ext uri="{FF2B5EF4-FFF2-40B4-BE49-F238E27FC236}">
                <a16:creationId xmlns:a16="http://schemas.microsoft.com/office/drawing/2014/main" id="{4DEF85C2-0BAD-B9BF-6F92-75B1D3153B52}"/>
              </a:ext>
            </a:extLst>
          </p:cNvPr>
          <p:cNvSpPr>
            <a:spLocks noChangeShapeType="1"/>
          </p:cNvSpPr>
          <p:nvPr/>
        </p:nvSpPr>
        <p:spPr bwMode="auto">
          <a:xfrm flipV="1">
            <a:off x="4652963" y="2333625"/>
            <a:ext cx="609600" cy="3048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19" name="Line 23">
            <a:extLst>
              <a:ext uri="{FF2B5EF4-FFF2-40B4-BE49-F238E27FC236}">
                <a16:creationId xmlns:a16="http://schemas.microsoft.com/office/drawing/2014/main" id="{4F5C425F-2673-9A92-D2F3-4473053DB262}"/>
              </a:ext>
            </a:extLst>
          </p:cNvPr>
          <p:cNvSpPr>
            <a:spLocks noChangeShapeType="1"/>
          </p:cNvSpPr>
          <p:nvPr/>
        </p:nvSpPr>
        <p:spPr bwMode="auto">
          <a:xfrm>
            <a:off x="5643563" y="2181225"/>
            <a:ext cx="685800" cy="2286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20" name="Line 24">
            <a:extLst>
              <a:ext uri="{FF2B5EF4-FFF2-40B4-BE49-F238E27FC236}">
                <a16:creationId xmlns:a16="http://schemas.microsoft.com/office/drawing/2014/main" id="{78F235CA-F5E6-F57A-0DCF-F8A878CE13C9}"/>
              </a:ext>
            </a:extLst>
          </p:cNvPr>
          <p:cNvSpPr>
            <a:spLocks noChangeShapeType="1"/>
          </p:cNvSpPr>
          <p:nvPr/>
        </p:nvSpPr>
        <p:spPr bwMode="auto">
          <a:xfrm>
            <a:off x="4805363" y="2867025"/>
            <a:ext cx="762000" cy="762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21" name="Line 25">
            <a:extLst>
              <a:ext uri="{FF2B5EF4-FFF2-40B4-BE49-F238E27FC236}">
                <a16:creationId xmlns:a16="http://schemas.microsoft.com/office/drawing/2014/main" id="{008E8B88-AC9E-B161-08F6-D21442CB49EC}"/>
              </a:ext>
            </a:extLst>
          </p:cNvPr>
          <p:cNvSpPr>
            <a:spLocks noChangeShapeType="1"/>
          </p:cNvSpPr>
          <p:nvPr/>
        </p:nvSpPr>
        <p:spPr bwMode="auto">
          <a:xfrm flipV="1">
            <a:off x="5948363" y="2638425"/>
            <a:ext cx="381000" cy="228600"/>
          </a:xfrm>
          <a:prstGeom prst="line">
            <a:avLst/>
          </a:prstGeom>
          <a:noFill/>
          <a:ln w="381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106522" name="Group 26">
            <a:extLst>
              <a:ext uri="{FF2B5EF4-FFF2-40B4-BE49-F238E27FC236}">
                <a16:creationId xmlns:a16="http://schemas.microsoft.com/office/drawing/2014/main" id="{43D5988A-A2D8-5334-B8D6-6D4FAAD3FA93}"/>
              </a:ext>
            </a:extLst>
          </p:cNvPr>
          <p:cNvGrpSpPr>
            <a:grpSpLocks/>
          </p:cNvGrpSpPr>
          <p:nvPr/>
        </p:nvGrpSpPr>
        <p:grpSpPr bwMode="auto">
          <a:xfrm>
            <a:off x="2190750" y="2224088"/>
            <a:ext cx="4119563" cy="1509712"/>
            <a:chOff x="1473" y="1371"/>
            <a:chExt cx="2595" cy="951"/>
          </a:xfrm>
        </p:grpSpPr>
        <p:sp>
          <p:nvSpPr>
            <p:cNvPr id="106523" name="Line 27">
              <a:extLst>
                <a:ext uri="{FF2B5EF4-FFF2-40B4-BE49-F238E27FC236}">
                  <a16:creationId xmlns:a16="http://schemas.microsoft.com/office/drawing/2014/main" id="{18248CEE-CB95-F161-596E-ED644C5FD4C1}"/>
                </a:ext>
              </a:extLst>
            </p:cNvPr>
            <p:cNvSpPr>
              <a:spLocks noChangeShapeType="1"/>
            </p:cNvSpPr>
            <p:nvPr/>
          </p:nvSpPr>
          <p:spPr bwMode="auto">
            <a:xfrm flipH="1" flipV="1">
              <a:off x="1710" y="2151"/>
              <a:ext cx="837" cy="171"/>
            </a:xfrm>
            <a:prstGeom prst="line">
              <a:avLst/>
            </a:prstGeom>
            <a:noFill/>
            <a:ln w="12700">
              <a:solidFill>
                <a:srgbClr val="CC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24" name="Line 28">
              <a:extLst>
                <a:ext uri="{FF2B5EF4-FFF2-40B4-BE49-F238E27FC236}">
                  <a16:creationId xmlns:a16="http://schemas.microsoft.com/office/drawing/2014/main" id="{A5172EDB-0356-4060-321A-7B4FE688311E}"/>
                </a:ext>
              </a:extLst>
            </p:cNvPr>
            <p:cNvSpPr>
              <a:spLocks noChangeShapeType="1"/>
            </p:cNvSpPr>
            <p:nvPr/>
          </p:nvSpPr>
          <p:spPr bwMode="auto">
            <a:xfrm flipH="1" flipV="1">
              <a:off x="1473" y="1815"/>
              <a:ext cx="1071" cy="441"/>
            </a:xfrm>
            <a:prstGeom prst="line">
              <a:avLst/>
            </a:prstGeom>
            <a:noFill/>
            <a:ln w="12700">
              <a:solidFill>
                <a:srgbClr val="CC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25" name="Line 29">
              <a:extLst>
                <a:ext uri="{FF2B5EF4-FFF2-40B4-BE49-F238E27FC236}">
                  <a16:creationId xmlns:a16="http://schemas.microsoft.com/office/drawing/2014/main" id="{200CB56E-7668-C1B2-B921-CC5A2F84BE79}"/>
                </a:ext>
              </a:extLst>
            </p:cNvPr>
            <p:cNvSpPr>
              <a:spLocks noChangeShapeType="1"/>
            </p:cNvSpPr>
            <p:nvPr/>
          </p:nvSpPr>
          <p:spPr bwMode="auto">
            <a:xfrm flipH="1" flipV="1">
              <a:off x="1497" y="1371"/>
              <a:ext cx="1107" cy="864"/>
            </a:xfrm>
            <a:prstGeom prst="line">
              <a:avLst/>
            </a:prstGeom>
            <a:noFill/>
            <a:ln w="12700">
              <a:solidFill>
                <a:srgbClr val="CC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26" name="Line 30">
              <a:extLst>
                <a:ext uri="{FF2B5EF4-FFF2-40B4-BE49-F238E27FC236}">
                  <a16:creationId xmlns:a16="http://schemas.microsoft.com/office/drawing/2014/main" id="{A12916F0-F6EC-96BA-F2CB-A9B333D99B25}"/>
                </a:ext>
              </a:extLst>
            </p:cNvPr>
            <p:cNvSpPr>
              <a:spLocks noChangeShapeType="1"/>
            </p:cNvSpPr>
            <p:nvPr/>
          </p:nvSpPr>
          <p:spPr bwMode="auto">
            <a:xfrm flipH="1" flipV="1">
              <a:off x="2214" y="1458"/>
              <a:ext cx="405" cy="756"/>
            </a:xfrm>
            <a:prstGeom prst="line">
              <a:avLst/>
            </a:prstGeom>
            <a:noFill/>
            <a:ln w="12700">
              <a:solidFill>
                <a:srgbClr val="CC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27" name="Line 31">
              <a:extLst>
                <a:ext uri="{FF2B5EF4-FFF2-40B4-BE49-F238E27FC236}">
                  <a16:creationId xmlns:a16="http://schemas.microsoft.com/office/drawing/2014/main" id="{232438AE-D897-0B38-36D2-BD7FBA167CB1}"/>
                </a:ext>
              </a:extLst>
            </p:cNvPr>
            <p:cNvSpPr>
              <a:spLocks noChangeShapeType="1"/>
            </p:cNvSpPr>
            <p:nvPr/>
          </p:nvSpPr>
          <p:spPr bwMode="auto">
            <a:xfrm flipH="1" flipV="1">
              <a:off x="2256" y="1932"/>
              <a:ext cx="297" cy="243"/>
            </a:xfrm>
            <a:prstGeom prst="line">
              <a:avLst/>
            </a:prstGeom>
            <a:noFill/>
            <a:ln w="12700">
              <a:solidFill>
                <a:srgbClr val="CC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28" name="Line 32">
              <a:extLst>
                <a:ext uri="{FF2B5EF4-FFF2-40B4-BE49-F238E27FC236}">
                  <a16:creationId xmlns:a16="http://schemas.microsoft.com/office/drawing/2014/main" id="{B13BB910-D812-3208-1C2D-5AD25EB23E08}"/>
                </a:ext>
              </a:extLst>
            </p:cNvPr>
            <p:cNvSpPr>
              <a:spLocks noChangeShapeType="1"/>
            </p:cNvSpPr>
            <p:nvPr/>
          </p:nvSpPr>
          <p:spPr bwMode="auto">
            <a:xfrm flipV="1">
              <a:off x="2805" y="1527"/>
              <a:ext cx="675" cy="738"/>
            </a:xfrm>
            <a:prstGeom prst="line">
              <a:avLst/>
            </a:prstGeom>
            <a:noFill/>
            <a:ln w="12700">
              <a:solidFill>
                <a:srgbClr val="CC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29" name="Line 33">
              <a:extLst>
                <a:ext uri="{FF2B5EF4-FFF2-40B4-BE49-F238E27FC236}">
                  <a16:creationId xmlns:a16="http://schemas.microsoft.com/office/drawing/2014/main" id="{3EC835CF-3C8A-9445-4C74-8B7B65CC5219}"/>
                </a:ext>
              </a:extLst>
            </p:cNvPr>
            <p:cNvSpPr>
              <a:spLocks noChangeShapeType="1"/>
            </p:cNvSpPr>
            <p:nvPr/>
          </p:nvSpPr>
          <p:spPr bwMode="auto">
            <a:xfrm flipV="1">
              <a:off x="2811" y="1938"/>
              <a:ext cx="810" cy="360"/>
            </a:xfrm>
            <a:prstGeom prst="line">
              <a:avLst/>
            </a:prstGeom>
            <a:noFill/>
            <a:ln w="12700">
              <a:solidFill>
                <a:srgbClr val="CC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6530" name="Line 34">
              <a:extLst>
                <a:ext uri="{FF2B5EF4-FFF2-40B4-BE49-F238E27FC236}">
                  <a16:creationId xmlns:a16="http://schemas.microsoft.com/office/drawing/2014/main" id="{62F467EE-9B92-98D8-CB1F-E2FCA0CA2E8C}"/>
                </a:ext>
              </a:extLst>
            </p:cNvPr>
            <p:cNvSpPr>
              <a:spLocks noChangeShapeType="1"/>
            </p:cNvSpPr>
            <p:nvPr/>
          </p:nvSpPr>
          <p:spPr bwMode="auto">
            <a:xfrm flipV="1">
              <a:off x="2853" y="1584"/>
              <a:ext cx="1215" cy="630"/>
            </a:xfrm>
            <a:prstGeom prst="line">
              <a:avLst/>
            </a:prstGeom>
            <a:noFill/>
            <a:ln w="12700">
              <a:solidFill>
                <a:srgbClr val="CC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2" name="Title 1">
            <a:extLst>
              <a:ext uri="{FF2B5EF4-FFF2-40B4-BE49-F238E27FC236}">
                <a16:creationId xmlns:a16="http://schemas.microsoft.com/office/drawing/2014/main" id="{BA561331-2ED1-C421-7875-1983EC17ACE2}"/>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FF0000"/>
                </a:solidFill>
              </a:rPr>
              <a:t>Infrastructure-less</a:t>
            </a:r>
            <a:r>
              <a:rPr lang="en-US" altLang="en-US" sz="3200" b="0" dirty="0"/>
              <a:t>::</a:t>
            </a:r>
            <a:br>
              <a:rPr lang="en-US" altLang="en-US" sz="3200" b="0" dirty="0"/>
            </a:br>
            <a:r>
              <a:rPr lang="en-US" altLang="en-US" sz="3200" b="0" dirty="0"/>
              <a:t>Ad-Hoc Networks</a:t>
            </a:r>
            <a:endParaRPr lang="en-US" sz="3200" b="0" dirty="0">
              <a:solidFill>
                <a:srgbClr val="FF0000"/>
              </a:solidFill>
            </a:endParaRPr>
          </a:p>
        </p:txBody>
      </p:sp>
      <p:sp>
        <p:nvSpPr>
          <p:cNvPr id="3" name="object 2">
            <a:extLst>
              <a:ext uri="{FF2B5EF4-FFF2-40B4-BE49-F238E27FC236}">
                <a16:creationId xmlns:a16="http://schemas.microsoft.com/office/drawing/2014/main" id="{9341BC0F-A00E-25D3-B3A9-F9E3FFB29043}"/>
              </a:ext>
            </a:extLst>
          </p:cNvPr>
          <p:cNvSpPr txBox="1">
            <a:spLocks/>
          </p:cNvSpPr>
          <p:nvPr/>
        </p:nvSpPr>
        <p:spPr>
          <a:xfrm>
            <a:off x="422339" y="636270"/>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295654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5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5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5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650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50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a:extLst>
              <a:ext uri="{FF2B5EF4-FFF2-40B4-BE49-F238E27FC236}">
                <a16:creationId xmlns:a16="http://schemas.microsoft.com/office/drawing/2014/main" id="{70F3C597-EF55-A6C3-9975-8E95F6852963}"/>
              </a:ext>
            </a:extLst>
          </p:cNvPr>
          <p:cNvSpPr>
            <a:spLocks noGrp="1" noChangeArrowheads="1"/>
          </p:cNvSpPr>
          <p:nvPr>
            <p:ph type="body" idx="1"/>
          </p:nvPr>
        </p:nvSpPr>
        <p:spPr>
          <a:xfrm>
            <a:off x="390525" y="1895475"/>
            <a:ext cx="8148638" cy="3438525"/>
          </a:xfrm>
        </p:spPr>
        <p:txBody>
          <a:bodyPr/>
          <a:lstStyle/>
          <a:p>
            <a:pPr>
              <a:lnSpc>
                <a:spcPct val="80000"/>
              </a:lnSpc>
            </a:pPr>
            <a:r>
              <a:rPr lang="en-US" altLang="en-US" sz="2000" b="0" dirty="0"/>
              <a:t>Ad-hoc networks provide a flexible network infrastructure for many emerging applications.</a:t>
            </a:r>
          </a:p>
          <a:p>
            <a:pPr>
              <a:lnSpc>
                <a:spcPct val="40000"/>
              </a:lnSpc>
            </a:pPr>
            <a:endParaRPr lang="en-US" altLang="en-US" sz="2000" b="0" dirty="0"/>
          </a:p>
          <a:p>
            <a:pPr>
              <a:lnSpc>
                <a:spcPct val="80000"/>
              </a:lnSpc>
            </a:pPr>
            <a:r>
              <a:rPr lang="en-US" altLang="en-US" sz="2000" b="0" dirty="0"/>
              <a:t>The capacity of such networks is generally unknown.</a:t>
            </a:r>
          </a:p>
          <a:p>
            <a:pPr>
              <a:lnSpc>
                <a:spcPct val="40000"/>
              </a:lnSpc>
            </a:pPr>
            <a:endParaRPr lang="en-US" altLang="en-US" sz="2000" b="0" dirty="0"/>
          </a:p>
          <a:p>
            <a:pPr>
              <a:lnSpc>
                <a:spcPct val="80000"/>
              </a:lnSpc>
            </a:pPr>
            <a:r>
              <a:rPr lang="en-US" altLang="en-US" sz="2000" b="0" dirty="0"/>
              <a:t>Transmission, access, and routing strategies for ad-hoc networks are generally ad-hoc.</a:t>
            </a:r>
          </a:p>
          <a:p>
            <a:pPr>
              <a:lnSpc>
                <a:spcPct val="30000"/>
              </a:lnSpc>
            </a:pPr>
            <a:endParaRPr lang="en-US" altLang="en-US" sz="2000" b="0" dirty="0"/>
          </a:p>
          <a:p>
            <a:pPr>
              <a:lnSpc>
                <a:spcPct val="100000"/>
              </a:lnSpc>
            </a:pPr>
            <a:r>
              <a:rPr lang="en-US" altLang="en-US" sz="2000" b="0" dirty="0"/>
              <a:t>Cross layer design critical are very challenging.</a:t>
            </a:r>
          </a:p>
          <a:p>
            <a:pPr>
              <a:lnSpc>
                <a:spcPct val="40000"/>
              </a:lnSpc>
            </a:pPr>
            <a:endParaRPr lang="en-US" altLang="en-US" sz="2000" b="0" dirty="0"/>
          </a:p>
          <a:p>
            <a:pPr>
              <a:lnSpc>
                <a:spcPct val="80000"/>
              </a:lnSpc>
            </a:pPr>
            <a:r>
              <a:rPr lang="en-US" altLang="en-US" sz="2000" b="0" dirty="0"/>
              <a:t>Energy constraints impose interesting design tradeoffs for communication and networking.</a:t>
            </a:r>
          </a:p>
        </p:txBody>
      </p:sp>
      <p:sp>
        <p:nvSpPr>
          <p:cNvPr id="3" name="Title 1">
            <a:extLst>
              <a:ext uri="{FF2B5EF4-FFF2-40B4-BE49-F238E27FC236}">
                <a16:creationId xmlns:a16="http://schemas.microsoft.com/office/drawing/2014/main" id="{E8A62243-A940-3B84-9533-AEC863F8FF70}"/>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FF0000"/>
                </a:solidFill>
              </a:rPr>
              <a:t>Infrastructure-less</a:t>
            </a:r>
            <a:r>
              <a:rPr lang="en-US" altLang="en-US" sz="3200" b="0" dirty="0"/>
              <a:t>::</a:t>
            </a:r>
            <a:br>
              <a:rPr lang="en-US" altLang="en-US" sz="3200" b="0" dirty="0"/>
            </a:br>
            <a:r>
              <a:rPr lang="en-US" altLang="en-US" sz="3200" b="0" dirty="0"/>
              <a:t>Ad-Hoc Networks</a:t>
            </a:r>
            <a:endParaRPr lang="en-US" sz="3200" b="0" dirty="0">
              <a:solidFill>
                <a:srgbClr val="FF0000"/>
              </a:solidFill>
            </a:endParaRPr>
          </a:p>
        </p:txBody>
      </p:sp>
      <p:sp>
        <p:nvSpPr>
          <p:cNvPr id="2" name="object 2">
            <a:extLst>
              <a:ext uri="{FF2B5EF4-FFF2-40B4-BE49-F238E27FC236}">
                <a16:creationId xmlns:a16="http://schemas.microsoft.com/office/drawing/2014/main" id="{7BA1BD86-73AE-C6AF-8998-0F5BCE829874}"/>
              </a:ext>
            </a:extLst>
          </p:cNvPr>
          <p:cNvSpPr txBox="1">
            <a:spLocks/>
          </p:cNvSpPr>
          <p:nvPr/>
        </p:nvSpPr>
        <p:spPr>
          <a:xfrm>
            <a:off x="520859" y="685624"/>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13716370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E4181-ACFD-00EB-050C-5456071229E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9548754-62A1-8B0E-968F-BAE64D09EA92}"/>
              </a:ext>
            </a:extLst>
          </p:cNvPr>
          <p:cNvSpPr txBox="1">
            <a:spLocks/>
          </p:cNvSpPr>
          <p:nvPr/>
        </p:nvSpPr>
        <p:spPr bwMode="auto">
          <a:xfrm>
            <a:off x="304800" y="76200"/>
            <a:ext cx="8056562" cy="1066800"/>
          </a:xfrm>
          <a:prstGeom prst="rect">
            <a:avLst/>
          </a:prstGeom>
          <a:noFill/>
          <a:ln>
            <a:noFill/>
          </a:ln>
          <a:effectLst/>
        </p:spPr>
        <p:txBody>
          <a:bodyPr vert="horz" wrap="square" lIns="92075" tIns="46038" rIns="92075" bIns="46038" numCol="1" anchor="b" anchorCtr="0" compatLnSpc="1">
            <a:prstTxWarp prst="textNoShape">
              <a:avLst/>
            </a:prstTxWarp>
            <a:normAutofit fontScale="92500"/>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a:lnSpc>
                <a:spcPct val="90000"/>
              </a:lnSpc>
              <a:spcAft>
                <a:spcPts val="600"/>
              </a:spcAft>
            </a:pPr>
            <a:r>
              <a:rPr lang="en-US" altLang="en-US" sz="2700" b="1" kern="1200" dirty="0">
                <a:latin typeface="+mj-lt"/>
                <a:ea typeface="+mj-ea"/>
                <a:cs typeface="+mj-cs"/>
              </a:rPr>
              <a:t>Multi-hop Infrastructure-less::</a:t>
            </a:r>
            <a:br>
              <a:rPr lang="en-US" altLang="en-US" sz="2700" b="1" kern="1200" dirty="0">
                <a:latin typeface="+mj-lt"/>
                <a:ea typeface="+mj-ea"/>
                <a:cs typeface="+mj-cs"/>
              </a:rPr>
            </a:br>
            <a:r>
              <a:rPr lang="en-US" altLang="en-US" sz="2700" b="1" kern="1200" dirty="0">
                <a:solidFill>
                  <a:srgbClr val="FF0000"/>
                </a:solidFill>
                <a:latin typeface="+mj-lt"/>
                <a:ea typeface="+mj-ea"/>
                <a:cs typeface="+mj-cs"/>
              </a:rPr>
              <a:t>Wireless Mesh Network </a:t>
            </a:r>
            <a:r>
              <a:rPr lang="en-US" altLang="en-US" sz="2700" b="1" kern="1200" dirty="0">
                <a:latin typeface="+mj-lt"/>
                <a:ea typeface="+mj-ea"/>
                <a:cs typeface="+mj-cs"/>
              </a:rPr>
              <a:t>vs </a:t>
            </a:r>
            <a:r>
              <a:rPr lang="en-US" altLang="en-US" sz="2700" b="1" kern="1200" dirty="0">
                <a:solidFill>
                  <a:srgbClr val="00B050"/>
                </a:solidFill>
                <a:latin typeface="+mj-lt"/>
                <a:ea typeface="+mj-ea"/>
                <a:cs typeface="+mj-cs"/>
              </a:rPr>
              <a:t>Wireless Ad-Hoc Networks</a:t>
            </a:r>
            <a:endParaRPr lang="en-US" sz="2700" b="1" kern="1200" dirty="0">
              <a:solidFill>
                <a:srgbClr val="00B050"/>
              </a:solidFill>
              <a:latin typeface="+mj-lt"/>
              <a:ea typeface="+mj-ea"/>
              <a:cs typeface="+mj-cs"/>
            </a:endParaRPr>
          </a:p>
        </p:txBody>
      </p:sp>
      <p:graphicFrame>
        <p:nvGraphicFramePr>
          <p:cNvPr id="2" name="Table 1">
            <a:extLst>
              <a:ext uri="{FF2B5EF4-FFF2-40B4-BE49-F238E27FC236}">
                <a16:creationId xmlns:a16="http://schemas.microsoft.com/office/drawing/2014/main" id="{6D22D64F-6060-03BE-57B5-A7D689E1CE0E}"/>
              </a:ext>
            </a:extLst>
          </p:cNvPr>
          <p:cNvGraphicFramePr>
            <a:graphicFrameLocks noGrp="1"/>
          </p:cNvGraphicFramePr>
          <p:nvPr>
            <p:extLst>
              <p:ext uri="{D42A27DB-BD31-4B8C-83A1-F6EECF244321}">
                <p14:modId xmlns:p14="http://schemas.microsoft.com/office/powerpoint/2010/main" val="1984953428"/>
              </p:ext>
            </p:extLst>
          </p:nvPr>
        </p:nvGraphicFramePr>
        <p:xfrm>
          <a:off x="304800" y="1828800"/>
          <a:ext cx="8458200" cy="4545751"/>
        </p:xfrm>
        <a:graphic>
          <a:graphicData uri="http://schemas.openxmlformats.org/drawingml/2006/table">
            <a:tbl>
              <a:tblPr>
                <a:solidFill>
                  <a:schemeClr val="tx1">
                    <a:lumMod val="75000"/>
                    <a:lumOff val="25000"/>
                  </a:schemeClr>
                </a:solidFill>
              </a:tblPr>
              <a:tblGrid>
                <a:gridCol w="1295400">
                  <a:extLst>
                    <a:ext uri="{9D8B030D-6E8A-4147-A177-3AD203B41FA5}">
                      <a16:colId xmlns:a16="http://schemas.microsoft.com/office/drawing/2014/main" val="4137077838"/>
                    </a:ext>
                  </a:extLst>
                </a:gridCol>
                <a:gridCol w="3733800">
                  <a:extLst>
                    <a:ext uri="{9D8B030D-6E8A-4147-A177-3AD203B41FA5}">
                      <a16:colId xmlns:a16="http://schemas.microsoft.com/office/drawing/2014/main" val="4112203746"/>
                    </a:ext>
                  </a:extLst>
                </a:gridCol>
                <a:gridCol w="3429000">
                  <a:extLst>
                    <a:ext uri="{9D8B030D-6E8A-4147-A177-3AD203B41FA5}">
                      <a16:colId xmlns:a16="http://schemas.microsoft.com/office/drawing/2014/main" val="3552501692"/>
                    </a:ext>
                  </a:extLst>
                </a:gridCol>
              </a:tblGrid>
              <a:tr h="432848">
                <a:tc>
                  <a:txBody>
                    <a:bodyPr/>
                    <a:lstStyle/>
                    <a:p>
                      <a:pPr algn="l"/>
                      <a:r>
                        <a:rPr lang="en-US" sz="1400" cap="none" spc="0" dirty="0">
                          <a:solidFill>
                            <a:schemeClr val="bg1"/>
                          </a:solidFill>
                        </a:rPr>
                        <a:t>Aspect</a:t>
                      </a:r>
                    </a:p>
                  </a:txBody>
                  <a:tcPr marL="75923" marR="35042" marT="58403" marB="58403">
                    <a:lnL w="38100" cap="flat" cmpd="sng" algn="ctr">
                      <a:noFill/>
                      <a:prstDash val="solid"/>
                    </a:lnL>
                    <a:lnR w="6350" cap="flat" cmpd="sng" algn="ctr">
                      <a:solidFill>
                        <a:schemeClr val="tx1">
                          <a:lumMod val="50000"/>
                          <a:lumOff val="50000"/>
                        </a:schemeClr>
                      </a:solid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b="1" cap="none" spc="0" dirty="0">
                          <a:solidFill>
                            <a:srgbClr val="FF0000"/>
                          </a:solidFill>
                        </a:rPr>
                        <a:t>Wireless Mesh Network (WMN)</a:t>
                      </a:r>
                      <a:endParaRPr lang="en-US" sz="1400" cap="none" spc="0" dirty="0">
                        <a:solidFill>
                          <a:srgbClr val="FF0000"/>
                        </a:solidFill>
                      </a:endParaRPr>
                    </a:p>
                  </a:txBody>
                  <a:tcPr marL="75923" marR="35042" marT="58403" marB="584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b="1" cap="none" spc="0" dirty="0">
                          <a:solidFill>
                            <a:srgbClr val="00B050"/>
                          </a:solidFill>
                        </a:rPr>
                        <a:t>Wireless Ad-hoc Network (WAHN)</a:t>
                      </a:r>
                      <a:endParaRPr lang="en-US" sz="1400" cap="none" spc="0" dirty="0">
                        <a:solidFill>
                          <a:srgbClr val="00B050"/>
                        </a:solidFill>
                      </a:endParaRPr>
                    </a:p>
                  </a:txBody>
                  <a:tcPr marL="75923" marR="35042" marT="58403" marB="58403">
                    <a:lnL w="6350" cap="flat" cmpd="sng" algn="ctr">
                      <a:solidFill>
                        <a:schemeClr val="tx1">
                          <a:lumMod val="50000"/>
                          <a:lumOff val="50000"/>
                        </a:schemeClr>
                      </a:solidFill>
                      <a:prstDash val="solid"/>
                    </a:lnL>
                    <a:lnR w="38100" cap="flat" cmpd="sng" algn="ctr">
                      <a:no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3274096341"/>
                  </a:ext>
                </a:extLst>
              </a:tr>
              <a:tr h="575769">
                <a:tc>
                  <a:txBody>
                    <a:bodyPr/>
                    <a:lstStyle/>
                    <a:p>
                      <a:pPr algn="l"/>
                      <a:r>
                        <a:rPr lang="en-US" sz="1400" b="0" cap="none" spc="0">
                          <a:solidFill>
                            <a:srgbClr val="FF0000"/>
                          </a:solidFill>
                        </a:rPr>
                        <a:t>Infrastructure</a:t>
                      </a:r>
                    </a:p>
                  </a:txBody>
                  <a:tcPr marL="75923" marR="35042" marT="58403" marB="58403">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Semi-infrastructure</a:t>
                      </a:r>
                      <a:r>
                        <a:rPr lang="en-US" sz="1400" cap="none" spc="0" dirty="0">
                          <a:solidFill>
                            <a:schemeClr val="bg1"/>
                          </a:solidFill>
                        </a:rPr>
                        <a:t> (uses fixed mesh routers as backbone)</a:t>
                      </a:r>
                    </a:p>
                  </a:txBody>
                  <a:tcPr marL="75923" marR="35042" marT="58403" marB="584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Purely infrastructure-less</a:t>
                      </a:r>
                    </a:p>
                  </a:txBody>
                  <a:tcPr marL="75923" marR="35042" marT="58403" marB="58403">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3666834023"/>
                  </a:ext>
                </a:extLst>
              </a:tr>
              <a:tr h="575769">
                <a:tc>
                  <a:txBody>
                    <a:bodyPr/>
                    <a:lstStyle/>
                    <a:p>
                      <a:pPr algn="l"/>
                      <a:r>
                        <a:rPr lang="en-US" sz="1400" b="0" cap="none" spc="0" dirty="0">
                          <a:solidFill>
                            <a:srgbClr val="FF0000"/>
                          </a:solidFill>
                        </a:rPr>
                        <a:t>Node Roles</a:t>
                      </a:r>
                    </a:p>
                  </a:txBody>
                  <a:tcPr marL="75923" marR="35042" marT="58403" marB="58403">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chemeClr val="bg1"/>
                          </a:solidFill>
                        </a:rPr>
                        <a:t>Distinct roles: </a:t>
                      </a:r>
                      <a:r>
                        <a:rPr lang="en-US" sz="1400" b="1" cap="none" spc="0" dirty="0">
                          <a:solidFill>
                            <a:srgbClr val="0070C0"/>
                          </a:solidFill>
                        </a:rPr>
                        <a:t>Mesh routers</a:t>
                      </a:r>
                      <a:r>
                        <a:rPr lang="en-US" sz="1400" cap="none" spc="0" dirty="0">
                          <a:solidFill>
                            <a:srgbClr val="0070C0"/>
                          </a:solidFill>
                        </a:rPr>
                        <a:t> (static) and </a:t>
                      </a:r>
                      <a:r>
                        <a:rPr lang="en-US" sz="1400" b="1" cap="none" spc="0" dirty="0">
                          <a:solidFill>
                            <a:srgbClr val="0070C0"/>
                          </a:solidFill>
                        </a:rPr>
                        <a:t>clients</a:t>
                      </a:r>
                      <a:r>
                        <a:rPr lang="en-US" sz="1400" cap="none" spc="0" dirty="0">
                          <a:solidFill>
                            <a:srgbClr val="0070C0"/>
                          </a:solidFill>
                        </a:rPr>
                        <a:t> (dynamic)</a:t>
                      </a:r>
                    </a:p>
                  </a:txBody>
                  <a:tcPr marL="75923" marR="35042" marT="58403" marB="584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All nodes are equal; any node can route data</a:t>
                      </a:r>
                    </a:p>
                  </a:txBody>
                  <a:tcPr marL="75923" marR="35042" marT="58403" marB="58403">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1373701083"/>
                  </a:ext>
                </a:extLst>
              </a:tr>
              <a:tr h="432848">
                <a:tc>
                  <a:txBody>
                    <a:bodyPr/>
                    <a:lstStyle/>
                    <a:p>
                      <a:pPr algn="l"/>
                      <a:r>
                        <a:rPr lang="en-US" sz="1400" b="0" cap="none" spc="0" dirty="0">
                          <a:solidFill>
                            <a:srgbClr val="FF0000"/>
                          </a:solidFill>
                        </a:rPr>
                        <a:t>Deployment</a:t>
                      </a:r>
                    </a:p>
                  </a:txBody>
                  <a:tcPr marL="75923" marR="35042" marT="58403" marB="58403">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Pre-planned, often permanent</a:t>
                      </a:r>
                    </a:p>
                  </a:txBody>
                  <a:tcPr marL="75923" marR="35042" marT="58403" marB="584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Temporary, spontaneous setup</a:t>
                      </a:r>
                    </a:p>
                  </a:txBody>
                  <a:tcPr marL="75923" marR="35042" marT="58403" marB="58403">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1580408678"/>
                  </a:ext>
                </a:extLst>
              </a:tr>
              <a:tr h="432848">
                <a:tc>
                  <a:txBody>
                    <a:bodyPr/>
                    <a:lstStyle/>
                    <a:p>
                      <a:pPr algn="l"/>
                      <a:r>
                        <a:rPr lang="en-US" sz="1400" b="0" cap="none" spc="0">
                          <a:solidFill>
                            <a:srgbClr val="FF0000"/>
                          </a:solidFill>
                        </a:rPr>
                        <a:t>Routing</a:t>
                      </a:r>
                    </a:p>
                  </a:txBody>
                  <a:tcPr marL="75923" marR="35042" marT="58403" marB="58403">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Stable and optimized </a:t>
                      </a:r>
                      <a:r>
                        <a:rPr lang="en-US" sz="1400" cap="none" spc="0" dirty="0">
                          <a:solidFill>
                            <a:schemeClr val="bg1"/>
                          </a:solidFill>
                        </a:rPr>
                        <a:t>(e.g., HWMP, OLSR)</a:t>
                      </a:r>
                    </a:p>
                  </a:txBody>
                  <a:tcPr marL="75923" marR="35042" marT="58403" marB="584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Dynamic and reactive </a:t>
                      </a:r>
                      <a:r>
                        <a:rPr lang="en-US" sz="1400" cap="none" spc="0" dirty="0">
                          <a:solidFill>
                            <a:schemeClr val="bg1"/>
                          </a:solidFill>
                        </a:rPr>
                        <a:t>(e.g., AODV, DSR)</a:t>
                      </a:r>
                    </a:p>
                  </a:txBody>
                  <a:tcPr marL="75923" marR="35042" marT="58403" marB="58403">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35014501"/>
                  </a:ext>
                </a:extLst>
              </a:tr>
              <a:tr h="432848">
                <a:tc>
                  <a:txBody>
                    <a:bodyPr/>
                    <a:lstStyle/>
                    <a:p>
                      <a:pPr algn="l"/>
                      <a:r>
                        <a:rPr lang="en-US" sz="1400" b="0" cap="none" spc="0" dirty="0">
                          <a:solidFill>
                            <a:srgbClr val="FF0000"/>
                          </a:solidFill>
                        </a:rPr>
                        <a:t>Scalability</a:t>
                      </a:r>
                    </a:p>
                  </a:txBody>
                  <a:tcPr marL="75923" marR="35042" marT="58403" marB="58403">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Highly scalable </a:t>
                      </a:r>
                      <a:r>
                        <a:rPr lang="en-US" sz="1400" cap="none" spc="0" dirty="0">
                          <a:solidFill>
                            <a:schemeClr val="bg1"/>
                          </a:solidFill>
                        </a:rPr>
                        <a:t>due to backbone support</a:t>
                      </a:r>
                    </a:p>
                  </a:txBody>
                  <a:tcPr marL="75923" marR="35042" marT="58403" marB="584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Limited scalability </a:t>
                      </a:r>
                      <a:r>
                        <a:rPr lang="en-US" sz="1400" cap="none" spc="0" dirty="0">
                          <a:solidFill>
                            <a:schemeClr val="bg1"/>
                          </a:solidFill>
                        </a:rPr>
                        <a:t>due to overhead and congestion</a:t>
                      </a:r>
                    </a:p>
                  </a:txBody>
                  <a:tcPr marL="75923" marR="35042" marT="58403" marB="58403">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005041474"/>
                  </a:ext>
                </a:extLst>
              </a:tr>
              <a:tr h="432848">
                <a:tc>
                  <a:txBody>
                    <a:bodyPr/>
                    <a:lstStyle/>
                    <a:p>
                      <a:pPr algn="l"/>
                      <a:r>
                        <a:rPr lang="en-US" sz="1400" b="0" cap="none" spc="0" dirty="0">
                          <a:solidFill>
                            <a:srgbClr val="FF0000"/>
                          </a:solidFill>
                        </a:rPr>
                        <a:t>Mobility</a:t>
                      </a:r>
                    </a:p>
                  </a:txBody>
                  <a:tcPr marL="75923" marR="35042" marT="58403" marB="58403">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Clients may be mobile</a:t>
                      </a:r>
                      <a:r>
                        <a:rPr lang="en-US" sz="1400" cap="none" spc="0" dirty="0">
                          <a:solidFill>
                            <a:schemeClr val="bg1"/>
                          </a:solidFill>
                        </a:rPr>
                        <a:t>; </a:t>
                      </a:r>
                      <a:r>
                        <a:rPr lang="en-US" sz="1400" cap="none" spc="0" dirty="0">
                          <a:solidFill>
                            <a:srgbClr val="0070C0"/>
                          </a:solidFill>
                        </a:rPr>
                        <a:t>routers are often fixed</a:t>
                      </a:r>
                    </a:p>
                  </a:txBody>
                  <a:tcPr marL="75923" marR="35042" marT="58403" marB="584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All nodes may be mobile</a:t>
                      </a:r>
                    </a:p>
                  </a:txBody>
                  <a:tcPr marL="75923" marR="35042" marT="58403" marB="58403">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208639481"/>
                  </a:ext>
                </a:extLst>
              </a:tr>
              <a:tr h="432848">
                <a:tc>
                  <a:txBody>
                    <a:bodyPr/>
                    <a:lstStyle/>
                    <a:p>
                      <a:pPr algn="l"/>
                      <a:r>
                        <a:rPr lang="en-US" sz="1400" b="0" cap="none" spc="0" dirty="0">
                          <a:solidFill>
                            <a:srgbClr val="FF0000"/>
                          </a:solidFill>
                        </a:rPr>
                        <a:t>Reliability</a:t>
                      </a:r>
                    </a:p>
                  </a:txBody>
                  <a:tcPr marL="75923" marR="35042" marT="58403" marB="58403">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More reliable </a:t>
                      </a:r>
                      <a:r>
                        <a:rPr lang="en-US" sz="1400" cap="none" spc="0" dirty="0">
                          <a:solidFill>
                            <a:schemeClr val="bg1"/>
                          </a:solidFill>
                        </a:rPr>
                        <a:t>due to fixed routers and redundant paths</a:t>
                      </a:r>
                    </a:p>
                  </a:txBody>
                  <a:tcPr marL="75923" marR="35042" marT="58403" marB="584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lgn="l"/>
                      <a:r>
                        <a:rPr lang="en-US" sz="1400" cap="none" spc="0" dirty="0">
                          <a:solidFill>
                            <a:srgbClr val="0070C0"/>
                          </a:solidFill>
                        </a:rPr>
                        <a:t>Less reliable</a:t>
                      </a:r>
                      <a:r>
                        <a:rPr lang="en-US" sz="1400" cap="none" spc="0" dirty="0">
                          <a:solidFill>
                            <a:schemeClr val="bg1"/>
                          </a:solidFill>
                        </a:rPr>
                        <a:t>, frequent topology changes</a:t>
                      </a:r>
                    </a:p>
                  </a:txBody>
                  <a:tcPr marL="75923" marR="35042" marT="58403" marB="58403">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185378920"/>
                  </a:ext>
                </a:extLst>
              </a:tr>
              <a:tr h="575769">
                <a:tc>
                  <a:txBody>
                    <a:bodyPr/>
                    <a:lstStyle/>
                    <a:p>
                      <a:pPr algn="l"/>
                      <a:r>
                        <a:rPr lang="en-US" sz="1400" b="0" cap="none" spc="0" dirty="0">
                          <a:solidFill>
                            <a:srgbClr val="FF0000"/>
                          </a:solidFill>
                        </a:rPr>
                        <a:t>Use Cases</a:t>
                      </a:r>
                    </a:p>
                  </a:txBody>
                  <a:tcPr marL="75923" marR="35042" marT="58403" marB="58403">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tc>
                  <a:txBody>
                    <a:bodyPr/>
                    <a:lstStyle/>
                    <a:p>
                      <a:pPr algn="l"/>
                      <a:r>
                        <a:rPr lang="en-US" sz="1400" b="1" cap="none" spc="0" dirty="0">
                          <a:solidFill>
                            <a:srgbClr val="0070C0"/>
                          </a:solidFill>
                        </a:rPr>
                        <a:t>Community networks, smart cities, campus-wide networks</a:t>
                      </a:r>
                    </a:p>
                  </a:txBody>
                  <a:tcPr marL="75923" marR="35042" marT="58403" marB="58403">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tc>
                  <a:txBody>
                    <a:bodyPr/>
                    <a:lstStyle/>
                    <a:p>
                      <a:pPr algn="l"/>
                      <a:r>
                        <a:rPr lang="en-US" sz="1400" b="1" cap="none" spc="0" dirty="0">
                          <a:solidFill>
                            <a:srgbClr val="0070C0"/>
                          </a:solidFill>
                        </a:rPr>
                        <a:t>Military ops, disaster relief, emergency response</a:t>
                      </a:r>
                    </a:p>
                  </a:txBody>
                  <a:tcPr marL="75923" marR="35042" marT="58403" marB="58403">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extLst>
                  <a:ext uri="{0D108BD9-81ED-4DB2-BD59-A6C34878D82A}">
                    <a16:rowId xmlns:a16="http://schemas.microsoft.com/office/drawing/2014/main" val="3000525878"/>
                  </a:ext>
                </a:extLst>
              </a:tr>
            </a:tbl>
          </a:graphicData>
        </a:graphic>
      </p:graphicFrame>
      <p:sp>
        <p:nvSpPr>
          <p:cNvPr id="4" name="object 2">
            <a:extLst>
              <a:ext uri="{FF2B5EF4-FFF2-40B4-BE49-F238E27FC236}">
                <a16:creationId xmlns:a16="http://schemas.microsoft.com/office/drawing/2014/main" id="{A8AE60A3-29AC-041A-C11A-0DAA8B046D1B}"/>
              </a:ext>
            </a:extLst>
          </p:cNvPr>
          <p:cNvSpPr txBox="1">
            <a:spLocks/>
          </p:cNvSpPr>
          <p:nvPr/>
        </p:nvSpPr>
        <p:spPr>
          <a:xfrm>
            <a:off x="228600" y="371475"/>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400655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3D837-253B-2A6E-9664-15449412C19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4C95281-796C-59FD-E9E0-9463DC0CADD8}"/>
              </a:ext>
            </a:extLst>
          </p:cNvPr>
          <p:cNvGraphicFramePr>
            <a:graphicFrameLocks noGrp="1"/>
          </p:cNvGraphicFramePr>
          <p:nvPr>
            <p:extLst>
              <p:ext uri="{D42A27DB-BD31-4B8C-83A1-F6EECF244321}">
                <p14:modId xmlns:p14="http://schemas.microsoft.com/office/powerpoint/2010/main" val="4192391916"/>
              </p:ext>
            </p:extLst>
          </p:nvPr>
        </p:nvGraphicFramePr>
        <p:xfrm>
          <a:off x="228600" y="1905000"/>
          <a:ext cx="8534400" cy="3505444"/>
        </p:xfrm>
        <a:graphic>
          <a:graphicData uri="http://schemas.openxmlformats.org/drawingml/2006/table">
            <a:tbl>
              <a:tblPr>
                <a:tableStyleId>{2D5ABB26-0587-4C30-8999-92F81FD0307C}</a:tableStyleId>
              </a:tblPr>
              <a:tblGrid>
                <a:gridCol w="2291644">
                  <a:extLst>
                    <a:ext uri="{9D8B030D-6E8A-4147-A177-3AD203B41FA5}">
                      <a16:colId xmlns:a16="http://schemas.microsoft.com/office/drawing/2014/main" val="1454547321"/>
                    </a:ext>
                  </a:extLst>
                </a:gridCol>
                <a:gridCol w="3413073">
                  <a:extLst>
                    <a:ext uri="{9D8B030D-6E8A-4147-A177-3AD203B41FA5}">
                      <a16:colId xmlns:a16="http://schemas.microsoft.com/office/drawing/2014/main" val="2714453056"/>
                    </a:ext>
                  </a:extLst>
                </a:gridCol>
                <a:gridCol w="2829683">
                  <a:extLst>
                    <a:ext uri="{9D8B030D-6E8A-4147-A177-3AD203B41FA5}">
                      <a16:colId xmlns:a16="http://schemas.microsoft.com/office/drawing/2014/main" val="3166287571"/>
                    </a:ext>
                  </a:extLst>
                </a:gridCol>
              </a:tblGrid>
              <a:tr h="429809">
                <a:tc>
                  <a:txBody>
                    <a:bodyPr/>
                    <a:lstStyle/>
                    <a:p>
                      <a:r>
                        <a:rPr lang="en-US" sz="1600" cap="none" spc="0">
                          <a:solidFill>
                            <a:srgbClr val="002060"/>
                          </a:solidFill>
                        </a:rPr>
                        <a:t>Aspect</a:t>
                      </a:r>
                    </a:p>
                  </a:txBody>
                  <a:tcPr marL="90954" marR="90954" marT="97018" marB="45477" anchor="ctr"/>
                </a:tc>
                <a:tc>
                  <a:txBody>
                    <a:bodyPr/>
                    <a:lstStyle/>
                    <a:p>
                      <a:pPr algn="l"/>
                      <a:r>
                        <a:rPr lang="en-US" sz="1400" b="1" cap="none" spc="0" dirty="0">
                          <a:solidFill>
                            <a:srgbClr val="FF0000"/>
                          </a:solidFill>
                        </a:rPr>
                        <a:t>Wireless Mesh Network (WMN)</a:t>
                      </a:r>
                      <a:endParaRPr lang="en-US" sz="1400" cap="none" spc="0" dirty="0">
                        <a:solidFill>
                          <a:srgbClr val="FF0000"/>
                        </a:solidFill>
                      </a:endParaRPr>
                    </a:p>
                  </a:txBody>
                  <a:tcPr marL="75923" marR="35042" marT="58403" marB="58403"/>
                </a:tc>
                <a:tc>
                  <a:txBody>
                    <a:bodyPr/>
                    <a:lstStyle/>
                    <a:p>
                      <a:pPr algn="l"/>
                      <a:r>
                        <a:rPr lang="en-US" sz="1400" b="1" cap="none" spc="0" dirty="0">
                          <a:solidFill>
                            <a:srgbClr val="00B050"/>
                          </a:solidFill>
                        </a:rPr>
                        <a:t>Wireless Ad-hoc Network (WAHN)</a:t>
                      </a:r>
                      <a:endParaRPr lang="en-US" sz="1400" cap="none" spc="0" dirty="0">
                        <a:solidFill>
                          <a:srgbClr val="00B050"/>
                        </a:solidFill>
                      </a:endParaRPr>
                    </a:p>
                  </a:txBody>
                  <a:tcPr marL="75923" marR="35042" marT="58403" marB="58403"/>
                </a:tc>
                <a:extLst>
                  <a:ext uri="{0D108BD9-81ED-4DB2-BD59-A6C34878D82A}">
                    <a16:rowId xmlns:a16="http://schemas.microsoft.com/office/drawing/2014/main" val="2172526704"/>
                  </a:ext>
                </a:extLst>
              </a:tr>
              <a:tr h="972368">
                <a:tc>
                  <a:txBody>
                    <a:bodyPr/>
                    <a:lstStyle/>
                    <a:p>
                      <a:r>
                        <a:rPr lang="en-US" sz="1400" kern="1200" cap="none" spc="0">
                          <a:solidFill>
                            <a:srgbClr val="FF0000"/>
                          </a:solidFill>
                          <a:latin typeface="+mn-lt"/>
                          <a:ea typeface="+mn-ea"/>
                          <a:cs typeface="+mn-cs"/>
                        </a:rPr>
                        <a:t>Radio Interfaces</a:t>
                      </a:r>
                    </a:p>
                  </a:txBody>
                  <a:tcPr marL="90954" marR="90954" marT="97018" marB="45477" anchor="ctr"/>
                </a:tc>
                <a:tc>
                  <a:txBody>
                    <a:bodyPr/>
                    <a:lstStyle/>
                    <a:p>
                      <a:r>
                        <a:rPr lang="en-US" sz="1400" kern="1200" cap="none" spc="0" dirty="0">
                          <a:solidFill>
                            <a:srgbClr val="FF0000"/>
                          </a:solidFill>
                          <a:latin typeface="+mn-lt"/>
                          <a:ea typeface="+mn-ea"/>
                          <a:cs typeface="+mn-cs"/>
                        </a:rPr>
                        <a:t>Often multi-radio </a:t>
                      </a:r>
                      <a:r>
                        <a:rPr lang="en-US" sz="1400" kern="1200" cap="none" spc="0" dirty="0">
                          <a:solidFill>
                            <a:schemeClr val="bg1"/>
                          </a:solidFill>
                          <a:latin typeface="+mn-lt"/>
                          <a:ea typeface="+mn-ea"/>
                          <a:cs typeface="+mn-cs"/>
                        </a:rPr>
                        <a:t>and </a:t>
                      </a:r>
                      <a:r>
                        <a:rPr lang="en-US" sz="1400" kern="1200" cap="none" spc="0" dirty="0">
                          <a:solidFill>
                            <a:srgbClr val="FF0000"/>
                          </a:solidFill>
                          <a:latin typeface="+mn-lt"/>
                          <a:ea typeface="+mn-ea"/>
                          <a:cs typeface="+mn-cs"/>
                        </a:rPr>
                        <a:t>multi-channel</a:t>
                      </a:r>
                      <a:r>
                        <a:rPr lang="en-US" sz="1400" kern="1200" cap="none" spc="0" dirty="0">
                          <a:solidFill>
                            <a:schemeClr val="bg1"/>
                          </a:solidFill>
                          <a:latin typeface="+mn-lt"/>
                          <a:ea typeface="+mn-ea"/>
                          <a:cs typeface="+mn-cs"/>
                        </a:rPr>
                        <a:t> (e.g., </a:t>
                      </a:r>
                      <a:r>
                        <a:rPr lang="en-US" sz="1400" kern="1200" cap="none" spc="0" dirty="0">
                          <a:solidFill>
                            <a:srgbClr val="FF0000"/>
                          </a:solidFill>
                          <a:latin typeface="+mn-lt"/>
                          <a:ea typeface="+mn-ea"/>
                          <a:cs typeface="+mn-cs"/>
                        </a:rPr>
                        <a:t>802.11s, WiMAX, LTE</a:t>
                      </a:r>
                      <a:r>
                        <a:rPr lang="en-US" sz="1400" kern="1200" cap="none" spc="0" dirty="0">
                          <a:solidFill>
                            <a:schemeClr val="bg1"/>
                          </a:solidFill>
                          <a:latin typeface="+mn-lt"/>
                          <a:ea typeface="+mn-ea"/>
                          <a:cs typeface="+mn-cs"/>
                        </a:rPr>
                        <a:t>)</a:t>
                      </a:r>
                    </a:p>
                  </a:txBody>
                  <a:tcPr marL="90954" marR="90954" marT="97018" marB="45477" anchor="ctr"/>
                </a:tc>
                <a:tc>
                  <a:txBody>
                    <a:bodyPr/>
                    <a:lstStyle/>
                    <a:p>
                      <a:r>
                        <a:rPr lang="en-US" sz="1400" kern="1200" cap="none" spc="0" dirty="0">
                          <a:solidFill>
                            <a:srgbClr val="FF0000"/>
                          </a:solidFill>
                          <a:latin typeface="+mn-lt"/>
                          <a:ea typeface="+mn-ea"/>
                          <a:cs typeface="+mn-cs"/>
                        </a:rPr>
                        <a:t>Usually single-radio, single-channel </a:t>
                      </a:r>
                      <a:r>
                        <a:rPr lang="en-US" sz="1400" kern="1200" cap="none" spc="0" dirty="0">
                          <a:solidFill>
                            <a:schemeClr val="bg1"/>
                          </a:solidFill>
                          <a:latin typeface="+mn-lt"/>
                          <a:ea typeface="+mn-ea"/>
                          <a:cs typeface="+mn-cs"/>
                        </a:rPr>
                        <a:t>(e.g., </a:t>
                      </a:r>
                      <a:r>
                        <a:rPr lang="en-US" sz="1400" kern="1200" cap="none" spc="0" dirty="0">
                          <a:solidFill>
                            <a:srgbClr val="FF0000"/>
                          </a:solidFill>
                          <a:latin typeface="+mn-lt"/>
                          <a:ea typeface="+mn-ea"/>
                          <a:cs typeface="+mn-cs"/>
                        </a:rPr>
                        <a:t>802.11, Bluetooth</a:t>
                      </a:r>
                      <a:r>
                        <a:rPr lang="en-US" sz="1400" kern="1200" cap="none" spc="0" dirty="0">
                          <a:solidFill>
                            <a:schemeClr val="bg1"/>
                          </a:solidFill>
                          <a:latin typeface="+mn-lt"/>
                          <a:ea typeface="+mn-ea"/>
                          <a:cs typeface="+mn-cs"/>
                        </a:rPr>
                        <a:t>)</a:t>
                      </a:r>
                    </a:p>
                  </a:txBody>
                  <a:tcPr marL="90954" marR="90954" marT="97018" marB="45477" anchor="ctr"/>
                </a:tc>
                <a:extLst>
                  <a:ext uri="{0D108BD9-81ED-4DB2-BD59-A6C34878D82A}">
                    <a16:rowId xmlns:a16="http://schemas.microsoft.com/office/drawing/2014/main" val="2695915581"/>
                  </a:ext>
                </a:extLst>
              </a:tr>
              <a:tr h="701089">
                <a:tc>
                  <a:txBody>
                    <a:bodyPr/>
                    <a:lstStyle/>
                    <a:p>
                      <a:r>
                        <a:rPr lang="en-US" sz="1400" kern="1200" cap="none" spc="0" dirty="0">
                          <a:solidFill>
                            <a:srgbClr val="FF0000"/>
                          </a:solidFill>
                          <a:latin typeface="+mn-lt"/>
                          <a:ea typeface="+mn-ea"/>
                          <a:cs typeface="+mn-cs"/>
                        </a:rPr>
                        <a:t>Backhaul Support</a:t>
                      </a:r>
                    </a:p>
                  </a:txBody>
                  <a:tcPr marL="90954" marR="90954" marT="97018" marB="45477" anchor="ctr"/>
                </a:tc>
                <a:tc>
                  <a:txBody>
                    <a:bodyPr/>
                    <a:lstStyle/>
                    <a:p>
                      <a:r>
                        <a:rPr lang="en-US" sz="1400" kern="1200" cap="none" spc="0" dirty="0">
                          <a:solidFill>
                            <a:schemeClr val="bg1"/>
                          </a:solidFill>
                          <a:latin typeface="+mn-lt"/>
                          <a:ea typeface="+mn-ea"/>
                          <a:cs typeface="+mn-cs"/>
                        </a:rPr>
                        <a:t>Yes, mesh routers </a:t>
                      </a:r>
                      <a:r>
                        <a:rPr lang="en-US" sz="1400" kern="1200" cap="none" spc="0" dirty="0">
                          <a:solidFill>
                            <a:srgbClr val="FF0000"/>
                          </a:solidFill>
                          <a:latin typeface="+mn-lt"/>
                          <a:ea typeface="+mn-ea"/>
                          <a:cs typeface="+mn-cs"/>
                        </a:rPr>
                        <a:t>may connect to the Internet or backbone</a:t>
                      </a:r>
                    </a:p>
                  </a:txBody>
                  <a:tcPr marL="90954" marR="90954" marT="97018" marB="45477" anchor="ctr"/>
                </a:tc>
                <a:tc>
                  <a:txBody>
                    <a:bodyPr/>
                    <a:lstStyle/>
                    <a:p>
                      <a:r>
                        <a:rPr lang="en-US" sz="1400" kern="1200" cap="none" spc="0" dirty="0">
                          <a:solidFill>
                            <a:schemeClr val="bg1"/>
                          </a:solidFill>
                          <a:latin typeface="+mn-lt"/>
                          <a:ea typeface="+mn-ea"/>
                          <a:cs typeface="+mn-cs"/>
                        </a:rPr>
                        <a:t>No backhaul, </a:t>
                      </a:r>
                      <a:r>
                        <a:rPr lang="en-US" sz="1400" kern="1200" cap="none" spc="0" dirty="0">
                          <a:solidFill>
                            <a:srgbClr val="FF0000"/>
                          </a:solidFill>
                          <a:latin typeface="+mn-lt"/>
                          <a:ea typeface="+mn-ea"/>
                          <a:cs typeface="+mn-cs"/>
                        </a:rPr>
                        <a:t>only peer-to-peer communication</a:t>
                      </a:r>
                    </a:p>
                  </a:txBody>
                  <a:tcPr marL="90954" marR="90954" marT="97018" marB="45477" anchor="ctr"/>
                </a:tc>
                <a:extLst>
                  <a:ext uri="{0D108BD9-81ED-4DB2-BD59-A6C34878D82A}">
                    <a16:rowId xmlns:a16="http://schemas.microsoft.com/office/drawing/2014/main" val="1213575587"/>
                  </a:ext>
                </a:extLst>
              </a:tr>
              <a:tr h="701089">
                <a:tc>
                  <a:txBody>
                    <a:bodyPr/>
                    <a:lstStyle/>
                    <a:p>
                      <a:r>
                        <a:rPr lang="en-US" sz="1400" kern="1200" cap="none" spc="0">
                          <a:solidFill>
                            <a:srgbClr val="FF0000"/>
                          </a:solidFill>
                          <a:latin typeface="+mn-lt"/>
                          <a:ea typeface="+mn-ea"/>
                          <a:cs typeface="+mn-cs"/>
                        </a:rPr>
                        <a:t>Gateway Capability</a:t>
                      </a:r>
                    </a:p>
                  </a:txBody>
                  <a:tcPr marL="90954" marR="90954" marT="97018" marB="45477" anchor="ctr"/>
                </a:tc>
                <a:tc>
                  <a:txBody>
                    <a:bodyPr/>
                    <a:lstStyle/>
                    <a:p>
                      <a:r>
                        <a:rPr lang="en-US" sz="1400" kern="1200" cap="none" spc="0" dirty="0">
                          <a:solidFill>
                            <a:schemeClr val="bg1"/>
                          </a:solidFill>
                          <a:latin typeface="+mn-lt"/>
                          <a:ea typeface="+mn-ea"/>
                          <a:cs typeface="+mn-cs"/>
                        </a:rPr>
                        <a:t>Mesh routers often serve as gateways to external networks</a:t>
                      </a:r>
                    </a:p>
                  </a:txBody>
                  <a:tcPr marL="90954" marR="90954" marT="97018" marB="45477" anchor="ctr"/>
                </a:tc>
                <a:tc>
                  <a:txBody>
                    <a:bodyPr/>
                    <a:lstStyle/>
                    <a:p>
                      <a:r>
                        <a:rPr lang="en-US" sz="1400" kern="1200" cap="none" spc="0">
                          <a:solidFill>
                            <a:schemeClr val="bg1"/>
                          </a:solidFill>
                          <a:latin typeface="+mn-lt"/>
                          <a:ea typeface="+mn-ea"/>
                          <a:cs typeface="+mn-cs"/>
                        </a:rPr>
                        <a:t>No defined gateway; all nodes are peers</a:t>
                      </a:r>
                    </a:p>
                  </a:txBody>
                  <a:tcPr marL="90954" marR="90954" marT="97018" marB="45477" anchor="ctr"/>
                </a:tc>
                <a:extLst>
                  <a:ext uri="{0D108BD9-81ED-4DB2-BD59-A6C34878D82A}">
                    <a16:rowId xmlns:a16="http://schemas.microsoft.com/office/drawing/2014/main" val="893220839"/>
                  </a:ext>
                </a:extLst>
              </a:tr>
              <a:tr h="701089">
                <a:tc>
                  <a:txBody>
                    <a:bodyPr/>
                    <a:lstStyle/>
                    <a:p>
                      <a:r>
                        <a:rPr lang="en-US" sz="1400" kern="1200" cap="none" spc="0">
                          <a:solidFill>
                            <a:srgbClr val="FF0000"/>
                          </a:solidFill>
                          <a:latin typeface="+mn-lt"/>
                          <a:ea typeface="+mn-ea"/>
                          <a:cs typeface="+mn-cs"/>
                        </a:rPr>
                        <a:t>Energy Source</a:t>
                      </a:r>
                    </a:p>
                  </a:txBody>
                  <a:tcPr marL="90954" marR="90954" marT="97018" marB="45477" anchor="ctr"/>
                </a:tc>
                <a:tc>
                  <a:txBody>
                    <a:bodyPr/>
                    <a:lstStyle/>
                    <a:p>
                      <a:r>
                        <a:rPr lang="en-US" sz="1400" kern="1200" cap="none" spc="0" dirty="0">
                          <a:solidFill>
                            <a:srgbClr val="FF0000"/>
                          </a:solidFill>
                          <a:latin typeface="+mn-lt"/>
                          <a:ea typeface="+mn-ea"/>
                          <a:cs typeface="+mn-cs"/>
                        </a:rPr>
                        <a:t>Often powered </a:t>
                      </a:r>
                      <a:r>
                        <a:rPr lang="en-US" sz="1400" kern="1200" cap="none" spc="0" dirty="0">
                          <a:solidFill>
                            <a:schemeClr val="bg1"/>
                          </a:solidFill>
                          <a:latin typeface="+mn-lt"/>
                          <a:ea typeface="+mn-ea"/>
                          <a:cs typeface="+mn-cs"/>
                        </a:rPr>
                        <a:t>(e.g., fixed routers)</a:t>
                      </a:r>
                    </a:p>
                  </a:txBody>
                  <a:tcPr marL="90954" marR="90954" marT="97018" marB="45477" anchor="ctr"/>
                </a:tc>
                <a:tc>
                  <a:txBody>
                    <a:bodyPr/>
                    <a:lstStyle/>
                    <a:p>
                      <a:r>
                        <a:rPr lang="en-US" sz="1400" kern="1200" cap="none" spc="0" dirty="0">
                          <a:solidFill>
                            <a:srgbClr val="FF0000"/>
                          </a:solidFill>
                          <a:latin typeface="+mn-lt"/>
                          <a:ea typeface="+mn-ea"/>
                          <a:cs typeface="+mn-cs"/>
                        </a:rPr>
                        <a:t>Often battery-operated </a:t>
                      </a:r>
                      <a:r>
                        <a:rPr lang="en-US" sz="1400" kern="1200" cap="none" spc="0" dirty="0">
                          <a:solidFill>
                            <a:schemeClr val="bg1"/>
                          </a:solidFill>
                          <a:latin typeface="+mn-lt"/>
                          <a:ea typeface="+mn-ea"/>
                          <a:cs typeface="+mn-cs"/>
                        </a:rPr>
                        <a:t>(mobile nodes)</a:t>
                      </a:r>
                    </a:p>
                  </a:txBody>
                  <a:tcPr marL="90954" marR="90954" marT="97018" marB="45477" anchor="ctr"/>
                </a:tc>
                <a:extLst>
                  <a:ext uri="{0D108BD9-81ED-4DB2-BD59-A6C34878D82A}">
                    <a16:rowId xmlns:a16="http://schemas.microsoft.com/office/drawing/2014/main" val="4093281400"/>
                  </a:ext>
                </a:extLst>
              </a:tr>
            </a:tbl>
          </a:graphicData>
        </a:graphic>
      </p:graphicFrame>
      <p:sp>
        <p:nvSpPr>
          <p:cNvPr id="2" name="Title 1">
            <a:extLst>
              <a:ext uri="{FF2B5EF4-FFF2-40B4-BE49-F238E27FC236}">
                <a16:creationId xmlns:a16="http://schemas.microsoft.com/office/drawing/2014/main" id="{84828030-4008-D427-8147-6DCFEF40FDB8}"/>
              </a:ext>
            </a:extLst>
          </p:cNvPr>
          <p:cNvSpPr txBox="1">
            <a:spLocks/>
          </p:cNvSpPr>
          <p:nvPr/>
        </p:nvSpPr>
        <p:spPr bwMode="auto">
          <a:xfrm>
            <a:off x="304800" y="152400"/>
            <a:ext cx="8056562" cy="990600"/>
          </a:xfrm>
          <a:prstGeom prst="rect">
            <a:avLst/>
          </a:prstGeom>
          <a:noFill/>
          <a:ln>
            <a:noFill/>
          </a:ln>
          <a:effectLst/>
        </p:spPr>
        <p:txBody>
          <a:bodyPr vert="horz" wrap="square" lIns="92075" tIns="46038" rIns="92075" bIns="46038" numCol="1" anchor="b" anchorCtr="0" compatLnSpc="1">
            <a:prstTxWarp prst="textNoShape">
              <a:avLst/>
            </a:prstTxWarp>
            <a:normAutofit fontScale="92500"/>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a:lnSpc>
                <a:spcPct val="90000"/>
              </a:lnSpc>
              <a:spcAft>
                <a:spcPts val="600"/>
              </a:spcAft>
            </a:pPr>
            <a:r>
              <a:rPr lang="en-US" altLang="en-US" sz="2700" b="1" kern="1200" dirty="0">
                <a:latin typeface="+mj-lt"/>
                <a:ea typeface="+mj-ea"/>
                <a:cs typeface="+mj-cs"/>
              </a:rPr>
              <a:t>Multi-hop Infrastructure-less::</a:t>
            </a:r>
            <a:br>
              <a:rPr lang="en-US" altLang="en-US" sz="2700" b="1" kern="1200" dirty="0">
                <a:latin typeface="+mj-lt"/>
                <a:ea typeface="+mj-ea"/>
                <a:cs typeface="+mj-cs"/>
              </a:rPr>
            </a:br>
            <a:r>
              <a:rPr lang="en-US" altLang="en-US" sz="2700" b="1" kern="1200" dirty="0">
                <a:solidFill>
                  <a:srgbClr val="FF0000"/>
                </a:solidFill>
                <a:latin typeface="+mj-lt"/>
                <a:ea typeface="+mj-ea"/>
                <a:cs typeface="+mj-cs"/>
              </a:rPr>
              <a:t>Wireless Mesh Network </a:t>
            </a:r>
            <a:r>
              <a:rPr lang="en-US" altLang="en-US" sz="2700" b="1" kern="1200" dirty="0">
                <a:latin typeface="+mj-lt"/>
                <a:ea typeface="+mj-ea"/>
                <a:cs typeface="+mj-cs"/>
              </a:rPr>
              <a:t>vs </a:t>
            </a:r>
            <a:r>
              <a:rPr lang="en-US" altLang="en-US" sz="2700" b="1" kern="1200" dirty="0">
                <a:solidFill>
                  <a:srgbClr val="00B050"/>
                </a:solidFill>
                <a:latin typeface="+mj-lt"/>
                <a:ea typeface="+mj-ea"/>
                <a:cs typeface="+mj-cs"/>
              </a:rPr>
              <a:t>Wireless Ad-Hoc Networks</a:t>
            </a:r>
            <a:endParaRPr lang="en-US" sz="2700" b="1" kern="1200" dirty="0">
              <a:solidFill>
                <a:srgbClr val="00B050"/>
              </a:solidFill>
              <a:latin typeface="+mj-lt"/>
              <a:ea typeface="+mj-ea"/>
              <a:cs typeface="+mj-cs"/>
            </a:endParaRPr>
          </a:p>
        </p:txBody>
      </p:sp>
      <p:sp>
        <p:nvSpPr>
          <p:cNvPr id="3" name="object 2">
            <a:extLst>
              <a:ext uri="{FF2B5EF4-FFF2-40B4-BE49-F238E27FC236}">
                <a16:creationId xmlns:a16="http://schemas.microsoft.com/office/drawing/2014/main" id="{BA652545-234C-544A-F8AA-FC672873B7A7}"/>
              </a:ext>
            </a:extLst>
          </p:cNvPr>
          <p:cNvSpPr txBox="1">
            <a:spLocks/>
          </p:cNvSpPr>
          <p:nvPr/>
        </p:nvSpPr>
        <p:spPr>
          <a:xfrm>
            <a:off x="228600" y="371475"/>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22598163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B467E-90BD-EA96-8417-DC187413AE13}"/>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86C0026-ABC9-0AB3-7236-3B1AE4908A92}"/>
              </a:ext>
            </a:extLst>
          </p:cNvPr>
          <p:cNvGraphicFramePr>
            <a:graphicFrameLocks noGrp="1"/>
          </p:cNvGraphicFramePr>
          <p:nvPr>
            <p:extLst>
              <p:ext uri="{D42A27DB-BD31-4B8C-83A1-F6EECF244321}">
                <p14:modId xmlns:p14="http://schemas.microsoft.com/office/powerpoint/2010/main" val="1760103329"/>
              </p:ext>
            </p:extLst>
          </p:nvPr>
        </p:nvGraphicFramePr>
        <p:xfrm>
          <a:off x="457201" y="1828800"/>
          <a:ext cx="8382000" cy="4408001"/>
        </p:xfrm>
        <a:graphic>
          <a:graphicData uri="http://schemas.openxmlformats.org/drawingml/2006/table">
            <a:tbl>
              <a:tblPr/>
              <a:tblGrid>
                <a:gridCol w="1828799">
                  <a:extLst>
                    <a:ext uri="{9D8B030D-6E8A-4147-A177-3AD203B41FA5}">
                      <a16:colId xmlns:a16="http://schemas.microsoft.com/office/drawing/2014/main" val="110763616"/>
                    </a:ext>
                  </a:extLst>
                </a:gridCol>
                <a:gridCol w="3276600">
                  <a:extLst>
                    <a:ext uri="{9D8B030D-6E8A-4147-A177-3AD203B41FA5}">
                      <a16:colId xmlns:a16="http://schemas.microsoft.com/office/drawing/2014/main" val="4010364887"/>
                    </a:ext>
                  </a:extLst>
                </a:gridCol>
                <a:gridCol w="3276601">
                  <a:extLst>
                    <a:ext uri="{9D8B030D-6E8A-4147-A177-3AD203B41FA5}">
                      <a16:colId xmlns:a16="http://schemas.microsoft.com/office/drawing/2014/main" val="2860738970"/>
                    </a:ext>
                  </a:extLst>
                </a:gridCol>
              </a:tblGrid>
              <a:tr h="321733">
                <a:tc>
                  <a:txBody>
                    <a:bodyPr/>
                    <a:lstStyle/>
                    <a:p>
                      <a:r>
                        <a:rPr lang="en-US" sz="1600" cap="none" spc="0">
                          <a:solidFill>
                            <a:srgbClr val="002060"/>
                          </a:solidFill>
                        </a:rPr>
                        <a:t>Aspect</a:t>
                      </a:r>
                    </a:p>
                  </a:txBody>
                  <a:tcPr marL="90954" marR="90954" marT="97018" marB="45477" anchor="ctr">
                    <a:lnL>
                      <a:noFill/>
                    </a:lnL>
                    <a:lnR>
                      <a:noFill/>
                    </a:lnR>
                    <a:lnT>
                      <a:noFill/>
                    </a:lnT>
                    <a:lnB>
                      <a:noFill/>
                    </a:lnB>
                    <a:noFill/>
                  </a:tcPr>
                </a:tc>
                <a:tc>
                  <a:txBody>
                    <a:bodyPr/>
                    <a:lstStyle/>
                    <a:p>
                      <a:pPr algn="l"/>
                      <a:r>
                        <a:rPr lang="en-US" sz="1400" b="1" cap="none" spc="0" dirty="0">
                          <a:solidFill>
                            <a:srgbClr val="FF0000"/>
                          </a:solidFill>
                        </a:rPr>
                        <a:t>Wireless Mesh Network (WMN)</a:t>
                      </a:r>
                      <a:endParaRPr lang="en-US" sz="1400" cap="none" spc="0" dirty="0">
                        <a:solidFill>
                          <a:srgbClr val="FF0000"/>
                        </a:solidFill>
                      </a:endParaRPr>
                    </a:p>
                  </a:txBody>
                  <a:tcPr marL="75923" marR="35042" marT="58403" marB="58403">
                    <a:lnL>
                      <a:noFill/>
                    </a:lnL>
                    <a:lnR>
                      <a:noFill/>
                    </a:lnR>
                    <a:lnT>
                      <a:noFill/>
                    </a:lnT>
                    <a:lnB>
                      <a:noFill/>
                    </a:lnB>
                    <a:noFill/>
                  </a:tcPr>
                </a:tc>
                <a:tc>
                  <a:txBody>
                    <a:bodyPr/>
                    <a:lstStyle/>
                    <a:p>
                      <a:pPr algn="l"/>
                      <a:r>
                        <a:rPr lang="en-US" sz="1400" b="1" cap="none" spc="0" dirty="0">
                          <a:solidFill>
                            <a:srgbClr val="00B050"/>
                          </a:solidFill>
                        </a:rPr>
                        <a:t>Wireless Ad-hoc Network (WAHN)</a:t>
                      </a:r>
                      <a:endParaRPr lang="en-US" sz="1400" cap="none" spc="0" dirty="0">
                        <a:solidFill>
                          <a:srgbClr val="00B050"/>
                        </a:solidFill>
                      </a:endParaRPr>
                    </a:p>
                  </a:txBody>
                  <a:tcPr marL="75923" marR="35042" marT="58403" marB="58403">
                    <a:lnL>
                      <a:noFill/>
                    </a:lnL>
                    <a:lnR>
                      <a:noFill/>
                    </a:lnR>
                    <a:lnT>
                      <a:noFill/>
                    </a:lnT>
                    <a:lnB>
                      <a:noFill/>
                    </a:lnB>
                    <a:noFill/>
                  </a:tcPr>
                </a:tc>
                <a:extLst>
                  <a:ext uri="{0D108BD9-81ED-4DB2-BD59-A6C34878D82A}">
                    <a16:rowId xmlns:a16="http://schemas.microsoft.com/office/drawing/2014/main" val="2548247058"/>
                  </a:ext>
                </a:extLst>
              </a:tr>
              <a:tr h="1045633">
                <a:tc>
                  <a:txBody>
                    <a:bodyPr/>
                    <a:lstStyle/>
                    <a:p>
                      <a:r>
                        <a:rPr lang="en-US" sz="1400" kern="1200" cap="none" spc="0" dirty="0">
                          <a:solidFill>
                            <a:srgbClr val="FF0000"/>
                          </a:solidFill>
                          <a:latin typeface="+mn-lt"/>
                          <a:ea typeface="+mn-ea"/>
                          <a:cs typeface="+mn-cs"/>
                        </a:rPr>
                        <a:t>Primary Goal</a:t>
                      </a:r>
                    </a:p>
                  </a:txBody>
                  <a:tcPr marL="76200" marR="76200" marT="38100" marB="38100" anchor="ctr">
                    <a:lnL>
                      <a:noFill/>
                    </a:lnL>
                    <a:lnR>
                      <a:noFill/>
                    </a:lnR>
                    <a:lnT>
                      <a:noFill/>
                    </a:lnT>
                    <a:lnB>
                      <a:noFill/>
                    </a:lnB>
                    <a:noFill/>
                  </a:tcPr>
                </a:tc>
                <a:tc>
                  <a:txBody>
                    <a:bodyPr/>
                    <a:lstStyle/>
                    <a:p>
                      <a:r>
                        <a:rPr lang="en-US" sz="1400" kern="1200" cap="none" spc="0" dirty="0">
                          <a:solidFill>
                            <a:srgbClr val="0070C0"/>
                          </a:solidFill>
                          <a:latin typeface="+mn-lt"/>
                          <a:ea typeface="+mn-ea"/>
                          <a:cs typeface="+mn-cs"/>
                        </a:rPr>
                        <a:t>Provide last-mile connectivity and reliable internet access over large areas</a:t>
                      </a:r>
                    </a:p>
                  </a:txBody>
                  <a:tcPr marL="76200" marR="76200" marT="38100" marB="38100" anchor="ctr">
                    <a:lnL>
                      <a:noFill/>
                    </a:lnL>
                    <a:lnR>
                      <a:noFill/>
                    </a:lnR>
                    <a:lnT>
                      <a:noFill/>
                    </a:lnT>
                    <a:lnB>
                      <a:noFill/>
                    </a:lnB>
                    <a:noFill/>
                  </a:tcPr>
                </a:tc>
                <a:tc>
                  <a:txBody>
                    <a:bodyPr/>
                    <a:lstStyle/>
                    <a:p>
                      <a:r>
                        <a:rPr lang="en-US" sz="1400" kern="1200" cap="none" spc="0" dirty="0">
                          <a:solidFill>
                            <a:srgbClr val="0070C0"/>
                          </a:solidFill>
                          <a:latin typeface="+mn-lt"/>
                          <a:ea typeface="+mn-ea"/>
                          <a:cs typeface="+mn-cs"/>
                        </a:rPr>
                        <a:t>Enable peer-to-peer communication </a:t>
                      </a:r>
                      <a:r>
                        <a:rPr lang="en-US" sz="1400" kern="1200" cap="none" spc="0" dirty="0">
                          <a:solidFill>
                            <a:schemeClr val="bg1"/>
                          </a:solidFill>
                          <a:latin typeface="+mn-lt"/>
                          <a:ea typeface="+mn-ea"/>
                          <a:cs typeface="+mn-cs"/>
                        </a:rPr>
                        <a:t>in infrastructure-less and mobile environments</a:t>
                      </a:r>
                    </a:p>
                  </a:txBody>
                  <a:tcPr marL="76200" marR="76200" marT="38100" marB="38100" anchor="ctr">
                    <a:lnL>
                      <a:noFill/>
                    </a:lnL>
                    <a:lnR>
                      <a:noFill/>
                    </a:lnR>
                    <a:lnT>
                      <a:noFill/>
                    </a:lnT>
                    <a:lnB>
                      <a:noFill/>
                    </a:lnB>
                    <a:noFill/>
                  </a:tcPr>
                </a:tc>
                <a:extLst>
                  <a:ext uri="{0D108BD9-81ED-4DB2-BD59-A6C34878D82A}">
                    <a16:rowId xmlns:a16="http://schemas.microsoft.com/office/drawing/2014/main" val="1335677524"/>
                  </a:ext>
                </a:extLst>
              </a:tr>
              <a:tr h="804333">
                <a:tc>
                  <a:txBody>
                    <a:bodyPr/>
                    <a:lstStyle/>
                    <a:p>
                      <a:r>
                        <a:rPr lang="en-US" sz="1400" kern="1200" cap="none" spc="0" dirty="0">
                          <a:solidFill>
                            <a:srgbClr val="FF0000"/>
                          </a:solidFill>
                          <a:latin typeface="+mn-lt"/>
                          <a:ea typeface="+mn-ea"/>
                          <a:cs typeface="+mn-cs"/>
                        </a:rPr>
                        <a:t>Design Focus</a:t>
                      </a:r>
                    </a:p>
                  </a:txBody>
                  <a:tcPr marL="76200" marR="76200" marT="38100" marB="38100" anchor="ctr">
                    <a:lnL>
                      <a:noFill/>
                    </a:lnL>
                    <a:lnR>
                      <a:noFill/>
                    </a:lnR>
                    <a:lnT>
                      <a:noFill/>
                    </a:lnT>
                    <a:lnB>
                      <a:noFill/>
                    </a:lnB>
                    <a:noFill/>
                  </a:tcPr>
                </a:tc>
                <a:tc>
                  <a:txBody>
                    <a:bodyPr/>
                    <a:lstStyle/>
                    <a:p>
                      <a:r>
                        <a:rPr lang="en-US" sz="1400" kern="1200" cap="none" spc="0" dirty="0">
                          <a:solidFill>
                            <a:srgbClr val="0070C0"/>
                          </a:solidFill>
                          <a:latin typeface="+mn-lt"/>
                          <a:ea typeface="+mn-ea"/>
                          <a:cs typeface="+mn-cs"/>
                        </a:rPr>
                        <a:t>Stability, scalability, and long-term connectivity</a:t>
                      </a:r>
                    </a:p>
                  </a:txBody>
                  <a:tcPr marL="76200" marR="76200" marT="38100" marB="38100" anchor="ctr">
                    <a:lnL>
                      <a:noFill/>
                    </a:lnL>
                    <a:lnR>
                      <a:noFill/>
                    </a:lnR>
                    <a:lnT>
                      <a:noFill/>
                    </a:lnT>
                    <a:lnB>
                      <a:noFill/>
                    </a:lnB>
                    <a:noFill/>
                  </a:tcPr>
                </a:tc>
                <a:tc>
                  <a:txBody>
                    <a:bodyPr/>
                    <a:lstStyle/>
                    <a:p>
                      <a:r>
                        <a:rPr lang="en-US" sz="1400" kern="1200" cap="none" spc="0" dirty="0">
                          <a:solidFill>
                            <a:srgbClr val="0070C0"/>
                          </a:solidFill>
                          <a:latin typeface="+mn-lt"/>
                          <a:ea typeface="+mn-ea"/>
                          <a:cs typeface="+mn-cs"/>
                        </a:rPr>
                        <a:t>Quick deployment, flexibility, and dynamic adaptability</a:t>
                      </a:r>
                    </a:p>
                  </a:txBody>
                  <a:tcPr marL="76200" marR="76200" marT="38100" marB="38100" anchor="ctr">
                    <a:lnL>
                      <a:noFill/>
                    </a:lnL>
                    <a:lnR>
                      <a:noFill/>
                    </a:lnR>
                    <a:lnT>
                      <a:noFill/>
                    </a:lnT>
                    <a:lnB>
                      <a:noFill/>
                    </a:lnB>
                    <a:noFill/>
                  </a:tcPr>
                </a:tc>
                <a:extLst>
                  <a:ext uri="{0D108BD9-81ED-4DB2-BD59-A6C34878D82A}">
                    <a16:rowId xmlns:a16="http://schemas.microsoft.com/office/drawing/2014/main" val="3355384319"/>
                  </a:ext>
                </a:extLst>
              </a:tr>
              <a:tr h="804333">
                <a:tc>
                  <a:txBody>
                    <a:bodyPr/>
                    <a:lstStyle/>
                    <a:p>
                      <a:r>
                        <a:rPr lang="en-US" sz="1400" kern="1200" cap="none" spc="0">
                          <a:solidFill>
                            <a:srgbClr val="FF0000"/>
                          </a:solidFill>
                          <a:latin typeface="+mn-lt"/>
                          <a:ea typeface="+mn-ea"/>
                          <a:cs typeface="+mn-cs"/>
                        </a:rPr>
                        <a:t>Application Focus</a:t>
                      </a:r>
                    </a:p>
                  </a:txBody>
                  <a:tcPr marL="76200" marR="76200" marT="38100" marB="38100" anchor="ctr">
                    <a:lnL>
                      <a:noFill/>
                    </a:lnL>
                    <a:lnR>
                      <a:noFill/>
                    </a:lnR>
                    <a:lnT>
                      <a:noFill/>
                    </a:lnT>
                    <a:lnB>
                      <a:noFill/>
                    </a:lnB>
                    <a:noFill/>
                  </a:tcPr>
                </a:tc>
                <a:tc>
                  <a:txBody>
                    <a:bodyPr/>
                    <a:lstStyle/>
                    <a:p>
                      <a:r>
                        <a:rPr lang="en-US" sz="1400" b="1" kern="1200" cap="none" spc="0" dirty="0">
                          <a:solidFill>
                            <a:srgbClr val="FF0000"/>
                          </a:solidFill>
                          <a:latin typeface="+mn-lt"/>
                          <a:ea typeface="+mn-ea"/>
                          <a:cs typeface="+mn-cs"/>
                        </a:rPr>
                        <a:t>Community </a:t>
                      </a:r>
                      <a:r>
                        <a:rPr lang="en-US" sz="1400" b="1" kern="1200" cap="none" spc="0" dirty="0" err="1">
                          <a:solidFill>
                            <a:srgbClr val="FF0000"/>
                          </a:solidFill>
                          <a:latin typeface="+mn-lt"/>
                          <a:ea typeface="+mn-ea"/>
                          <a:cs typeface="+mn-cs"/>
                        </a:rPr>
                        <a:t>WiFi</a:t>
                      </a:r>
                      <a:r>
                        <a:rPr lang="en-US" sz="1400" b="1" kern="1200" cap="none" spc="0" dirty="0">
                          <a:solidFill>
                            <a:srgbClr val="FF0000"/>
                          </a:solidFill>
                          <a:latin typeface="+mn-lt"/>
                          <a:ea typeface="+mn-ea"/>
                          <a:cs typeface="+mn-cs"/>
                        </a:rPr>
                        <a:t>, smart cities, industrial IoT, public safety</a:t>
                      </a:r>
                    </a:p>
                  </a:txBody>
                  <a:tcPr marL="76200" marR="76200" marT="38100" marB="38100" anchor="ctr">
                    <a:lnL>
                      <a:noFill/>
                    </a:lnL>
                    <a:lnR>
                      <a:noFill/>
                    </a:lnR>
                    <a:lnT>
                      <a:noFill/>
                    </a:lnT>
                    <a:lnB>
                      <a:noFill/>
                    </a:lnB>
                    <a:noFill/>
                  </a:tcPr>
                </a:tc>
                <a:tc>
                  <a:txBody>
                    <a:bodyPr/>
                    <a:lstStyle/>
                    <a:p>
                      <a:r>
                        <a:rPr lang="en-US" sz="1400" b="1" kern="1200" cap="none" spc="0" dirty="0">
                          <a:solidFill>
                            <a:srgbClr val="FF0000"/>
                          </a:solidFill>
                          <a:latin typeface="+mn-lt"/>
                          <a:ea typeface="+mn-ea"/>
                          <a:cs typeface="+mn-cs"/>
                        </a:rPr>
                        <a:t>Military operations, disaster relief, vehicular networks</a:t>
                      </a:r>
                    </a:p>
                  </a:txBody>
                  <a:tcPr marL="76200" marR="76200" marT="38100" marB="38100" anchor="ctr">
                    <a:lnL>
                      <a:noFill/>
                    </a:lnL>
                    <a:lnR>
                      <a:noFill/>
                    </a:lnR>
                    <a:lnT>
                      <a:noFill/>
                    </a:lnT>
                    <a:lnB>
                      <a:noFill/>
                    </a:lnB>
                    <a:noFill/>
                  </a:tcPr>
                </a:tc>
                <a:extLst>
                  <a:ext uri="{0D108BD9-81ED-4DB2-BD59-A6C34878D82A}">
                    <a16:rowId xmlns:a16="http://schemas.microsoft.com/office/drawing/2014/main" val="353593906"/>
                  </a:ext>
                </a:extLst>
              </a:tr>
              <a:tr h="563034">
                <a:tc>
                  <a:txBody>
                    <a:bodyPr/>
                    <a:lstStyle/>
                    <a:p>
                      <a:r>
                        <a:rPr lang="en-US" sz="1400" kern="1200" cap="none" spc="0">
                          <a:solidFill>
                            <a:srgbClr val="FF0000"/>
                          </a:solidFill>
                          <a:latin typeface="+mn-lt"/>
                          <a:ea typeface="+mn-ea"/>
                          <a:cs typeface="+mn-cs"/>
                        </a:rPr>
                        <a:t>Traffic Pattern</a:t>
                      </a:r>
                    </a:p>
                  </a:txBody>
                  <a:tcPr marL="76200" marR="76200" marT="38100" marB="38100" anchor="ctr">
                    <a:lnL>
                      <a:noFill/>
                    </a:lnL>
                    <a:lnR>
                      <a:noFill/>
                    </a:lnR>
                    <a:lnT>
                      <a:noFill/>
                    </a:lnT>
                    <a:lnB>
                      <a:noFill/>
                    </a:lnB>
                    <a:noFill/>
                  </a:tcPr>
                </a:tc>
                <a:tc>
                  <a:txBody>
                    <a:bodyPr/>
                    <a:lstStyle/>
                    <a:p>
                      <a:r>
                        <a:rPr lang="en-US" sz="1400" kern="1200" cap="none" spc="0" dirty="0">
                          <a:solidFill>
                            <a:schemeClr val="bg1"/>
                          </a:solidFill>
                          <a:latin typeface="+mn-lt"/>
                          <a:ea typeface="+mn-ea"/>
                          <a:cs typeface="+mn-cs"/>
                        </a:rPr>
                        <a:t>Typically </a:t>
                      </a:r>
                      <a:r>
                        <a:rPr lang="en-US" sz="1400" kern="1200" cap="none" spc="0" dirty="0">
                          <a:solidFill>
                            <a:srgbClr val="0070C0"/>
                          </a:solidFill>
                          <a:latin typeface="+mn-lt"/>
                          <a:ea typeface="+mn-ea"/>
                          <a:cs typeface="+mn-cs"/>
                        </a:rPr>
                        <a:t>many-to-one or client-gateway</a:t>
                      </a:r>
                    </a:p>
                  </a:txBody>
                  <a:tcPr marL="76200" marR="76200" marT="38100" marB="38100" anchor="ctr">
                    <a:lnL>
                      <a:noFill/>
                    </a:lnL>
                    <a:lnR>
                      <a:noFill/>
                    </a:lnR>
                    <a:lnT>
                      <a:noFill/>
                    </a:lnT>
                    <a:lnB>
                      <a:noFill/>
                    </a:lnB>
                    <a:noFill/>
                  </a:tcPr>
                </a:tc>
                <a:tc>
                  <a:txBody>
                    <a:bodyPr/>
                    <a:lstStyle/>
                    <a:p>
                      <a:r>
                        <a:rPr lang="en-US" sz="1400" kern="1200" cap="none" spc="0" dirty="0">
                          <a:solidFill>
                            <a:srgbClr val="0070C0"/>
                          </a:solidFill>
                          <a:latin typeface="+mn-lt"/>
                          <a:ea typeface="+mn-ea"/>
                          <a:cs typeface="+mn-cs"/>
                        </a:rPr>
                        <a:t>Dynamic patterns; often all-to-all or many-to-many</a:t>
                      </a:r>
                    </a:p>
                  </a:txBody>
                  <a:tcPr marL="76200" marR="76200" marT="38100" marB="38100" anchor="ctr">
                    <a:lnL>
                      <a:noFill/>
                    </a:lnL>
                    <a:lnR>
                      <a:noFill/>
                    </a:lnR>
                    <a:lnT>
                      <a:noFill/>
                    </a:lnT>
                    <a:lnB>
                      <a:noFill/>
                    </a:lnB>
                    <a:noFill/>
                  </a:tcPr>
                </a:tc>
                <a:extLst>
                  <a:ext uri="{0D108BD9-81ED-4DB2-BD59-A6C34878D82A}">
                    <a16:rowId xmlns:a16="http://schemas.microsoft.com/office/drawing/2014/main" val="1275484989"/>
                  </a:ext>
                </a:extLst>
              </a:tr>
              <a:tr h="804333">
                <a:tc>
                  <a:txBody>
                    <a:bodyPr/>
                    <a:lstStyle/>
                    <a:p>
                      <a:r>
                        <a:rPr lang="en-US" sz="1400" kern="1200" cap="none" spc="0" dirty="0">
                          <a:solidFill>
                            <a:srgbClr val="FF0000"/>
                          </a:solidFill>
                          <a:latin typeface="+mn-lt"/>
                          <a:ea typeface="+mn-ea"/>
                          <a:cs typeface="+mn-cs"/>
                        </a:rPr>
                        <a:t>Performance Goal</a:t>
                      </a:r>
                    </a:p>
                  </a:txBody>
                  <a:tcPr marL="76200" marR="76200" marT="38100" marB="38100" anchor="ctr">
                    <a:lnL>
                      <a:noFill/>
                    </a:lnL>
                    <a:lnR>
                      <a:noFill/>
                    </a:lnR>
                    <a:lnT>
                      <a:noFill/>
                    </a:lnT>
                    <a:lnB>
                      <a:noFill/>
                    </a:lnB>
                    <a:noFill/>
                  </a:tcPr>
                </a:tc>
                <a:tc>
                  <a:txBody>
                    <a:bodyPr/>
                    <a:lstStyle/>
                    <a:p>
                      <a:r>
                        <a:rPr lang="en-US" sz="1400" b="1" kern="1200" cap="none" spc="0" dirty="0">
                          <a:solidFill>
                            <a:srgbClr val="FF0000"/>
                          </a:solidFill>
                          <a:latin typeface="+mn-lt"/>
                          <a:ea typeface="+mn-ea"/>
                          <a:cs typeface="+mn-cs"/>
                        </a:rPr>
                        <a:t>High throughput, fault tolerance, consistent QoS</a:t>
                      </a:r>
                    </a:p>
                  </a:txBody>
                  <a:tcPr marL="76200" marR="76200" marT="38100" marB="38100" anchor="ctr">
                    <a:lnL>
                      <a:noFill/>
                    </a:lnL>
                    <a:lnR>
                      <a:noFill/>
                    </a:lnR>
                    <a:lnT>
                      <a:noFill/>
                    </a:lnT>
                    <a:lnB>
                      <a:noFill/>
                    </a:lnB>
                    <a:noFill/>
                  </a:tcPr>
                </a:tc>
                <a:tc>
                  <a:txBody>
                    <a:bodyPr/>
                    <a:lstStyle/>
                    <a:p>
                      <a:r>
                        <a:rPr lang="en-US" sz="1400" b="1" kern="1200" cap="none" spc="0" dirty="0">
                          <a:solidFill>
                            <a:srgbClr val="FF0000"/>
                          </a:solidFill>
                          <a:latin typeface="+mn-lt"/>
                          <a:ea typeface="+mn-ea"/>
                          <a:cs typeface="+mn-cs"/>
                        </a:rPr>
                        <a:t>Fast topology adaptation, minimal delay in dynamic environments</a:t>
                      </a:r>
                    </a:p>
                  </a:txBody>
                  <a:tcPr marL="76200" marR="76200" marT="38100" marB="38100" anchor="ctr">
                    <a:lnL>
                      <a:noFill/>
                    </a:lnL>
                    <a:lnR>
                      <a:noFill/>
                    </a:lnR>
                    <a:lnT>
                      <a:noFill/>
                    </a:lnT>
                    <a:lnB>
                      <a:noFill/>
                    </a:lnB>
                    <a:noFill/>
                  </a:tcPr>
                </a:tc>
                <a:extLst>
                  <a:ext uri="{0D108BD9-81ED-4DB2-BD59-A6C34878D82A}">
                    <a16:rowId xmlns:a16="http://schemas.microsoft.com/office/drawing/2014/main" val="350270514"/>
                  </a:ext>
                </a:extLst>
              </a:tr>
            </a:tbl>
          </a:graphicData>
        </a:graphic>
      </p:graphicFrame>
      <p:sp>
        <p:nvSpPr>
          <p:cNvPr id="4" name="Title 1">
            <a:extLst>
              <a:ext uri="{FF2B5EF4-FFF2-40B4-BE49-F238E27FC236}">
                <a16:creationId xmlns:a16="http://schemas.microsoft.com/office/drawing/2014/main" id="{2986122B-ACDD-C437-664A-D30C53736491}"/>
              </a:ext>
            </a:extLst>
          </p:cNvPr>
          <p:cNvSpPr txBox="1">
            <a:spLocks/>
          </p:cNvSpPr>
          <p:nvPr/>
        </p:nvSpPr>
        <p:spPr bwMode="auto">
          <a:xfrm>
            <a:off x="304800" y="228600"/>
            <a:ext cx="8056562" cy="914400"/>
          </a:xfrm>
          <a:prstGeom prst="rect">
            <a:avLst/>
          </a:prstGeom>
          <a:noFill/>
          <a:ln>
            <a:noFill/>
          </a:ln>
          <a:effectLst/>
        </p:spPr>
        <p:txBody>
          <a:bodyPr vert="horz" wrap="square" lIns="92075" tIns="46038" rIns="92075" bIns="46038" numCol="1" anchor="b" anchorCtr="0" compatLnSpc="1">
            <a:prstTxWarp prst="textNoShape">
              <a:avLst/>
            </a:prstTxWarp>
            <a:normAutofit fontScale="92500"/>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a:lnSpc>
                <a:spcPct val="90000"/>
              </a:lnSpc>
              <a:spcAft>
                <a:spcPts val="600"/>
              </a:spcAft>
            </a:pPr>
            <a:r>
              <a:rPr lang="en-US" altLang="en-US" sz="2700" b="1" kern="1200" dirty="0">
                <a:latin typeface="+mj-lt"/>
                <a:ea typeface="+mj-ea"/>
                <a:cs typeface="+mj-cs"/>
              </a:rPr>
              <a:t>Multi-hop Infrastructure-less::</a:t>
            </a:r>
            <a:br>
              <a:rPr lang="en-US" altLang="en-US" sz="2700" b="1" kern="1200" dirty="0">
                <a:latin typeface="+mj-lt"/>
                <a:ea typeface="+mj-ea"/>
                <a:cs typeface="+mj-cs"/>
              </a:rPr>
            </a:br>
            <a:r>
              <a:rPr lang="en-US" altLang="en-US" sz="2700" b="1" kern="1200" dirty="0">
                <a:solidFill>
                  <a:srgbClr val="FF0000"/>
                </a:solidFill>
                <a:latin typeface="+mj-lt"/>
                <a:ea typeface="+mj-ea"/>
                <a:cs typeface="+mj-cs"/>
              </a:rPr>
              <a:t>Wireless Mesh Network </a:t>
            </a:r>
            <a:r>
              <a:rPr lang="en-US" altLang="en-US" sz="2700" b="1" kern="1200" dirty="0">
                <a:latin typeface="+mj-lt"/>
                <a:ea typeface="+mj-ea"/>
                <a:cs typeface="+mj-cs"/>
              </a:rPr>
              <a:t>vs </a:t>
            </a:r>
            <a:r>
              <a:rPr lang="en-US" altLang="en-US" sz="2700" b="1" kern="1200" dirty="0">
                <a:solidFill>
                  <a:srgbClr val="00B050"/>
                </a:solidFill>
                <a:latin typeface="+mj-lt"/>
                <a:ea typeface="+mj-ea"/>
                <a:cs typeface="+mj-cs"/>
              </a:rPr>
              <a:t>Wireless Ad-Hoc Networks</a:t>
            </a:r>
            <a:endParaRPr lang="en-US" sz="2700" b="1" kern="1200" dirty="0">
              <a:solidFill>
                <a:srgbClr val="00B050"/>
              </a:solidFill>
              <a:latin typeface="+mj-lt"/>
              <a:ea typeface="+mj-ea"/>
              <a:cs typeface="+mj-cs"/>
            </a:endParaRPr>
          </a:p>
        </p:txBody>
      </p:sp>
      <p:sp>
        <p:nvSpPr>
          <p:cNvPr id="3" name="object 2">
            <a:extLst>
              <a:ext uri="{FF2B5EF4-FFF2-40B4-BE49-F238E27FC236}">
                <a16:creationId xmlns:a16="http://schemas.microsoft.com/office/drawing/2014/main" id="{4602AE02-931A-5497-2222-A2715E501849}"/>
              </a:ext>
            </a:extLst>
          </p:cNvPr>
          <p:cNvSpPr txBox="1">
            <a:spLocks/>
          </p:cNvSpPr>
          <p:nvPr/>
        </p:nvSpPr>
        <p:spPr>
          <a:xfrm>
            <a:off x="228600" y="371475"/>
            <a:ext cx="7887970"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7921786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8939A-A05C-3260-D77B-D23D8C6E3BE7}"/>
            </a:ext>
          </a:extLst>
        </p:cNvPr>
        <p:cNvGrpSpPr/>
        <p:nvPr/>
      </p:nvGrpSpPr>
      <p:grpSpPr>
        <a:xfrm>
          <a:off x="0" y="0"/>
          <a:ext cx="0" cy="0"/>
          <a:chOff x="0" y="0"/>
          <a:chExt cx="0" cy="0"/>
        </a:xfrm>
      </p:grpSpPr>
      <p:sp>
        <p:nvSpPr>
          <p:cNvPr id="11" name="Rectangle 3">
            <a:extLst>
              <a:ext uri="{FF2B5EF4-FFF2-40B4-BE49-F238E27FC236}">
                <a16:creationId xmlns:a16="http://schemas.microsoft.com/office/drawing/2014/main" id="{BE8AC8C8-F50C-4B60-A2CA-CA3D97395D5B}"/>
              </a:ext>
            </a:extLst>
          </p:cNvPr>
          <p:cNvSpPr txBox="1">
            <a:spLocks noChangeArrowheads="1"/>
          </p:cNvSpPr>
          <p:nvPr/>
        </p:nvSpPr>
        <p:spPr bwMode="auto">
          <a:xfrm>
            <a:off x="190500" y="1600200"/>
            <a:ext cx="87630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lnSpc>
                <a:spcPct val="120000"/>
              </a:lnSpc>
              <a:spcBef>
                <a:spcPct val="20000"/>
              </a:spcBef>
              <a:spcAft>
                <a:spcPct val="0"/>
              </a:spcAft>
              <a:buClr>
                <a:srgbClr val="0000CC"/>
              </a:buClr>
              <a:buSzPct val="75000"/>
              <a:buFont typeface="Wingdings" panose="05000000000000000000" pitchFamily="2" charset="2"/>
              <a:buChar char="l"/>
              <a:defRPr sz="3200" b="1" kern="1200">
                <a:solidFill>
                  <a:srgbClr val="0000CC"/>
                </a:solidFill>
                <a:latin typeface="+mn-lt"/>
                <a:ea typeface="+mn-ea"/>
                <a:cs typeface="+mn-cs"/>
              </a:defRPr>
            </a:lvl1pPr>
            <a:lvl2pPr marL="742950" indent="-285750" algn="l" rtl="0" eaLnBrk="0" fontAlgn="base" hangingPunct="0">
              <a:lnSpc>
                <a:spcPct val="80000"/>
              </a:lnSpc>
              <a:spcBef>
                <a:spcPct val="20000"/>
              </a:spcBef>
              <a:spcAft>
                <a:spcPct val="0"/>
              </a:spcAft>
              <a:buClr>
                <a:srgbClr val="CC0000"/>
              </a:buClr>
              <a:buSzPct val="80000"/>
              <a:buFont typeface="Wingdings" panose="05000000000000000000" pitchFamily="2" charset="2"/>
              <a:buChar char="l"/>
              <a:defRPr sz="2800" b="1" kern="1200">
                <a:solidFill>
                  <a:srgbClr val="0000CC"/>
                </a:solidFill>
                <a:latin typeface="+mn-lt"/>
                <a:ea typeface="+mn-ea"/>
                <a:cs typeface="+mn-cs"/>
              </a:defRPr>
            </a:lvl2pPr>
            <a:lvl3pPr marL="1143000" indent="-228600" algn="l" rtl="0" eaLnBrk="0" fontAlgn="base" hangingPunct="0">
              <a:lnSpc>
                <a:spcPct val="80000"/>
              </a:lnSpc>
              <a:spcBef>
                <a:spcPct val="20000"/>
              </a:spcBef>
              <a:spcAft>
                <a:spcPct val="0"/>
              </a:spcAft>
              <a:buClr>
                <a:srgbClr val="0000CC"/>
              </a:buClr>
              <a:buSzPct val="65000"/>
              <a:buFont typeface="ZapfDingbats" pitchFamily="82" charset="2"/>
              <a:buChar char="l"/>
              <a:defRPr sz="2400" b="1" kern="1200">
                <a:solidFill>
                  <a:srgbClr val="0000FF"/>
                </a:solidFill>
                <a:latin typeface="+mn-lt"/>
                <a:ea typeface="+mn-ea"/>
                <a:cs typeface="+mn-cs"/>
              </a:defRPr>
            </a:lvl3pPr>
            <a:lvl4pPr marL="1600200" indent="-228600" algn="l" rtl="0" eaLnBrk="0" fontAlgn="base" hangingPunct="0">
              <a:spcBef>
                <a:spcPct val="20000"/>
              </a:spcBef>
              <a:spcAft>
                <a:spcPct val="0"/>
              </a:spcAft>
              <a:buClr>
                <a:srgbClr val="DC0081"/>
              </a:buClr>
              <a:buSzPct val="65000"/>
              <a:buFont typeface="Wingdings" panose="05000000000000000000" pitchFamily="2" charset="2"/>
              <a:buChar char="l"/>
              <a:defRPr b="1" kern="1200">
                <a:solidFill>
                  <a:srgbClr val="0000CC"/>
                </a:solidFill>
                <a:latin typeface="+mn-lt"/>
                <a:ea typeface="+mn-ea"/>
                <a:cs typeface="+mn-cs"/>
              </a:defRPr>
            </a:lvl4pPr>
            <a:lvl5pPr marL="2057400" indent="-228600" algn="l" rtl="0" eaLnBrk="0" fontAlgn="base" hangingPunct="0">
              <a:spcBef>
                <a:spcPct val="20000"/>
              </a:spcBef>
              <a:spcAft>
                <a:spcPct val="0"/>
              </a:spcAft>
              <a:buClr>
                <a:srgbClr val="DC0081"/>
              </a:buClr>
              <a:buSzPct val="100000"/>
              <a:buFont typeface="Wingdings" panose="05000000000000000000" pitchFamily="2" charset="2"/>
              <a:buChar char="l"/>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600" b="1" kern="1200" dirty="0">
                <a:latin typeface="+mn-lt"/>
                <a:ea typeface="+mn-ea"/>
                <a:cs typeface="+mn-cs"/>
              </a:rPr>
              <a:t>6. </a:t>
            </a:r>
            <a:r>
              <a:rPr lang="en-US" altLang="en-US" sz="2000" b="1" kern="1200" dirty="0">
                <a:latin typeface="+mn-lt"/>
                <a:ea typeface="+mn-ea"/>
                <a:cs typeface="+mn-cs"/>
              </a:rPr>
              <a:t>Ad hoc wireless Networks</a:t>
            </a:r>
          </a:p>
          <a:p>
            <a:pPr marL="400050" lvl="1" indent="0">
              <a:buNone/>
            </a:pPr>
            <a:r>
              <a:rPr lang="en-US" altLang="en-US" sz="1600" b="1" kern="1200" dirty="0">
                <a:latin typeface="+mn-lt"/>
                <a:ea typeface="+mn-ea"/>
                <a:cs typeface="+mn-cs"/>
              </a:rPr>
              <a:t>6.1. Wireless Sensor Networks</a:t>
            </a:r>
          </a:p>
          <a:p>
            <a:pPr marL="400050" lvl="1" indent="0">
              <a:buNone/>
            </a:pPr>
            <a:r>
              <a:rPr lang="en-US" altLang="en-US" sz="1600" b="1" kern="1200" dirty="0">
                <a:latin typeface="+mn-lt"/>
                <a:ea typeface="+mn-ea"/>
                <a:cs typeface="+mn-cs"/>
              </a:rPr>
              <a:t>6.2. Mobile Ad-hoc Networks /Vehicular Ad-hoc Networks</a:t>
            </a:r>
          </a:p>
          <a:p>
            <a:pPr marL="400050" lvl="1" indent="0">
              <a:buNone/>
            </a:pPr>
            <a:r>
              <a:rPr lang="en-US" altLang="en-US" sz="1600" b="1" kern="1200" dirty="0">
                <a:latin typeface="+mn-lt"/>
                <a:ea typeface="+mn-ea"/>
                <a:cs typeface="+mn-cs"/>
              </a:rPr>
              <a:t>6.3. Delay Tolerant Networks</a:t>
            </a:r>
          </a:p>
        </p:txBody>
      </p:sp>
      <p:graphicFrame>
        <p:nvGraphicFramePr>
          <p:cNvPr id="8" name="Table 7">
            <a:extLst>
              <a:ext uri="{FF2B5EF4-FFF2-40B4-BE49-F238E27FC236}">
                <a16:creationId xmlns:a16="http://schemas.microsoft.com/office/drawing/2014/main" id="{8B3E027A-492F-AE4D-0341-234BB0B91BEC}"/>
              </a:ext>
            </a:extLst>
          </p:cNvPr>
          <p:cNvGraphicFramePr>
            <a:graphicFrameLocks noGrp="1"/>
          </p:cNvGraphicFramePr>
          <p:nvPr>
            <p:extLst>
              <p:ext uri="{D42A27DB-BD31-4B8C-83A1-F6EECF244321}">
                <p14:modId xmlns:p14="http://schemas.microsoft.com/office/powerpoint/2010/main" val="3242015477"/>
              </p:ext>
            </p:extLst>
          </p:nvPr>
        </p:nvGraphicFramePr>
        <p:xfrm>
          <a:off x="266701" y="2895600"/>
          <a:ext cx="8686799" cy="3790556"/>
        </p:xfrm>
        <a:graphic>
          <a:graphicData uri="http://schemas.openxmlformats.org/drawingml/2006/table">
            <a:tbl>
              <a:tblPr>
                <a:solidFill>
                  <a:schemeClr val="tx1">
                    <a:lumMod val="75000"/>
                    <a:lumOff val="25000"/>
                  </a:schemeClr>
                </a:solidFill>
              </a:tblPr>
              <a:tblGrid>
                <a:gridCol w="2514600">
                  <a:extLst>
                    <a:ext uri="{9D8B030D-6E8A-4147-A177-3AD203B41FA5}">
                      <a16:colId xmlns:a16="http://schemas.microsoft.com/office/drawing/2014/main" val="3824644034"/>
                    </a:ext>
                  </a:extLst>
                </a:gridCol>
                <a:gridCol w="2209800">
                  <a:extLst>
                    <a:ext uri="{9D8B030D-6E8A-4147-A177-3AD203B41FA5}">
                      <a16:colId xmlns:a16="http://schemas.microsoft.com/office/drawing/2014/main" val="1937501244"/>
                    </a:ext>
                  </a:extLst>
                </a:gridCol>
                <a:gridCol w="1915674">
                  <a:extLst>
                    <a:ext uri="{9D8B030D-6E8A-4147-A177-3AD203B41FA5}">
                      <a16:colId xmlns:a16="http://schemas.microsoft.com/office/drawing/2014/main" val="1840701029"/>
                    </a:ext>
                  </a:extLst>
                </a:gridCol>
                <a:gridCol w="2046725">
                  <a:extLst>
                    <a:ext uri="{9D8B030D-6E8A-4147-A177-3AD203B41FA5}">
                      <a16:colId xmlns:a16="http://schemas.microsoft.com/office/drawing/2014/main" val="1151957010"/>
                    </a:ext>
                  </a:extLst>
                </a:gridCol>
              </a:tblGrid>
              <a:tr h="449170">
                <a:tc>
                  <a:txBody>
                    <a:bodyPr/>
                    <a:lstStyle/>
                    <a:p>
                      <a:r>
                        <a:rPr lang="en-US" sz="1400" b="1" cap="none" spc="0" dirty="0">
                          <a:solidFill>
                            <a:srgbClr val="FF0000"/>
                          </a:solidFill>
                        </a:rPr>
                        <a:t>Feature</a:t>
                      </a:r>
                    </a:p>
                  </a:txBody>
                  <a:tcPr marL="62813" marR="89733" marT="17947" marB="134599"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chemeClr val="tx1">
                        <a:lumMod val="75000"/>
                        <a:lumOff val="25000"/>
                      </a:schemeClr>
                    </a:solidFill>
                  </a:tcPr>
                </a:tc>
                <a:tc>
                  <a:txBody>
                    <a:bodyPr/>
                    <a:lstStyle/>
                    <a:p>
                      <a:r>
                        <a:rPr lang="en-US" sz="1400" b="1" cap="none" spc="0">
                          <a:solidFill>
                            <a:srgbClr val="FF0000"/>
                          </a:solidFill>
                        </a:rPr>
                        <a:t>WSN</a:t>
                      </a:r>
                    </a:p>
                  </a:txBody>
                  <a:tcPr marL="62813" marR="89733" marT="17947" marB="134599" anchor="ctr">
                    <a:lnL w="12700" cmpd="sng">
                      <a:noFill/>
                      <a:prstDash val="solid"/>
                    </a:lnL>
                    <a:lnR w="12700" cmpd="sng">
                      <a:noFill/>
                      <a:prstDash val="solid"/>
                    </a:lnR>
                    <a:lnT w="9525" cap="flat" cmpd="sng" algn="ctr">
                      <a:noFill/>
                      <a:prstDash val="solid"/>
                    </a:lnT>
                    <a:lnB w="12700" cmpd="sng">
                      <a:noFill/>
                      <a:prstDash val="solid"/>
                    </a:lnB>
                    <a:solidFill>
                      <a:schemeClr val="tx1">
                        <a:lumMod val="75000"/>
                        <a:lumOff val="25000"/>
                      </a:schemeClr>
                    </a:solidFill>
                  </a:tcPr>
                </a:tc>
                <a:tc>
                  <a:txBody>
                    <a:bodyPr/>
                    <a:lstStyle/>
                    <a:p>
                      <a:r>
                        <a:rPr lang="en-US" sz="1400" b="1" cap="none" spc="0">
                          <a:solidFill>
                            <a:srgbClr val="FF0000"/>
                          </a:solidFill>
                        </a:rPr>
                        <a:t>VANET</a:t>
                      </a:r>
                    </a:p>
                  </a:txBody>
                  <a:tcPr marL="62813" marR="89733" marT="17947" marB="134599" anchor="ctr">
                    <a:lnL w="12700" cmpd="sng">
                      <a:noFill/>
                      <a:prstDash val="solid"/>
                    </a:lnL>
                    <a:lnR w="12700" cmpd="sng">
                      <a:noFill/>
                      <a:prstDash val="solid"/>
                    </a:lnR>
                    <a:lnT w="9525" cap="flat" cmpd="sng" algn="ctr">
                      <a:noFill/>
                      <a:prstDash val="solid"/>
                    </a:lnT>
                    <a:lnB w="12700" cmpd="sng">
                      <a:noFill/>
                      <a:prstDash val="solid"/>
                    </a:lnB>
                    <a:solidFill>
                      <a:schemeClr val="tx1">
                        <a:lumMod val="75000"/>
                        <a:lumOff val="25000"/>
                      </a:schemeClr>
                    </a:solidFill>
                  </a:tcPr>
                </a:tc>
                <a:tc>
                  <a:txBody>
                    <a:bodyPr/>
                    <a:lstStyle/>
                    <a:p>
                      <a:r>
                        <a:rPr lang="en-US" sz="1400" b="1" cap="none" spc="0" dirty="0">
                          <a:solidFill>
                            <a:srgbClr val="FF0000"/>
                          </a:solidFill>
                        </a:rPr>
                        <a:t>DTN</a:t>
                      </a:r>
                    </a:p>
                  </a:txBody>
                  <a:tcPr marL="62813" marR="89733" marT="17947" marB="134599" anchor="ctr">
                    <a:lnL w="12700" cmpd="sng">
                      <a:noFill/>
                      <a:prstDash val="solid"/>
                    </a:lnL>
                    <a:lnR w="12700" cmpd="sng">
                      <a:noFill/>
                      <a:prstDash val="solid"/>
                    </a:lnR>
                    <a:lnT w="9525" cap="flat" cmpd="sng" algn="ctr">
                      <a:noFill/>
                      <a:prstDash val="solid"/>
                    </a:lnT>
                    <a:lnB w="12700" cmpd="sng">
                      <a:noFill/>
                      <a:prstDash val="solid"/>
                    </a:lnB>
                    <a:solidFill>
                      <a:schemeClr val="tx1">
                        <a:lumMod val="75000"/>
                        <a:lumOff val="25000"/>
                      </a:schemeClr>
                    </a:solidFill>
                  </a:tcPr>
                </a:tc>
                <a:extLst>
                  <a:ext uri="{0D108BD9-81ED-4DB2-BD59-A6C34878D82A}">
                    <a16:rowId xmlns:a16="http://schemas.microsoft.com/office/drawing/2014/main" val="1318264282"/>
                  </a:ext>
                </a:extLst>
              </a:tr>
              <a:tr h="668277">
                <a:tc>
                  <a:txBody>
                    <a:bodyPr/>
                    <a:lstStyle/>
                    <a:p>
                      <a:r>
                        <a:rPr lang="en-US" sz="1400" b="1" cap="none" spc="0" dirty="0">
                          <a:solidFill>
                            <a:srgbClr val="0070C0"/>
                          </a:solidFill>
                        </a:rPr>
                        <a:t>Infrastructure-less (or minimal)</a:t>
                      </a:r>
                      <a:endParaRPr lang="en-US" sz="1400" cap="none" spc="0" dirty="0">
                        <a:solidFill>
                          <a:srgbClr val="0070C0"/>
                        </a:solidFill>
                      </a:endParaRPr>
                    </a:p>
                  </a:txBody>
                  <a:tcPr marL="62813" marR="89733" marT="17947" marB="134599" anchor="ctr">
                    <a:lnL w="12700" cap="flat" cmpd="sng" algn="ctr">
                      <a:solidFill>
                        <a:schemeClr val="bg1"/>
                      </a:solid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dirty="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extLst>
                  <a:ext uri="{0D108BD9-81ED-4DB2-BD59-A6C34878D82A}">
                    <a16:rowId xmlns:a16="http://schemas.microsoft.com/office/drawing/2014/main" val="2404571215"/>
                  </a:ext>
                </a:extLst>
              </a:tr>
              <a:tr h="668277">
                <a:tc>
                  <a:txBody>
                    <a:bodyPr/>
                    <a:lstStyle/>
                    <a:p>
                      <a:r>
                        <a:rPr lang="en-US" sz="1400" b="1" cap="none" spc="0" dirty="0">
                          <a:solidFill>
                            <a:srgbClr val="0070C0"/>
                          </a:solidFill>
                        </a:rPr>
                        <a:t>Multi-hop communication</a:t>
                      </a:r>
                      <a:endParaRPr lang="en-US" sz="1400" cap="none" spc="0" dirty="0">
                        <a:solidFill>
                          <a:srgbClr val="0070C0"/>
                        </a:solidFill>
                      </a:endParaRPr>
                    </a:p>
                  </a:txBody>
                  <a:tcPr marL="62813" marR="89733" marT="17947" marB="134599" anchor="ctr">
                    <a:lnL w="12700" cap="flat" cmpd="sng" algn="ctr">
                      <a:solidFill>
                        <a:schemeClr val="bg1"/>
                      </a:solid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extLst>
                  <a:ext uri="{0D108BD9-81ED-4DB2-BD59-A6C34878D82A}">
                    <a16:rowId xmlns:a16="http://schemas.microsoft.com/office/drawing/2014/main" val="2612287150"/>
                  </a:ext>
                </a:extLst>
              </a:tr>
              <a:tr h="887385">
                <a:tc>
                  <a:txBody>
                    <a:bodyPr/>
                    <a:lstStyle/>
                    <a:p>
                      <a:r>
                        <a:rPr lang="en-US" sz="1400" b="1" cap="none" spc="0" dirty="0">
                          <a:solidFill>
                            <a:srgbClr val="0070C0"/>
                          </a:solidFill>
                        </a:rPr>
                        <a:t>Dynamic topology</a:t>
                      </a:r>
                      <a:endParaRPr lang="en-US" sz="1400" cap="none" spc="0" dirty="0">
                        <a:solidFill>
                          <a:srgbClr val="0070C0"/>
                        </a:solidFill>
                      </a:endParaRPr>
                    </a:p>
                  </a:txBody>
                  <a:tcPr marL="62813" marR="89733" marT="17947" marB="134599" anchor="ctr">
                    <a:lnL w="12700" cap="flat" cmpd="sng" algn="ctr">
                      <a:solidFill>
                        <a:schemeClr val="bg1"/>
                      </a:solid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dirty="0">
                          <a:solidFill>
                            <a:schemeClr val="bg1"/>
                          </a:solidFill>
                        </a:rPr>
                        <a:t>✅ (due to node failure/sleep)</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 (due to vehicle mobility)</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dirty="0">
                          <a:solidFill>
                            <a:schemeClr val="bg1"/>
                          </a:solidFill>
                        </a:rPr>
                        <a:t>✅ (due to intermittent connectivity)</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extLst>
                  <a:ext uri="{0D108BD9-81ED-4DB2-BD59-A6C34878D82A}">
                    <a16:rowId xmlns:a16="http://schemas.microsoft.com/office/drawing/2014/main" val="3635298488"/>
                  </a:ext>
                </a:extLst>
              </a:tr>
              <a:tr h="449170">
                <a:tc>
                  <a:txBody>
                    <a:bodyPr/>
                    <a:lstStyle/>
                    <a:p>
                      <a:r>
                        <a:rPr lang="en-US" sz="1400" b="1" cap="none" spc="0">
                          <a:solidFill>
                            <a:srgbClr val="0070C0"/>
                          </a:solidFill>
                        </a:rPr>
                        <a:t>Self-organizing</a:t>
                      </a:r>
                      <a:endParaRPr lang="en-US" sz="1400" cap="none" spc="0">
                        <a:solidFill>
                          <a:srgbClr val="0070C0"/>
                        </a:solidFill>
                      </a:endParaRPr>
                    </a:p>
                  </a:txBody>
                  <a:tcPr marL="62813" marR="89733" marT="17947" marB="134599" anchor="ctr">
                    <a:lnL w="12700" cap="flat" cmpd="sng" algn="ctr">
                      <a:solidFill>
                        <a:schemeClr val="bg1"/>
                      </a:solid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extLst>
                  <a:ext uri="{0D108BD9-81ED-4DB2-BD59-A6C34878D82A}">
                    <a16:rowId xmlns:a16="http://schemas.microsoft.com/office/drawing/2014/main" val="86714759"/>
                  </a:ext>
                </a:extLst>
              </a:tr>
              <a:tr h="668277">
                <a:tc>
                  <a:txBody>
                    <a:bodyPr/>
                    <a:lstStyle/>
                    <a:p>
                      <a:r>
                        <a:rPr lang="en-US" sz="1400" b="1" cap="none" spc="0" dirty="0">
                          <a:solidFill>
                            <a:srgbClr val="0070C0"/>
                          </a:solidFill>
                        </a:rPr>
                        <a:t>Decentralized control</a:t>
                      </a:r>
                      <a:endParaRPr lang="en-US" sz="1400" cap="none" spc="0" dirty="0">
                        <a:solidFill>
                          <a:srgbClr val="0070C0"/>
                        </a:solidFill>
                      </a:endParaRPr>
                    </a:p>
                  </a:txBody>
                  <a:tcPr marL="62813" marR="89733" marT="17947" marB="134599" anchor="ctr">
                    <a:lnL w="12700" cap="flat" cmpd="sng" algn="ctr">
                      <a:solidFill>
                        <a:schemeClr val="bg1"/>
                      </a:solid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dirty="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tc>
                  <a:txBody>
                    <a:bodyPr/>
                    <a:lstStyle/>
                    <a:p>
                      <a:r>
                        <a:rPr lang="en-US" sz="1400" cap="none" spc="0" dirty="0">
                          <a:solidFill>
                            <a:schemeClr val="bg1"/>
                          </a:solidFill>
                        </a:rPr>
                        <a:t>✅</a:t>
                      </a:r>
                    </a:p>
                  </a:txBody>
                  <a:tcPr marL="62813" marR="89733" marT="17947" marB="134599" anchor="ctr">
                    <a:lnL w="12700" cmpd="sng">
                      <a:noFill/>
                      <a:prstDash val="solid"/>
                    </a:lnL>
                    <a:lnR w="12700" cmpd="sng">
                      <a:noFill/>
                      <a:prstDash val="solid"/>
                    </a:lnR>
                    <a:lnT w="12700" cmpd="sng">
                      <a:noFill/>
                      <a:prstDash val="solid"/>
                    </a:lnT>
                    <a:lnB w="12700" cmpd="sng">
                      <a:noFill/>
                      <a:prstDash val="solid"/>
                    </a:lnB>
                    <a:solidFill>
                      <a:schemeClr val="tx1">
                        <a:lumMod val="75000"/>
                        <a:lumOff val="25000"/>
                      </a:schemeClr>
                    </a:solidFill>
                  </a:tcPr>
                </a:tc>
                <a:extLst>
                  <a:ext uri="{0D108BD9-81ED-4DB2-BD59-A6C34878D82A}">
                    <a16:rowId xmlns:a16="http://schemas.microsoft.com/office/drawing/2014/main" val="1747815107"/>
                  </a:ext>
                </a:extLst>
              </a:tr>
            </a:tbl>
          </a:graphicData>
        </a:graphic>
      </p:graphicFrame>
      <p:sp>
        <p:nvSpPr>
          <p:cNvPr id="12" name="Title 1">
            <a:extLst>
              <a:ext uri="{FF2B5EF4-FFF2-40B4-BE49-F238E27FC236}">
                <a16:creationId xmlns:a16="http://schemas.microsoft.com/office/drawing/2014/main" id="{7E7D8C75-18C5-A841-ADCB-69B37A1CAF8A}"/>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FF0000"/>
                </a:solidFill>
              </a:rPr>
              <a:t>Infrastructure-less</a:t>
            </a:r>
            <a:r>
              <a:rPr lang="en-US" altLang="en-US" sz="3200" b="0" dirty="0"/>
              <a:t>::</a:t>
            </a:r>
            <a:br>
              <a:rPr lang="en-US" altLang="en-US" sz="3200" b="0" dirty="0"/>
            </a:br>
            <a:r>
              <a:rPr lang="en-US" altLang="en-US" sz="3200" b="0" dirty="0">
                <a:solidFill>
                  <a:srgbClr val="0070C0"/>
                </a:solidFill>
              </a:rPr>
              <a:t>Wireless Ad-Hoc Networks</a:t>
            </a:r>
            <a:endParaRPr lang="en-US" sz="3200" b="0" dirty="0">
              <a:solidFill>
                <a:srgbClr val="0070C0"/>
              </a:solidFill>
            </a:endParaRPr>
          </a:p>
        </p:txBody>
      </p:sp>
    </p:spTree>
    <p:extLst>
      <p:ext uri="{BB962C8B-B14F-4D97-AF65-F5344CB8AC3E}">
        <p14:creationId xmlns:p14="http://schemas.microsoft.com/office/powerpoint/2010/main" val="392948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13447-F9E1-3D20-72D5-60F4E5C95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C5292-08F3-D0AA-D9EE-887C6B0092F8}"/>
              </a:ext>
            </a:extLst>
          </p:cNvPr>
          <p:cNvSpPr txBox="1">
            <a:spLocks/>
          </p:cNvSpPr>
          <p:nvPr/>
        </p:nvSpPr>
        <p:spPr>
          <a:xfrm>
            <a:off x="495300" y="2209800"/>
            <a:ext cx="8153400" cy="1676400"/>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marL="0" indent="0">
              <a:lnSpc>
                <a:spcPct val="110000"/>
              </a:lnSpc>
              <a:buNone/>
            </a:pPr>
            <a:r>
              <a:rPr lang="en-US" altLang="en-US" b="0" dirty="0"/>
              <a:t>Wireless Sensor Networks </a:t>
            </a:r>
          </a:p>
          <a:p>
            <a:pPr marL="0" indent="0">
              <a:lnSpc>
                <a:spcPct val="110000"/>
              </a:lnSpc>
              <a:buNone/>
            </a:pPr>
            <a:r>
              <a:rPr lang="en-US" altLang="en-US" sz="1600" b="0" dirty="0">
                <a:solidFill>
                  <a:srgbClr val="00B050"/>
                </a:solidFill>
                <a:latin typeface="Arial" panose="020B0604020202020204" pitchFamily="34" charset="0"/>
                <a:cs typeface="Arial" panose="020B0604020202020204" pitchFamily="34" charset="0"/>
              </a:rPr>
              <a:t>( </a:t>
            </a:r>
            <a:r>
              <a:rPr lang="en-US" sz="1600" b="0" dirty="0">
                <a:solidFill>
                  <a:srgbClr val="0070C0"/>
                </a:solidFill>
                <a:latin typeface="Arial"/>
                <a:cs typeface="Arial"/>
              </a:rPr>
              <a:t>Structured / </a:t>
            </a:r>
            <a:r>
              <a:rPr lang="en-US" sz="1600" b="0" dirty="0">
                <a:solidFill>
                  <a:schemeClr val="accent1"/>
                </a:solidFill>
                <a:latin typeface="Arial"/>
                <a:cs typeface="Arial"/>
              </a:rPr>
              <a:t>Semi-Structured /</a:t>
            </a:r>
            <a:r>
              <a:rPr lang="en-US" sz="1600" b="0" dirty="0">
                <a:solidFill>
                  <a:srgbClr val="00B050"/>
                </a:solidFill>
                <a:latin typeface="Arial"/>
                <a:cs typeface="Arial"/>
              </a:rPr>
              <a:t> </a:t>
            </a:r>
            <a:r>
              <a:rPr lang="en-US" sz="1600" b="0" dirty="0">
                <a:solidFill>
                  <a:srgbClr val="FF0000"/>
                </a:solidFill>
                <a:latin typeface="Arial"/>
                <a:cs typeface="Arial"/>
              </a:rPr>
              <a:t>Un-Structed</a:t>
            </a:r>
            <a:r>
              <a:rPr lang="en-US" sz="1600" b="0" dirty="0">
                <a:solidFill>
                  <a:srgbClr val="00B050"/>
                </a:solidFill>
                <a:latin typeface="Arial"/>
                <a:cs typeface="Arial"/>
              </a:rPr>
              <a:t> :: Depending on Application Nature</a:t>
            </a:r>
            <a:r>
              <a:rPr lang="en-US" altLang="en-US" sz="1600" b="0" dirty="0">
                <a:solidFill>
                  <a:srgbClr val="00B050"/>
                </a:solidFill>
                <a:latin typeface="Arial" panose="020B0604020202020204" pitchFamily="34" charset="0"/>
                <a:cs typeface="Arial" panose="020B0604020202020204" pitchFamily="34" charset="0"/>
              </a:rPr>
              <a:t>)</a:t>
            </a:r>
          </a:p>
        </p:txBody>
      </p:sp>
      <p:pic>
        <p:nvPicPr>
          <p:cNvPr id="8" name="Picture 7">
            <a:extLst>
              <a:ext uri="{FF2B5EF4-FFF2-40B4-BE49-F238E27FC236}">
                <a16:creationId xmlns:a16="http://schemas.microsoft.com/office/drawing/2014/main" id="{490E5DFC-0756-2E1C-2515-1DDDE3B0640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133600" y="4394474"/>
            <a:ext cx="2057400" cy="2057400"/>
          </a:xfrm>
          <a:prstGeom prst="rect">
            <a:avLst/>
          </a:prstGeom>
        </p:spPr>
      </p:pic>
      <p:pic>
        <p:nvPicPr>
          <p:cNvPr id="10" name="Picture 9" descr="A cloud computing network with gears&#10;&#10;AI-generated content may be incorrect.">
            <a:extLst>
              <a:ext uri="{FF2B5EF4-FFF2-40B4-BE49-F238E27FC236}">
                <a16:creationId xmlns:a16="http://schemas.microsoft.com/office/drawing/2014/main" id="{2B50C777-D213-F4C6-3603-7CE851D739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0131" y="4660310"/>
            <a:ext cx="1021245" cy="1021245"/>
          </a:xfrm>
          <a:prstGeom prst="rect">
            <a:avLst/>
          </a:prstGeom>
        </p:spPr>
      </p:pic>
      <p:pic>
        <p:nvPicPr>
          <p:cNvPr id="12" name="Picture 11" descr="A black line with dots&#10;&#10;AI-generated content may be incorrect.">
            <a:extLst>
              <a:ext uri="{FF2B5EF4-FFF2-40B4-BE49-F238E27FC236}">
                <a16:creationId xmlns:a16="http://schemas.microsoft.com/office/drawing/2014/main" id="{550DA7B0-78D5-8311-4864-B5B29DC43D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4343400"/>
            <a:ext cx="2543553" cy="1333983"/>
          </a:xfrm>
          <a:prstGeom prst="rect">
            <a:avLst/>
          </a:prstGeom>
        </p:spPr>
      </p:pic>
      <p:pic>
        <p:nvPicPr>
          <p:cNvPr id="14" name="Picture 13" descr="A black and white image of people connected to each other&#10;&#10;AI-generated content may be incorrect.">
            <a:extLst>
              <a:ext uri="{FF2B5EF4-FFF2-40B4-BE49-F238E27FC236}">
                <a16:creationId xmlns:a16="http://schemas.microsoft.com/office/drawing/2014/main" id="{F840E04D-B9D4-5664-B842-6238487B1E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598" y="3897447"/>
            <a:ext cx="1525727" cy="1525727"/>
          </a:xfrm>
          <a:prstGeom prst="rect">
            <a:avLst/>
          </a:prstGeom>
        </p:spPr>
      </p:pic>
    </p:spTree>
    <p:extLst>
      <p:ext uri="{BB962C8B-B14F-4D97-AF65-F5344CB8AC3E}">
        <p14:creationId xmlns:p14="http://schemas.microsoft.com/office/powerpoint/2010/main" val="15662911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7" name="Rectangle 3">
            <a:extLst>
              <a:ext uri="{FF2B5EF4-FFF2-40B4-BE49-F238E27FC236}">
                <a16:creationId xmlns:a16="http://schemas.microsoft.com/office/drawing/2014/main" id="{2FCA2EBF-02E8-8CFD-99FA-46D89DEC8437}"/>
              </a:ext>
            </a:extLst>
          </p:cNvPr>
          <p:cNvSpPr>
            <a:spLocks noGrp="1" noChangeArrowheads="1"/>
          </p:cNvSpPr>
          <p:nvPr>
            <p:ph type="body" sz="half" idx="2"/>
          </p:nvPr>
        </p:nvSpPr>
        <p:spPr>
          <a:xfrm>
            <a:off x="0" y="4124060"/>
            <a:ext cx="8904288" cy="2465387"/>
          </a:xfrm>
        </p:spPr>
        <p:txBody>
          <a:bodyPr/>
          <a:lstStyle/>
          <a:p>
            <a:pPr>
              <a:lnSpc>
                <a:spcPct val="110000"/>
              </a:lnSpc>
              <a:buFont typeface="Wingdings" panose="05000000000000000000" pitchFamily="2" charset="2"/>
              <a:buNone/>
            </a:pPr>
            <a:endParaRPr lang="en-US" altLang="en-US" sz="2000" b="0" dirty="0"/>
          </a:p>
          <a:p>
            <a:pPr lvl="1">
              <a:lnSpc>
                <a:spcPct val="70000"/>
              </a:lnSpc>
            </a:pPr>
            <a:r>
              <a:rPr lang="en-US" altLang="en-US" sz="2400" b="0" dirty="0"/>
              <a:t>Nodes powered by non rechargeable batteries</a:t>
            </a:r>
          </a:p>
          <a:p>
            <a:pPr lvl="1">
              <a:lnSpc>
                <a:spcPct val="70000"/>
              </a:lnSpc>
            </a:pPr>
            <a:r>
              <a:rPr lang="en-US" altLang="en-US" sz="2400" b="0" dirty="0"/>
              <a:t>Data flows usually to centralized location.</a:t>
            </a:r>
          </a:p>
          <a:p>
            <a:pPr lvl="1">
              <a:lnSpc>
                <a:spcPct val="70000"/>
              </a:lnSpc>
            </a:pPr>
            <a:r>
              <a:rPr lang="en-US" altLang="en-US" sz="2400" b="0" dirty="0"/>
              <a:t>Low per-node rates but up to 100,000 nodes.</a:t>
            </a:r>
          </a:p>
          <a:p>
            <a:pPr lvl="1">
              <a:lnSpc>
                <a:spcPct val="70000"/>
              </a:lnSpc>
            </a:pPr>
            <a:r>
              <a:rPr lang="en-US" altLang="en-US" sz="2400" b="0" dirty="0"/>
              <a:t>Data highly correlated in time and space.</a:t>
            </a:r>
          </a:p>
          <a:p>
            <a:pPr lvl="1">
              <a:lnSpc>
                <a:spcPct val="70000"/>
              </a:lnSpc>
            </a:pPr>
            <a:r>
              <a:rPr lang="en-US" altLang="en-US" sz="2400" b="0" dirty="0"/>
              <a:t>Nodes can cooperate in transmission, reception, compression, and signal processing.</a:t>
            </a:r>
          </a:p>
        </p:txBody>
      </p:sp>
      <p:grpSp>
        <p:nvGrpSpPr>
          <p:cNvPr id="108548" name="Group 4">
            <a:extLst>
              <a:ext uri="{FF2B5EF4-FFF2-40B4-BE49-F238E27FC236}">
                <a16:creationId xmlns:a16="http://schemas.microsoft.com/office/drawing/2014/main" id="{EFC336D2-0BCC-B5E3-34D9-8E7CA879FCAC}"/>
              </a:ext>
            </a:extLst>
          </p:cNvPr>
          <p:cNvGrpSpPr>
            <a:grpSpLocks/>
          </p:cNvGrpSpPr>
          <p:nvPr/>
        </p:nvGrpSpPr>
        <p:grpSpPr bwMode="auto">
          <a:xfrm>
            <a:off x="2187575" y="2440781"/>
            <a:ext cx="4768850" cy="1976438"/>
            <a:chOff x="1248" y="1152"/>
            <a:chExt cx="3072" cy="1296"/>
          </a:xfrm>
        </p:grpSpPr>
        <p:sp>
          <p:nvSpPr>
            <p:cNvPr id="108549" name="AutoShape 5">
              <a:extLst>
                <a:ext uri="{FF2B5EF4-FFF2-40B4-BE49-F238E27FC236}">
                  <a16:creationId xmlns:a16="http://schemas.microsoft.com/office/drawing/2014/main" id="{A9906BC9-5081-0F9A-4F3D-BC1F095EA5FC}"/>
                </a:ext>
              </a:extLst>
            </p:cNvPr>
            <p:cNvSpPr>
              <a:spLocks noChangeArrowheads="1"/>
            </p:cNvSpPr>
            <p:nvPr/>
          </p:nvSpPr>
          <p:spPr bwMode="auto">
            <a:xfrm>
              <a:off x="1248" y="1680"/>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50" name="AutoShape 6">
              <a:extLst>
                <a:ext uri="{FF2B5EF4-FFF2-40B4-BE49-F238E27FC236}">
                  <a16:creationId xmlns:a16="http://schemas.microsoft.com/office/drawing/2014/main" id="{26E17898-14E0-CDD9-10C7-65F0249A4DCB}"/>
                </a:ext>
              </a:extLst>
            </p:cNvPr>
            <p:cNvSpPr>
              <a:spLocks noChangeArrowheads="1"/>
            </p:cNvSpPr>
            <p:nvPr/>
          </p:nvSpPr>
          <p:spPr bwMode="auto">
            <a:xfrm>
              <a:off x="1296" y="1152"/>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51" name="AutoShape 7">
              <a:extLst>
                <a:ext uri="{FF2B5EF4-FFF2-40B4-BE49-F238E27FC236}">
                  <a16:creationId xmlns:a16="http://schemas.microsoft.com/office/drawing/2014/main" id="{BA32FA9F-48F1-D69D-8E4F-0E7E2536B863}"/>
                </a:ext>
              </a:extLst>
            </p:cNvPr>
            <p:cNvSpPr>
              <a:spLocks noChangeArrowheads="1"/>
            </p:cNvSpPr>
            <p:nvPr/>
          </p:nvSpPr>
          <p:spPr bwMode="auto">
            <a:xfrm>
              <a:off x="2592" y="2256"/>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52" name="AutoShape 8">
              <a:extLst>
                <a:ext uri="{FF2B5EF4-FFF2-40B4-BE49-F238E27FC236}">
                  <a16:creationId xmlns:a16="http://schemas.microsoft.com/office/drawing/2014/main" id="{73D61A9B-381D-0C22-8776-CC0493A4E7BD}"/>
                </a:ext>
              </a:extLst>
            </p:cNvPr>
            <p:cNvSpPr>
              <a:spLocks noChangeArrowheads="1"/>
            </p:cNvSpPr>
            <p:nvPr/>
          </p:nvSpPr>
          <p:spPr bwMode="auto">
            <a:xfrm>
              <a:off x="3648" y="1776"/>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53" name="AutoShape 9">
              <a:extLst>
                <a:ext uri="{FF2B5EF4-FFF2-40B4-BE49-F238E27FC236}">
                  <a16:creationId xmlns:a16="http://schemas.microsoft.com/office/drawing/2014/main" id="{832C5AE1-F7D0-B683-426E-6687C1C5FC8A}"/>
                </a:ext>
              </a:extLst>
            </p:cNvPr>
            <p:cNvSpPr>
              <a:spLocks noChangeArrowheads="1"/>
            </p:cNvSpPr>
            <p:nvPr/>
          </p:nvSpPr>
          <p:spPr bwMode="auto">
            <a:xfrm>
              <a:off x="2064" y="1728"/>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54" name="AutoShape 10">
              <a:extLst>
                <a:ext uri="{FF2B5EF4-FFF2-40B4-BE49-F238E27FC236}">
                  <a16:creationId xmlns:a16="http://schemas.microsoft.com/office/drawing/2014/main" id="{CF903271-28F7-B802-151E-800912C0DC61}"/>
                </a:ext>
              </a:extLst>
            </p:cNvPr>
            <p:cNvSpPr>
              <a:spLocks noChangeArrowheads="1"/>
            </p:cNvSpPr>
            <p:nvPr/>
          </p:nvSpPr>
          <p:spPr bwMode="auto">
            <a:xfrm>
              <a:off x="3408" y="1296"/>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55" name="AutoShape 11">
              <a:extLst>
                <a:ext uri="{FF2B5EF4-FFF2-40B4-BE49-F238E27FC236}">
                  <a16:creationId xmlns:a16="http://schemas.microsoft.com/office/drawing/2014/main" id="{09F8B285-2DEF-E130-0822-DD8B387CA13D}"/>
                </a:ext>
              </a:extLst>
            </p:cNvPr>
            <p:cNvSpPr>
              <a:spLocks noChangeArrowheads="1"/>
            </p:cNvSpPr>
            <p:nvPr/>
          </p:nvSpPr>
          <p:spPr bwMode="auto">
            <a:xfrm>
              <a:off x="4128" y="1488"/>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56" name="AutoShape 12">
              <a:extLst>
                <a:ext uri="{FF2B5EF4-FFF2-40B4-BE49-F238E27FC236}">
                  <a16:creationId xmlns:a16="http://schemas.microsoft.com/office/drawing/2014/main" id="{245A2F8A-CF84-3962-9CF9-FE023F751904}"/>
                </a:ext>
              </a:extLst>
            </p:cNvPr>
            <p:cNvSpPr>
              <a:spLocks noChangeArrowheads="1"/>
            </p:cNvSpPr>
            <p:nvPr/>
          </p:nvSpPr>
          <p:spPr bwMode="auto">
            <a:xfrm>
              <a:off x="2064" y="1248"/>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57" name="AutoShape 13">
              <a:extLst>
                <a:ext uri="{FF2B5EF4-FFF2-40B4-BE49-F238E27FC236}">
                  <a16:creationId xmlns:a16="http://schemas.microsoft.com/office/drawing/2014/main" id="{2C309C1A-171D-B5A3-726A-E50DC1F3BF96}"/>
                </a:ext>
              </a:extLst>
            </p:cNvPr>
            <p:cNvSpPr>
              <a:spLocks noChangeArrowheads="1"/>
            </p:cNvSpPr>
            <p:nvPr/>
          </p:nvSpPr>
          <p:spPr bwMode="auto">
            <a:xfrm>
              <a:off x="2880" y="1680"/>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58" name="AutoShape 14">
              <a:extLst>
                <a:ext uri="{FF2B5EF4-FFF2-40B4-BE49-F238E27FC236}">
                  <a16:creationId xmlns:a16="http://schemas.microsoft.com/office/drawing/2014/main" id="{D6AEBD35-D7DD-74D9-8BDF-E5D584C81A57}"/>
                </a:ext>
              </a:extLst>
            </p:cNvPr>
            <p:cNvSpPr>
              <a:spLocks noChangeArrowheads="1"/>
            </p:cNvSpPr>
            <p:nvPr/>
          </p:nvSpPr>
          <p:spPr bwMode="auto">
            <a:xfrm>
              <a:off x="1488" y="2016"/>
              <a:ext cx="192" cy="192"/>
            </a:xfrm>
            <a:prstGeom prst="cube">
              <a:avLst>
                <a:gd name="adj" fmla="val 25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108559" name="Line 15">
            <a:extLst>
              <a:ext uri="{FF2B5EF4-FFF2-40B4-BE49-F238E27FC236}">
                <a16:creationId xmlns:a16="http://schemas.microsoft.com/office/drawing/2014/main" id="{1568E7AB-047A-E166-003C-649DAA395113}"/>
              </a:ext>
            </a:extLst>
          </p:cNvPr>
          <p:cNvSpPr>
            <a:spLocks noChangeShapeType="1"/>
          </p:cNvSpPr>
          <p:nvPr/>
        </p:nvSpPr>
        <p:spPr bwMode="auto">
          <a:xfrm>
            <a:off x="2336800" y="2807494"/>
            <a:ext cx="0" cy="365125"/>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60" name="Line 16">
            <a:extLst>
              <a:ext uri="{FF2B5EF4-FFF2-40B4-BE49-F238E27FC236}">
                <a16:creationId xmlns:a16="http://schemas.microsoft.com/office/drawing/2014/main" id="{95635EF9-C51C-C5A8-F4CC-B1CFA4A34C6D}"/>
              </a:ext>
            </a:extLst>
          </p:cNvPr>
          <p:cNvSpPr>
            <a:spLocks noChangeShapeType="1"/>
          </p:cNvSpPr>
          <p:nvPr/>
        </p:nvSpPr>
        <p:spPr bwMode="auto">
          <a:xfrm>
            <a:off x="2411412" y="3539331"/>
            <a:ext cx="149225" cy="219075"/>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61" name="Line 17">
            <a:extLst>
              <a:ext uri="{FF2B5EF4-FFF2-40B4-BE49-F238E27FC236}">
                <a16:creationId xmlns:a16="http://schemas.microsoft.com/office/drawing/2014/main" id="{AB91CFDE-68CB-3BBB-2361-C69E5473FD4A}"/>
              </a:ext>
            </a:extLst>
          </p:cNvPr>
          <p:cNvSpPr>
            <a:spLocks noChangeShapeType="1"/>
          </p:cNvSpPr>
          <p:nvPr/>
        </p:nvSpPr>
        <p:spPr bwMode="auto">
          <a:xfrm>
            <a:off x="2932112" y="4052094"/>
            <a:ext cx="1192213" cy="219075"/>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62" name="Line 18">
            <a:extLst>
              <a:ext uri="{FF2B5EF4-FFF2-40B4-BE49-F238E27FC236}">
                <a16:creationId xmlns:a16="http://schemas.microsoft.com/office/drawing/2014/main" id="{A3D4B525-5537-E6F8-9169-B115E01E27DA}"/>
              </a:ext>
            </a:extLst>
          </p:cNvPr>
          <p:cNvSpPr>
            <a:spLocks noChangeShapeType="1"/>
          </p:cNvSpPr>
          <p:nvPr/>
        </p:nvSpPr>
        <p:spPr bwMode="auto">
          <a:xfrm flipV="1">
            <a:off x="4497387" y="3539331"/>
            <a:ext cx="298450" cy="512763"/>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63" name="Line 19">
            <a:extLst>
              <a:ext uri="{FF2B5EF4-FFF2-40B4-BE49-F238E27FC236}">
                <a16:creationId xmlns:a16="http://schemas.microsoft.com/office/drawing/2014/main" id="{7B2FDCF1-5E2E-5D53-06A2-38D719A5FF10}"/>
              </a:ext>
            </a:extLst>
          </p:cNvPr>
          <p:cNvSpPr>
            <a:spLocks noChangeShapeType="1"/>
          </p:cNvSpPr>
          <p:nvPr/>
        </p:nvSpPr>
        <p:spPr bwMode="auto">
          <a:xfrm flipV="1">
            <a:off x="4945062" y="2880519"/>
            <a:ext cx="595313" cy="2921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64" name="Line 20">
            <a:extLst>
              <a:ext uri="{FF2B5EF4-FFF2-40B4-BE49-F238E27FC236}">
                <a16:creationId xmlns:a16="http://schemas.microsoft.com/office/drawing/2014/main" id="{903DBAA9-A447-07E0-B393-2F50DAB78856}"/>
              </a:ext>
            </a:extLst>
          </p:cNvPr>
          <p:cNvSpPr>
            <a:spLocks noChangeShapeType="1"/>
          </p:cNvSpPr>
          <p:nvPr/>
        </p:nvSpPr>
        <p:spPr bwMode="auto">
          <a:xfrm>
            <a:off x="5913437" y="2734469"/>
            <a:ext cx="669925" cy="219075"/>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65" name="Line 21">
            <a:extLst>
              <a:ext uri="{FF2B5EF4-FFF2-40B4-BE49-F238E27FC236}">
                <a16:creationId xmlns:a16="http://schemas.microsoft.com/office/drawing/2014/main" id="{2535C8CB-B936-1A1F-9FB0-CF3AB45D89BB}"/>
              </a:ext>
            </a:extLst>
          </p:cNvPr>
          <p:cNvSpPr>
            <a:spLocks noChangeShapeType="1"/>
          </p:cNvSpPr>
          <p:nvPr/>
        </p:nvSpPr>
        <p:spPr bwMode="auto">
          <a:xfrm>
            <a:off x="5094287" y="3393281"/>
            <a:ext cx="744538" cy="73025"/>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66" name="Line 22">
            <a:extLst>
              <a:ext uri="{FF2B5EF4-FFF2-40B4-BE49-F238E27FC236}">
                <a16:creationId xmlns:a16="http://schemas.microsoft.com/office/drawing/2014/main" id="{AD2D7635-2547-F9D3-F8AC-C3AA469D4056}"/>
              </a:ext>
            </a:extLst>
          </p:cNvPr>
          <p:cNvSpPr>
            <a:spLocks noChangeShapeType="1"/>
          </p:cNvSpPr>
          <p:nvPr/>
        </p:nvSpPr>
        <p:spPr bwMode="auto">
          <a:xfrm flipV="1">
            <a:off x="6211887" y="3172619"/>
            <a:ext cx="371475" cy="220662"/>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67" name="Line 23">
            <a:extLst>
              <a:ext uri="{FF2B5EF4-FFF2-40B4-BE49-F238E27FC236}">
                <a16:creationId xmlns:a16="http://schemas.microsoft.com/office/drawing/2014/main" id="{700AE53E-9E32-6135-4C9E-F1B435CF4259}"/>
              </a:ext>
            </a:extLst>
          </p:cNvPr>
          <p:cNvSpPr>
            <a:spLocks noChangeShapeType="1"/>
          </p:cNvSpPr>
          <p:nvPr/>
        </p:nvSpPr>
        <p:spPr bwMode="auto">
          <a:xfrm>
            <a:off x="3603625" y="2953544"/>
            <a:ext cx="0" cy="29210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108568" name="Group 24">
            <a:extLst>
              <a:ext uri="{FF2B5EF4-FFF2-40B4-BE49-F238E27FC236}">
                <a16:creationId xmlns:a16="http://schemas.microsoft.com/office/drawing/2014/main" id="{CF6FA146-8A54-E791-2EC5-FCB013E23878}"/>
              </a:ext>
            </a:extLst>
          </p:cNvPr>
          <p:cNvGrpSpPr>
            <a:grpSpLocks/>
          </p:cNvGrpSpPr>
          <p:nvPr/>
        </p:nvGrpSpPr>
        <p:grpSpPr bwMode="auto">
          <a:xfrm>
            <a:off x="1963737" y="2294731"/>
            <a:ext cx="5141913" cy="1903413"/>
            <a:chOff x="1104" y="1056"/>
            <a:chExt cx="3239" cy="1199"/>
          </a:xfrm>
        </p:grpSpPr>
        <p:sp>
          <p:nvSpPr>
            <p:cNvPr id="108569" name="Oval 25">
              <a:extLst>
                <a:ext uri="{FF2B5EF4-FFF2-40B4-BE49-F238E27FC236}">
                  <a16:creationId xmlns:a16="http://schemas.microsoft.com/office/drawing/2014/main" id="{FFEC1EED-ED6F-7D1E-D5D7-E9990C8EA302}"/>
                </a:ext>
              </a:extLst>
            </p:cNvPr>
            <p:cNvSpPr>
              <a:spLocks noChangeArrowheads="1"/>
            </p:cNvSpPr>
            <p:nvPr/>
          </p:nvSpPr>
          <p:spPr bwMode="auto">
            <a:xfrm rot="-1025995">
              <a:off x="1104" y="1056"/>
              <a:ext cx="657" cy="1199"/>
            </a:xfrm>
            <a:prstGeom prst="ellipse">
              <a:avLst/>
            </a:prstGeom>
            <a:noFill/>
            <a:ln w="12700">
              <a:solidFill>
                <a:srgbClr val="6666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70" name="Oval 26">
              <a:extLst>
                <a:ext uri="{FF2B5EF4-FFF2-40B4-BE49-F238E27FC236}">
                  <a16:creationId xmlns:a16="http://schemas.microsoft.com/office/drawing/2014/main" id="{7794E066-5A78-5F6F-B227-EFEA722B69CA}"/>
                </a:ext>
              </a:extLst>
            </p:cNvPr>
            <p:cNvSpPr>
              <a:spLocks noChangeArrowheads="1"/>
            </p:cNvSpPr>
            <p:nvPr/>
          </p:nvSpPr>
          <p:spPr bwMode="auto">
            <a:xfrm>
              <a:off x="1902" y="1148"/>
              <a:ext cx="516" cy="876"/>
            </a:xfrm>
            <a:prstGeom prst="ellipse">
              <a:avLst/>
            </a:prstGeom>
            <a:noFill/>
            <a:ln w="12700">
              <a:solidFill>
                <a:srgbClr val="6666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8571" name="Oval 27">
              <a:extLst>
                <a:ext uri="{FF2B5EF4-FFF2-40B4-BE49-F238E27FC236}">
                  <a16:creationId xmlns:a16="http://schemas.microsoft.com/office/drawing/2014/main" id="{2C75BD74-05AB-B849-6C58-6C644BBB4658}"/>
                </a:ext>
              </a:extLst>
            </p:cNvPr>
            <p:cNvSpPr>
              <a:spLocks noChangeArrowheads="1"/>
            </p:cNvSpPr>
            <p:nvPr/>
          </p:nvSpPr>
          <p:spPr bwMode="auto">
            <a:xfrm>
              <a:off x="2700" y="1194"/>
              <a:ext cx="1643" cy="830"/>
            </a:xfrm>
            <a:prstGeom prst="ellipse">
              <a:avLst/>
            </a:prstGeom>
            <a:noFill/>
            <a:ln w="12700">
              <a:solidFill>
                <a:srgbClr val="6666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108572" name="Line 28">
            <a:extLst>
              <a:ext uri="{FF2B5EF4-FFF2-40B4-BE49-F238E27FC236}">
                <a16:creationId xmlns:a16="http://schemas.microsoft.com/office/drawing/2014/main" id="{3F7D5EC0-F88C-0B41-A808-1FD1F12C12C2}"/>
              </a:ext>
            </a:extLst>
          </p:cNvPr>
          <p:cNvSpPr>
            <a:spLocks noChangeShapeType="1"/>
          </p:cNvSpPr>
          <p:nvPr/>
        </p:nvSpPr>
        <p:spPr bwMode="auto">
          <a:xfrm>
            <a:off x="3752850" y="3539331"/>
            <a:ext cx="595312" cy="585788"/>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 name="TextBox 2">
            <a:extLst>
              <a:ext uri="{FF2B5EF4-FFF2-40B4-BE49-F238E27FC236}">
                <a16:creationId xmlns:a16="http://schemas.microsoft.com/office/drawing/2014/main" id="{6688D9E3-9E97-9595-8AF3-0D2C10623347}"/>
              </a:ext>
            </a:extLst>
          </p:cNvPr>
          <p:cNvSpPr txBox="1"/>
          <p:nvPr/>
        </p:nvSpPr>
        <p:spPr>
          <a:xfrm>
            <a:off x="373062" y="1668156"/>
            <a:ext cx="7856538" cy="707886"/>
          </a:xfrm>
          <a:prstGeom prst="rect">
            <a:avLst/>
          </a:prstGeom>
          <a:noFill/>
        </p:spPr>
        <p:txBody>
          <a:bodyPr wrap="square">
            <a:spAutoFit/>
          </a:bodyPr>
          <a:lstStyle/>
          <a:p>
            <a:pPr algn="ctr"/>
            <a:r>
              <a:rPr lang="en-US" altLang="en-US" sz="2000" i="1" dirty="0">
                <a:solidFill>
                  <a:srgbClr val="FF0000"/>
                </a:solidFill>
              </a:rPr>
              <a:t>Energy is the primary constraint </a:t>
            </a:r>
          </a:p>
          <a:p>
            <a:pPr algn="ctr"/>
            <a:r>
              <a:rPr lang="en-US" sz="2000" dirty="0">
                <a:solidFill>
                  <a:srgbClr val="C00000"/>
                </a:solidFill>
              </a:rPr>
              <a:t>Low power Wireless Sensor Network (Low PAN)[IEEE 802.15]</a:t>
            </a:r>
          </a:p>
        </p:txBody>
      </p:sp>
      <p:sp>
        <p:nvSpPr>
          <p:cNvPr id="4" name="Title 1">
            <a:extLst>
              <a:ext uri="{FF2B5EF4-FFF2-40B4-BE49-F238E27FC236}">
                <a16:creationId xmlns:a16="http://schemas.microsoft.com/office/drawing/2014/main" id="{B7F84B4A-F0AC-B79C-5EE5-B5296D9B3CA4}"/>
              </a:ext>
            </a:extLst>
          </p:cNvPr>
          <p:cNvSpPr txBox="1">
            <a:spLocks/>
          </p:cNvSpPr>
          <p:nvPr/>
        </p:nvSpPr>
        <p:spPr>
          <a:xfrm>
            <a:off x="387096" y="152400"/>
            <a:ext cx="7848600" cy="1109121"/>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3200" b="0" dirty="0">
                <a:solidFill>
                  <a:srgbClr val="FF0000"/>
                </a:solidFill>
              </a:rPr>
              <a:t>Multi-hop</a:t>
            </a:r>
            <a:r>
              <a:rPr lang="en-US" altLang="en-US" sz="3200" b="0" dirty="0"/>
              <a:t> </a:t>
            </a:r>
            <a:r>
              <a:rPr lang="en-US" altLang="en-US" sz="3200" b="0" dirty="0">
                <a:solidFill>
                  <a:srgbClr val="FF0000"/>
                </a:solidFill>
              </a:rPr>
              <a:t>Infrastructure-less</a:t>
            </a:r>
            <a:r>
              <a:rPr lang="en-US" altLang="en-US" sz="3200" b="0" dirty="0"/>
              <a:t>::</a:t>
            </a:r>
            <a:br>
              <a:rPr lang="en-US" altLang="en-US" sz="3200" b="0" dirty="0"/>
            </a:br>
            <a:r>
              <a:rPr lang="en-US" altLang="en-US" sz="3200" b="0" dirty="0"/>
              <a:t>Wireless Sensor Networks</a:t>
            </a:r>
            <a:endParaRPr lang="en-US" sz="3200" b="0" dirty="0">
              <a:solidFill>
                <a:srgbClr val="FF0000"/>
              </a:solidFill>
            </a:endParaRPr>
          </a:p>
        </p:txBody>
      </p:sp>
    </p:spTree>
    <p:extLst>
      <p:ext uri="{BB962C8B-B14F-4D97-AF65-F5344CB8AC3E}">
        <p14:creationId xmlns:p14="http://schemas.microsoft.com/office/powerpoint/2010/main" val="32503126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85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ED58B33F-E6CF-A9DD-9A69-D8586B50D80C}"/>
              </a:ext>
            </a:extLst>
          </p:cNvPr>
          <p:cNvSpPr>
            <a:spLocks noGrp="1" noChangeArrowheads="1"/>
          </p:cNvSpPr>
          <p:nvPr>
            <p:ph type="title"/>
          </p:nvPr>
        </p:nvSpPr>
        <p:spPr>
          <a:xfrm>
            <a:off x="609600" y="228600"/>
            <a:ext cx="8162925" cy="1143000"/>
          </a:xfrm>
        </p:spPr>
        <p:txBody>
          <a:bodyPr/>
          <a:lstStyle/>
          <a:p>
            <a:pPr>
              <a:lnSpc>
                <a:spcPct val="80000"/>
              </a:lnSpc>
            </a:pPr>
            <a:r>
              <a:rPr lang="en-US" altLang="en-US" sz="4400" b="0" dirty="0">
                <a:solidFill>
                  <a:srgbClr val="3333CC"/>
                </a:solidFill>
              </a:rPr>
              <a:t>Sensor </a:t>
            </a:r>
            <a:r>
              <a:rPr lang="en-US" altLang="en-US" sz="4400" b="0" dirty="0"/>
              <a:t>Networks</a:t>
            </a:r>
          </a:p>
        </p:txBody>
      </p:sp>
      <p:sp>
        <p:nvSpPr>
          <p:cNvPr id="103427" name="Rectangle 3">
            <a:extLst>
              <a:ext uri="{FF2B5EF4-FFF2-40B4-BE49-F238E27FC236}">
                <a16:creationId xmlns:a16="http://schemas.microsoft.com/office/drawing/2014/main" id="{90B52AA0-C270-460F-8189-74F20A0621DF}"/>
              </a:ext>
            </a:extLst>
          </p:cNvPr>
          <p:cNvSpPr>
            <a:spLocks noGrp="1" noChangeArrowheads="1"/>
          </p:cNvSpPr>
          <p:nvPr>
            <p:ph type="body" idx="1"/>
          </p:nvPr>
        </p:nvSpPr>
        <p:spPr>
          <a:xfrm>
            <a:off x="244475" y="1787525"/>
            <a:ext cx="8348663" cy="4918075"/>
          </a:xfrm>
        </p:spPr>
        <p:txBody>
          <a:bodyPr/>
          <a:lstStyle/>
          <a:p>
            <a:pPr lvl="1">
              <a:lnSpc>
                <a:spcPct val="10000"/>
              </a:lnSpc>
            </a:pPr>
            <a:endParaRPr lang="en-US" altLang="en-US" sz="2400" b="0" dirty="0"/>
          </a:p>
          <a:p>
            <a:pPr>
              <a:lnSpc>
                <a:spcPct val="80000"/>
              </a:lnSpc>
            </a:pPr>
            <a:r>
              <a:rPr lang="en-US" altLang="en-US" sz="2800" b="0" dirty="0"/>
              <a:t>Short-range networks must consider transmit, circuit, and processing energy.</a:t>
            </a:r>
          </a:p>
          <a:p>
            <a:pPr lvl="1">
              <a:lnSpc>
                <a:spcPct val="100000"/>
              </a:lnSpc>
            </a:pPr>
            <a:r>
              <a:rPr lang="en-US" altLang="en-US" sz="2400" b="0" dirty="0"/>
              <a:t>Sophisticated techniques not necessarily energy-efficient. </a:t>
            </a:r>
          </a:p>
          <a:p>
            <a:pPr lvl="1"/>
            <a:r>
              <a:rPr lang="en-US" altLang="en-US" sz="2400" b="0" dirty="0"/>
              <a:t>Sleep modes save energy but complicate networking.</a:t>
            </a:r>
          </a:p>
          <a:p>
            <a:pPr lvl="1">
              <a:lnSpc>
                <a:spcPct val="40000"/>
              </a:lnSpc>
            </a:pPr>
            <a:endParaRPr lang="en-US" altLang="en-US" sz="2400" b="0" dirty="0"/>
          </a:p>
          <a:p>
            <a:pPr>
              <a:lnSpc>
                <a:spcPct val="80000"/>
              </a:lnSpc>
            </a:pPr>
            <a:r>
              <a:rPr lang="en-US" altLang="en-US" sz="2800" b="0" dirty="0"/>
              <a:t>Changes </a:t>
            </a:r>
            <a:r>
              <a:rPr lang="en-US" altLang="en-US" sz="2800" b="0" dirty="0">
                <a:solidFill>
                  <a:srgbClr val="FF0000"/>
                </a:solidFill>
              </a:rPr>
              <a:t>everything </a:t>
            </a:r>
            <a:r>
              <a:rPr lang="en-US" altLang="en-US" sz="2800" b="0" dirty="0"/>
              <a:t>about the network design:</a:t>
            </a:r>
          </a:p>
          <a:p>
            <a:pPr lvl="1"/>
            <a:r>
              <a:rPr lang="en-US" altLang="en-US" sz="2400" b="0" dirty="0"/>
              <a:t>Delay vs. throughput vs. node/network lifetime tradeoffs.</a:t>
            </a:r>
          </a:p>
          <a:p>
            <a:pPr lvl="1"/>
            <a:r>
              <a:rPr lang="en-US" altLang="en-US" sz="2400" b="0" dirty="0"/>
              <a:t>Optimization of node cooperation.</a:t>
            </a:r>
          </a:p>
        </p:txBody>
      </p:sp>
    </p:spTree>
    <p:extLst>
      <p:ext uri="{BB962C8B-B14F-4D97-AF65-F5344CB8AC3E}">
        <p14:creationId xmlns:p14="http://schemas.microsoft.com/office/powerpoint/2010/main" val="17742968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E52AB-231B-45BB-B4EC-9C35D50F20C2}"/>
              </a:ext>
            </a:extLst>
          </p:cNvPr>
          <p:cNvSpPr>
            <a:spLocks noGrp="1"/>
          </p:cNvSpPr>
          <p:nvPr>
            <p:ph type="title"/>
          </p:nvPr>
        </p:nvSpPr>
        <p:spPr>
          <a:xfrm>
            <a:off x="898635" y="304800"/>
            <a:ext cx="7346729" cy="835785"/>
          </a:xfrm>
        </p:spPr>
        <p:txBody>
          <a:bodyPr vert="horz" wrap="square" lIns="68580" tIns="34290" rIns="68580" bIns="34290" numCol="1" rtlCol="0" anchor="b" anchorCtr="0" compatLnSpc="1">
            <a:prstTxWarp prst="textNoShape">
              <a:avLst/>
            </a:prstTxWarp>
            <a:normAutofit/>
          </a:bodyPr>
          <a:lstStyle/>
          <a:p>
            <a:pPr algn="ctr"/>
            <a:r>
              <a:rPr lang="en-US" altLang="en-US" sz="4000" b="0" dirty="0">
                <a:solidFill>
                  <a:srgbClr val="3333CC"/>
                </a:solidFill>
              </a:rPr>
              <a:t>Sensor </a:t>
            </a:r>
            <a:r>
              <a:rPr lang="en-US" altLang="en-US" sz="4000" b="0" dirty="0"/>
              <a:t>Networks </a:t>
            </a:r>
            <a:r>
              <a:rPr lang="en-US" sz="3900" b="0" dirty="0"/>
              <a:t>:: Applications</a:t>
            </a:r>
          </a:p>
        </p:txBody>
      </p:sp>
      <p:pic>
        <p:nvPicPr>
          <p:cNvPr id="7" name="Picture 6" descr="A picture containing text, electronics&#10;&#10;Description automatically generated">
            <a:extLst>
              <a:ext uri="{FF2B5EF4-FFF2-40B4-BE49-F238E27FC236}">
                <a16:creationId xmlns:a16="http://schemas.microsoft.com/office/drawing/2014/main" id="{810E2943-0667-6ECC-0B1F-4F03457357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3488" y="3075499"/>
            <a:ext cx="2516072" cy="2509782"/>
          </a:xfrm>
          <a:prstGeom prst="rect">
            <a:avLst/>
          </a:prstGeom>
        </p:spPr>
      </p:pic>
      <p:pic>
        <p:nvPicPr>
          <p:cNvPr id="5" name="Content Placeholder 4" descr="Diagram&#10;&#10;Description automatically generated">
            <a:extLst>
              <a:ext uri="{FF2B5EF4-FFF2-40B4-BE49-F238E27FC236}">
                <a16:creationId xmlns:a16="http://schemas.microsoft.com/office/drawing/2014/main" id="{E8851832-9571-2562-6C81-EB2A228984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61709" y="3075499"/>
            <a:ext cx="3921534" cy="2509782"/>
          </a:xfrm>
          <a:prstGeom prst="rect">
            <a:avLst/>
          </a:prstGeom>
        </p:spPr>
      </p:pic>
    </p:spTree>
    <p:extLst>
      <p:ext uri="{BB962C8B-B14F-4D97-AF65-F5344CB8AC3E}">
        <p14:creationId xmlns:p14="http://schemas.microsoft.com/office/powerpoint/2010/main" val="23402409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2AA2A10A-2BAC-8E4B-DD78-5EC33693A5C7}"/>
              </a:ext>
            </a:extLst>
          </p:cNvPr>
          <p:cNvGraphicFramePr>
            <a:graphicFrameLocks noGrp="1"/>
          </p:cNvGraphicFramePr>
          <p:nvPr>
            <p:ph idx="1"/>
          </p:nvPr>
        </p:nvGraphicFramePr>
        <p:xfrm>
          <a:off x="590550" y="2133600"/>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itle 1">
            <a:extLst>
              <a:ext uri="{FF2B5EF4-FFF2-40B4-BE49-F238E27FC236}">
                <a16:creationId xmlns:a16="http://schemas.microsoft.com/office/drawing/2014/main" id="{5606F092-68FC-3E1E-19F0-DA12403DCA30}"/>
              </a:ext>
            </a:extLst>
          </p:cNvPr>
          <p:cNvSpPr>
            <a:spLocks noGrp="1"/>
          </p:cNvSpPr>
          <p:nvPr>
            <p:ph type="title"/>
          </p:nvPr>
        </p:nvSpPr>
        <p:spPr>
          <a:xfrm>
            <a:off x="898635" y="304800"/>
            <a:ext cx="7346729" cy="835785"/>
          </a:xfrm>
        </p:spPr>
        <p:txBody>
          <a:bodyPr vert="horz" wrap="square" lIns="68580" tIns="34290" rIns="68580" bIns="34290" numCol="1" rtlCol="0" anchor="b" anchorCtr="0" compatLnSpc="1">
            <a:prstTxWarp prst="textNoShape">
              <a:avLst/>
            </a:prstTxWarp>
            <a:normAutofit/>
          </a:bodyPr>
          <a:lstStyle/>
          <a:p>
            <a:pPr algn="ctr"/>
            <a:r>
              <a:rPr lang="en-US" altLang="en-US" sz="4000" b="0" dirty="0">
                <a:solidFill>
                  <a:srgbClr val="3333CC"/>
                </a:solidFill>
              </a:rPr>
              <a:t>Sensor </a:t>
            </a:r>
            <a:r>
              <a:rPr lang="en-US" altLang="en-US" sz="4000" b="0" dirty="0"/>
              <a:t>Networks </a:t>
            </a:r>
            <a:r>
              <a:rPr lang="en-US" sz="3900" b="0" dirty="0"/>
              <a:t>:: Applications</a:t>
            </a:r>
          </a:p>
        </p:txBody>
      </p:sp>
    </p:spTree>
    <p:extLst>
      <p:ext uri="{BB962C8B-B14F-4D97-AF65-F5344CB8AC3E}">
        <p14:creationId xmlns:p14="http://schemas.microsoft.com/office/powerpoint/2010/main" val="13001417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76200" y="1713770"/>
            <a:ext cx="8839200" cy="4906963"/>
          </a:xfrm>
        </p:spPr>
        <p:txBody>
          <a:bodyPr>
            <a:normAutofit/>
          </a:bodyPr>
          <a:lstStyle/>
          <a:p>
            <a:r>
              <a:rPr lang="en-US" sz="2000" dirty="0"/>
              <a:t>Precision Agriculture: (</a:t>
            </a:r>
            <a:r>
              <a:rPr lang="en-US" sz="2000" b="0" dirty="0">
                <a:solidFill>
                  <a:srgbClr val="0070C0"/>
                </a:solidFill>
                <a:latin typeface="Arial"/>
                <a:cs typeface="Arial"/>
              </a:rPr>
              <a:t>Structured / </a:t>
            </a:r>
            <a:r>
              <a:rPr lang="en-US" sz="2000" b="0" dirty="0">
                <a:solidFill>
                  <a:srgbClr val="00B050"/>
                </a:solidFill>
                <a:latin typeface="Arial"/>
                <a:cs typeface="Arial"/>
              </a:rPr>
              <a:t>Semi-Structured </a:t>
            </a:r>
            <a:r>
              <a:rPr lang="en-US" sz="2000" dirty="0"/>
              <a:t>)</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426096"/>
            <a:ext cx="7626088" cy="28931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2514600" y="5443442"/>
            <a:ext cx="51054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imes New Roman"/>
                <a:ea typeface="+mn-ea"/>
                <a:cs typeface="+mn-cs"/>
              </a:rPr>
              <a:t>Figure</a:t>
            </a:r>
            <a:r>
              <a:rPr kumimoji="0" lang="en-US" sz="1800" b="0" i="0" u="none" strike="noStrike" kern="1200" cap="none" spc="0" normalizeH="0" baseline="0" noProof="0" dirty="0">
                <a:ln>
                  <a:noFill/>
                </a:ln>
                <a:solidFill>
                  <a:srgbClr val="000000"/>
                </a:solidFill>
                <a:effectLst/>
                <a:uLnTx/>
                <a:uFillTx/>
                <a:latin typeface="Times New Roman"/>
                <a:ea typeface="+mn-ea"/>
                <a:cs typeface="+mn-cs"/>
              </a:rPr>
              <a:t>: An example of Low PAN Application</a:t>
            </a:r>
          </a:p>
        </p:txBody>
      </p:sp>
      <p:sp>
        <p:nvSpPr>
          <p:cNvPr id="3" name="Title 1">
            <a:extLst>
              <a:ext uri="{FF2B5EF4-FFF2-40B4-BE49-F238E27FC236}">
                <a16:creationId xmlns:a16="http://schemas.microsoft.com/office/drawing/2014/main" id="{34524E73-1668-8634-81A9-E7C379A74996}"/>
              </a:ext>
            </a:extLst>
          </p:cNvPr>
          <p:cNvSpPr>
            <a:spLocks noGrp="1"/>
          </p:cNvSpPr>
          <p:nvPr>
            <p:ph type="title"/>
          </p:nvPr>
        </p:nvSpPr>
        <p:spPr>
          <a:xfrm>
            <a:off x="898635" y="304800"/>
            <a:ext cx="7346729" cy="835785"/>
          </a:xfrm>
        </p:spPr>
        <p:txBody>
          <a:bodyPr vert="horz" wrap="square" lIns="68580" tIns="34290" rIns="68580" bIns="34290" numCol="1" rtlCol="0" anchor="b" anchorCtr="0" compatLnSpc="1">
            <a:prstTxWarp prst="textNoShape">
              <a:avLst/>
            </a:prstTxWarp>
            <a:normAutofit/>
          </a:bodyPr>
          <a:lstStyle/>
          <a:p>
            <a:pPr algn="ctr"/>
            <a:r>
              <a:rPr lang="en-US" altLang="en-US" sz="4000" b="0" dirty="0">
                <a:solidFill>
                  <a:srgbClr val="3333CC"/>
                </a:solidFill>
              </a:rPr>
              <a:t>Sensor </a:t>
            </a:r>
            <a:r>
              <a:rPr lang="en-US" altLang="en-US" sz="4000" b="0" dirty="0"/>
              <a:t>Networks </a:t>
            </a:r>
            <a:r>
              <a:rPr lang="en-US" sz="3900" b="0" dirty="0"/>
              <a:t>:: Applications</a:t>
            </a:r>
          </a:p>
        </p:txBody>
      </p:sp>
    </p:spTree>
    <p:extLst>
      <p:ext uri="{BB962C8B-B14F-4D97-AF65-F5344CB8AC3E}">
        <p14:creationId xmlns:p14="http://schemas.microsoft.com/office/powerpoint/2010/main" val="11523851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30" name="Rectangle 2">
            <a:extLst>
              <a:ext uri="{FF2B5EF4-FFF2-40B4-BE49-F238E27FC236}">
                <a16:creationId xmlns:a16="http://schemas.microsoft.com/office/drawing/2014/main" id="{49322B99-FBAE-00F2-E379-7E6A33DC4091}"/>
              </a:ext>
            </a:extLst>
          </p:cNvPr>
          <p:cNvSpPr>
            <a:spLocks noGrp="1" noChangeArrowheads="1"/>
          </p:cNvSpPr>
          <p:nvPr>
            <p:ph type="title"/>
          </p:nvPr>
        </p:nvSpPr>
        <p:spPr>
          <a:xfrm>
            <a:off x="228600" y="1702597"/>
            <a:ext cx="7848600" cy="342898"/>
          </a:xfrm>
        </p:spPr>
        <p:txBody>
          <a:bodyPr/>
          <a:lstStyle/>
          <a:p>
            <a:pPr algn="l">
              <a:defRPr/>
            </a:pPr>
            <a:r>
              <a:rPr lang="en-US" sz="2000" dirty="0">
                <a:latin typeface="+mn-lt"/>
                <a:ea typeface="+mn-ea"/>
                <a:cs typeface="+mn-cs"/>
              </a:rPr>
              <a:t>Military: (</a:t>
            </a:r>
            <a:r>
              <a:rPr lang="en-US" sz="2000" b="0" dirty="0">
                <a:solidFill>
                  <a:srgbClr val="00B050"/>
                </a:solidFill>
                <a:latin typeface="Arial"/>
                <a:cs typeface="Arial"/>
              </a:rPr>
              <a:t>Un-Structured </a:t>
            </a:r>
            <a:r>
              <a:rPr lang="en-US" sz="2000" dirty="0">
                <a:latin typeface="+mn-lt"/>
                <a:ea typeface="+mn-ea"/>
                <a:cs typeface="+mn-cs"/>
              </a:rPr>
              <a:t>)</a:t>
            </a:r>
          </a:p>
        </p:txBody>
      </p:sp>
      <p:sp>
        <p:nvSpPr>
          <p:cNvPr id="60" name="Slide Number Placeholder 5">
            <a:extLst>
              <a:ext uri="{FF2B5EF4-FFF2-40B4-BE49-F238E27FC236}">
                <a16:creationId xmlns:a16="http://schemas.microsoft.com/office/drawing/2014/main" id="{0CF504F1-F55B-73DA-C80D-6C9076D57C3B}"/>
              </a:ext>
            </a:extLst>
          </p:cNvPr>
          <p:cNvSpPr>
            <a:spLocks noGrp="1"/>
          </p:cNvSpPr>
          <p:nvPr>
            <p:ph type="sldNum" sz="quarter" idx="12"/>
          </p:nvPr>
        </p:nvSpPr>
        <p:spPr/>
        <p:txBody>
          <a:bodyPr/>
          <a:lstStyle>
            <a:lvl1pPr>
              <a:defRPr kumimoji="1" sz="2400">
                <a:solidFill>
                  <a:schemeClr val="tx1"/>
                </a:solidFill>
                <a:latin typeface="Arial" panose="020B0604020202020204" pitchFamily="34" charset="0"/>
              </a:defRPr>
            </a:lvl1pPr>
            <a:lvl2pPr marL="557213" indent="-214313">
              <a:defRPr kumimoji="1" sz="2400">
                <a:solidFill>
                  <a:schemeClr val="tx1"/>
                </a:solidFill>
                <a:latin typeface="Arial" panose="020B0604020202020204" pitchFamily="34" charset="0"/>
              </a:defRPr>
            </a:lvl2pPr>
            <a:lvl3pPr marL="857250" indent="-171450">
              <a:defRPr kumimoji="1" sz="2400">
                <a:solidFill>
                  <a:schemeClr val="tx1"/>
                </a:solidFill>
                <a:latin typeface="Arial" panose="020B0604020202020204" pitchFamily="34" charset="0"/>
              </a:defRPr>
            </a:lvl3pPr>
            <a:lvl4pPr marL="1200150" indent="-171450">
              <a:defRPr kumimoji="1" sz="2400">
                <a:solidFill>
                  <a:schemeClr val="tx1"/>
                </a:solidFill>
                <a:latin typeface="Arial" panose="020B0604020202020204" pitchFamily="34" charset="0"/>
              </a:defRPr>
            </a:lvl4pPr>
            <a:lvl5pPr marL="1543050" indent="-171450">
              <a:defRPr kumimoji="1" sz="2400">
                <a:solidFill>
                  <a:schemeClr val="tx1"/>
                </a:solidFill>
                <a:latin typeface="Arial" panose="020B0604020202020204" pitchFamily="34" charset="0"/>
              </a:defRPr>
            </a:lvl5pPr>
            <a:lvl6pPr marL="1885950" indent="-17145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2400">
                <a:solidFill>
                  <a:schemeClr val="tx1"/>
                </a:solidFill>
                <a:latin typeface="Arial" panose="020B0604020202020204" pitchFamily="34" charset="0"/>
              </a:defRPr>
            </a:lvl6pPr>
            <a:lvl7pPr marL="2228850" indent="-17145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2400">
                <a:solidFill>
                  <a:schemeClr val="tx1"/>
                </a:solidFill>
                <a:latin typeface="Arial" panose="020B0604020202020204" pitchFamily="34" charset="0"/>
              </a:defRPr>
            </a:lvl7pPr>
            <a:lvl8pPr marL="2571750" indent="-17145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2400">
                <a:solidFill>
                  <a:schemeClr val="tx1"/>
                </a:solidFill>
                <a:latin typeface="Arial" panose="020B0604020202020204" pitchFamily="34" charset="0"/>
              </a:defRPr>
            </a:lvl8pPr>
            <a:lvl9pPr marL="2914650" indent="-17145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2400">
                <a:solidFill>
                  <a:schemeClr val="tx1"/>
                </a:solidFill>
                <a:latin typeface="Arial" panose="020B0604020202020204" pitchFamily="34" charset="0"/>
              </a:defRPr>
            </a:lvl9pPr>
          </a:lstStyle>
          <a:p>
            <a:fld id="{73ACFE39-36C1-4BF8-A9E8-5EC0233D0567}" type="slidenum">
              <a:rPr kumimoji="0" lang="en-US" altLang="en-US" sz="900">
                <a:solidFill>
                  <a:srgbClr val="B5A788"/>
                </a:solidFill>
              </a:rPr>
              <a:pPr/>
              <a:t>81</a:t>
            </a:fld>
            <a:endParaRPr kumimoji="0" lang="en-US" altLang="en-US" sz="900">
              <a:solidFill>
                <a:schemeClr val="bg2"/>
              </a:solidFill>
            </a:endParaRPr>
          </a:p>
        </p:txBody>
      </p:sp>
      <p:pic>
        <p:nvPicPr>
          <p:cNvPr id="1123333" name="Picture 5" descr="Spyplane">
            <a:extLst>
              <a:ext uri="{FF2B5EF4-FFF2-40B4-BE49-F238E27FC236}">
                <a16:creationId xmlns:a16="http://schemas.microsoft.com/office/drawing/2014/main" id="{F5E3FC21-EB19-B7C7-036C-1EDC3268A0B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6050" y="2421732"/>
            <a:ext cx="1143000" cy="721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74">
            <a:extLst>
              <a:ext uri="{FF2B5EF4-FFF2-40B4-BE49-F238E27FC236}">
                <a16:creationId xmlns:a16="http://schemas.microsoft.com/office/drawing/2014/main" id="{F3A94FBC-0DAA-3B43-69E6-9F815CAE1B25}"/>
              </a:ext>
            </a:extLst>
          </p:cNvPr>
          <p:cNvGrpSpPr>
            <a:grpSpLocks/>
          </p:cNvGrpSpPr>
          <p:nvPr/>
        </p:nvGrpSpPr>
        <p:grpSpPr bwMode="auto">
          <a:xfrm>
            <a:off x="2571750" y="3462338"/>
            <a:ext cx="191691" cy="161925"/>
            <a:chOff x="1200" y="2188"/>
            <a:chExt cx="161" cy="136"/>
          </a:xfrm>
        </p:grpSpPr>
        <p:sp>
          <p:nvSpPr>
            <p:cNvPr id="28730" name="Oval 7">
              <a:extLst>
                <a:ext uri="{FF2B5EF4-FFF2-40B4-BE49-F238E27FC236}">
                  <a16:creationId xmlns:a16="http://schemas.microsoft.com/office/drawing/2014/main" id="{F122603E-C582-2E48-3673-A1CC30E80C35}"/>
                </a:ext>
              </a:extLst>
            </p:cNvPr>
            <p:cNvSpPr>
              <a:spLocks noChangeArrowheads="1"/>
            </p:cNvSpPr>
            <p:nvPr/>
          </p:nvSpPr>
          <p:spPr bwMode="auto">
            <a:xfrm>
              <a:off x="1231" y="218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31" name="Oval 8">
              <a:extLst>
                <a:ext uri="{FF2B5EF4-FFF2-40B4-BE49-F238E27FC236}">
                  <a16:creationId xmlns:a16="http://schemas.microsoft.com/office/drawing/2014/main" id="{087E7C05-3ACF-3D5A-F91C-903E6BBFB1AB}"/>
                </a:ext>
              </a:extLst>
            </p:cNvPr>
            <p:cNvSpPr>
              <a:spLocks noChangeArrowheads="1"/>
            </p:cNvSpPr>
            <p:nvPr/>
          </p:nvSpPr>
          <p:spPr bwMode="auto">
            <a:xfrm>
              <a:off x="1200" y="225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32" name="Oval 9">
              <a:extLst>
                <a:ext uri="{FF2B5EF4-FFF2-40B4-BE49-F238E27FC236}">
                  <a16:creationId xmlns:a16="http://schemas.microsoft.com/office/drawing/2014/main" id="{893F1DFA-5256-05DA-41B3-ED0E37B99F48}"/>
                </a:ext>
              </a:extLst>
            </p:cNvPr>
            <p:cNvSpPr>
              <a:spLocks noChangeArrowheads="1"/>
            </p:cNvSpPr>
            <p:nvPr/>
          </p:nvSpPr>
          <p:spPr bwMode="auto">
            <a:xfrm>
              <a:off x="1296" y="220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grpSp>
      <p:grpSp>
        <p:nvGrpSpPr>
          <p:cNvPr id="3" name="Group 75">
            <a:extLst>
              <a:ext uri="{FF2B5EF4-FFF2-40B4-BE49-F238E27FC236}">
                <a16:creationId xmlns:a16="http://schemas.microsoft.com/office/drawing/2014/main" id="{82AD8993-EBA2-F74D-7D22-8DA8343CCC3D}"/>
              </a:ext>
            </a:extLst>
          </p:cNvPr>
          <p:cNvGrpSpPr>
            <a:grpSpLocks/>
          </p:cNvGrpSpPr>
          <p:nvPr/>
        </p:nvGrpSpPr>
        <p:grpSpPr bwMode="auto">
          <a:xfrm>
            <a:off x="3065861" y="3690937"/>
            <a:ext cx="191690" cy="252413"/>
            <a:chOff x="1615" y="2380"/>
            <a:chExt cx="161" cy="212"/>
          </a:xfrm>
        </p:grpSpPr>
        <p:sp>
          <p:nvSpPr>
            <p:cNvPr id="28726" name="Oval 10">
              <a:extLst>
                <a:ext uri="{FF2B5EF4-FFF2-40B4-BE49-F238E27FC236}">
                  <a16:creationId xmlns:a16="http://schemas.microsoft.com/office/drawing/2014/main" id="{E0726AB2-BD38-4BFC-14CA-654F8D630687}"/>
                </a:ext>
              </a:extLst>
            </p:cNvPr>
            <p:cNvSpPr>
              <a:spLocks noChangeArrowheads="1"/>
            </p:cNvSpPr>
            <p:nvPr/>
          </p:nvSpPr>
          <p:spPr bwMode="auto">
            <a:xfrm>
              <a:off x="1615" y="247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27" name="Oval 11">
              <a:extLst>
                <a:ext uri="{FF2B5EF4-FFF2-40B4-BE49-F238E27FC236}">
                  <a16:creationId xmlns:a16="http://schemas.microsoft.com/office/drawing/2014/main" id="{1214AD5B-7BF7-C3E6-5BA3-65DA0EC376AD}"/>
                </a:ext>
              </a:extLst>
            </p:cNvPr>
            <p:cNvSpPr>
              <a:spLocks noChangeArrowheads="1"/>
            </p:cNvSpPr>
            <p:nvPr/>
          </p:nvSpPr>
          <p:spPr bwMode="auto">
            <a:xfrm>
              <a:off x="1711" y="252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28" name="Oval 12">
              <a:extLst>
                <a:ext uri="{FF2B5EF4-FFF2-40B4-BE49-F238E27FC236}">
                  <a16:creationId xmlns:a16="http://schemas.microsoft.com/office/drawing/2014/main" id="{73E4A510-0E0D-AE47-63B4-2BE369742B4D}"/>
                </a:ext>
              </a:extLst>
            </p:cNvPr>
            <p:cNvSpPr>
              <a:spLocks noChangeArrowheads="1"/>
            </p:cNvSpPr>
            <p:nvPr/>
          </p:nvSpPr>
          <p:spPr bwMode="auto">
            <a:xfrm>
              <a:off x="1632" y="2380"/>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29" name="Oval 13">
              <a:extLst>
                <a:ext uri="{FF2B5EF4-FFF2-40B4-BE49-F238E27FC236}">
                  <a16:creationId xmlns:a16="http://schemas.microsoft.com/office/drawing/2014/main" id="{4869C1B5-7BFF-953E-6922-1268E442C869}"/>
                </a:ext>
              </a:extLst>
            </p:cNvPr>
            <p:cNvSpPr>
              <a:spLocks noChangeArrowheads="1"/>
            </p:cNvSpPr>
            <p:nvPr/>
          </p:nvSpPr>
          <p:spPr bwMode="auto">
            <a:xfrm>
              <a:off x="1711" y="242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grpSp>
      <p:grpSp>
        <p:nvGrpSpPr>
          <p:cNvPr id="4" name="Group 76">
            <a:extLst>
              <a:ext uri="{FF2B5EF4-FFF2-40B4-BE49-F238E27FC236}">
                <a16:creationId xmlns:a16="http://schemas.microsoft.com/office/drawing/2014/main" id="{5A3C41BE-F676-30FF-F692-267E0BD929AB}"/>
              </a:ext>
            </a:extLst>
          </p:cNvPr>
          <p:cNvGrpSpPr>
            <a:grpSpLocks/>
          </p:cNvGrpSpPr>
          <p:nvPr/>
        </p:nvGrpSpPr>
        <p:grpSpPr bwMode="auto">
          <a:xfrm>
            <a:off x="3714751" y="4114800"/>
            <a:ext cx="326231" cy="423863"/>
            <a:chOff x="2160" y="2736"/>
            <a:chExt cx="274" cy="356"/>
          </a:xfrm>
        </p:grpSpPr>
        <p:sp>
          <p:nvSpPr>
            <p:cNvPr id="28718" name="Oval 14">
              <a:extLst>
                <a:ext uri="{FF2B5EF4-FFF2-40B4-BE49-F238E27FC236}">
                  <a16:creationId xmlns:a16="http://schemas.microsoft.com/office/drawing/2014/main" id="{C2C82755-42A4-D9D5-B329-E23C92528D83}"/>
                </a:ext>
              </a:extLst>
            </p:cNvPr>
            <p:cNvSpPr>
              <a:spLocks noChangeArrowheads="1"/>
            </p:cNvSpPr>
            <p:nvPr/>
          </p:nvSpPr>
          <p:spPr bwMode="auto">
            <a:xfrm>
              <a:off x="2160" y="290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19" name="Oval 15">
              <a:extLst>
                <a:ext uri="{FF2B5EF4-FFF2-40B4-BE49-F238E27FC236}">
                  <a16:creationId xmlns:a16="http://schemas.microsoft.com/office/drawing/2014/main" id="{E3C6A579-A938-3F2E-78B6-6ACED5633D60}"/>
                </a:ext>
              </a:extLst>
            </p:cNvPr>
            <p:cNvSpPr>
              <a:spLocks noChangeArrowheads="1"/>
            </p:cNvSpPr>
            <p:nvPr/>
          </p:nvSpPr>
          <p:spPr bwMode="auto">
            <a:xfrm>
              <a:off x="2225" y="273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20" name="Oval 16">
              <a:extLst>
                <a:ext uri="{FF2B5EF4-FFF2-40B4-BE49-F238E27FC236}">
                  <a16:creationId xmlns:a16="http://schemas.microsoft.com/office/drawing/2014/main" id="{18B90D36-C2CE-FFA3-B531-3342F0EB25B0}"/>
                </a:ext>
              </a:extLst>
            </p:cNvPr>
            <p:cNvSpPr>
              <a:spLocks noChangeArrowheads="1"/>
            </p:cNvSpPr>
            <p:nvPr/>
          </p:nvSpPr>
          <p:spPr bwMode="auto">
            <a:xfrm>
              <a:off x="2256" y="295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21" name="Oval 17">
              <a:extLst>
                <a:ext uri="{FF2B5EF4-FFF2-40B4-BE49-F238E27FC236}">
                  <a16:creationId xmlns:a16="http://schemas.microsoft.com/office/drawing/2014/main" id="{CFD6F7D5-5293-7972-1E0E-425CCED31154}"/>
                </a:ext>
              </a:extLst>
            </p:cNvPr>
            <p:cNvSpPr>
              <a:spLocks noChangeArrowheads="1"/>
            </p:cNvSpPr>
            <p:nvPr/>
          </p:nvSpPr>
          <p:spPr bwMode="auto">
            <a:xfrm>
              <a:off x="2369" y="292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22" name="Oval 18">
              <a:extLst>
                <a:ext uri="{FF2B5EF4-FFF2-40B4-BE49-F238E27FC236}">
                  <a16:creationId xmlns:a16="http://schemas.microsoft.com/office/drawing/2014/main" id="{DF1D5CCA-1A81-33E6-E15A-679B4582B108}"/>
                </a:ext>
              </a:extLst>
            </p:cNvPr>
            <p:cNvSpPr>
              <a:spLocks noChangeArrowheads="1"/>
            </p:cNvSpPr>
            <p:nvPr/>
          </p:nvSpPr>
          <p:spPr bwMode="auto">
            <a:xfrm>
              <a:off x="2321" y="2832"/>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23" name="Oval 19">
              <a:extLst>
                <a:ext uri="{FF2B5EF4-FFF2-40B4-BE49-F238E27FC236}">
                  <a16:creationId xmlns:a16="http://schemas.microsoft.com/office/drawing/2014/main" id="{4C4184C4-46AC-7044-3A22-0ABFD61EA4E9}"/>
                </a:ext>
              </a:extLst>
            </p:cNvPr>
            <p:cNvSpPr>
              <a:spLocks noChangeArrowheads="1"/>
            </p:cNvSpPr>
            <p:nvPr/>
          </p:nvSpPr>
          <p:spPr bwMode="auto">
            <a:xfrm>
              <a:off x="2177" y="2812"/>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24" name="Oval 20">
              <a:extLst>
                <a:ext uri="{FF2B5EF4-FFF2-40B4-BE49-F238E27FC236}">
                  <a16:creationId xmlns:a16="http://schemas.microsoft.com/office/drawing/2014/main" id="{655935EE-C741-D904-1FF4-03DD1F31C139}"/>
                </a:ext>
              </a:extLst>
            </p:cNvPr>
            <p:cNvSpPr>
              <a:spLocks noChangeArrowheads="1"/>
            </p:cNvSpPr>
            <p:nvPr/>
          </p:nvSpPr>
          <p:spPr bwMode="auto">
            <a:xfrm>
              <a:off x="2256" y="2860"/>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25" name="Oval 21">
              <a:extLst>
                <a:ext uri="{FF2B5EF4-FFF2-40B4-BE49-F238E27FC236}">
                  <a16:creationId xmlns:a16="http://schemas.microsoft.com/office/drawing/2014/main" id="{C5890738-391D-4749-A0F9-7F077608C23F}"/>
                </a:ext>
              </a:extLst>
            </p:cNvPr>
            <p:cNvSpPr>
              <a:spLocks noChangeArrowheads="1"/>
            </p:cNvSpPr>
            <p:nvPr/>
          </p:nvSpPr>
          <p:spPr bwMode="auto">
            <a:xfrm>
              <a:off x="2177" y="302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grpSp>
      <p:grpSp>
        <p:nvGrpSpPr>
          <p:cNvPr id="5" name="Group 77">
            <a:extLst>
              <a:ext uri="{FF2B5EF4-FFF2-40B4-BE49-F238E27FC236}">
                <a16:creationId xmlns:a16="http://schemas.microsoft.com/office/drawing/2014/main" id="{1B8104D9-C9E8-34FC-6C1E-EF4FDCF14535}"/>
              </a:ext>
            </a:extLst>
          </p:cNvPr>
          <p:cNvGrpSpPr>
            <a:grpSpLocks/>
          </p:cNvGrpSpPr>
          <p:nvPr/>
        </p:nvGrpSpPr>
        <p:grpSpPr bwMode="auto">
          <a:xfrm>
            <a:off x="4800600" y="4605337"/>
            <a:ext cx="534591" cy="595313"/>
            <a:chOff x="3072" y="3148"/>
            <a:chExt cx="449" cy="500"/>
          </a:xfrm>
        </p:grpSpPr>
        <p:sp>
          <p:nvSpPr>
            <p:cNvPr id="28701" name="Oval 22">
              <a:extLst>
                <a:ext uri="{FF2B5EF4-FFF2-40B4-BE49-F238E27FC236}">
                  <a16:creationId xmlns:a16="http://schemas.microsoft.com/office/drawing/2014/main" id="{56237153-FC1B-80F1-8E45-DA57DC7DAF9A}"/>
                </a:ext>
              </a:extLst>
            </p:cNvPr>
            <p:cNvSpPr>
              <a:spLocks noChangeArrowheads="1"/>
            </p:cNvSpPr>
            <p:nvPr/>
          </p:nvSpPr>
          <p:spPr bwMode="auto">
            <a:xfrm>
              <a:off x="3168" y="3580"/>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02" name="Oval 23">
              <a:extLst>
                <a:ext uri="{FF2B5EF4-FFF2-40B4-BE49-F238E27FC236}">
                  <a16:creationId xmlns:a16="http://schemas.microsoft.com/office/drawing/2014/main" id="{8B418D25-011A-D233-2E01-FE0A227B4896}"/>
                </a:ext>
              </a:extLst>
            </p:cNvPr>
            <p:cNvSpPr>
              <a:spLocks noChangeArrowheads="1"/>
            </p:cNvSpPr>
            <p:nvPr/>
          </p:nvSpPr>
          <p:spPr bwMode="auto">
            <a:xfrm>
              <a:off x="3168" y="321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03" name="Oval 24">
              <a:extLst>
                <a:ext uri="{FF2B5EF4-FFF2-40B4-BE49-F238E27FC236}">
                  <a16:creationId xmlns:a16="http://schemas.microsoft.com/office/drawing/2014/main" id="{C994C3C2-D788-EE90-7544-FB0C83FF2D0F}"/>
                </a:ext>
              </a:extLst>
            </p:cNvPr>
            <p:cNvSpPr>
              <a:spLocks noChangeArrowheads="1"/>
            </p:cNvSpPr>
            <p:nvPr/>
          </p:nvSpPr>
          <p:spPr bwMode="auto">
            <a:xfrm>
              <a:off x="3456" y="350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04" name="Oval 25">
              <a:extLst>
                <a:ext uri="{FF2B5EF4-FFF2-40B4-BE49-F238E27FC236}">
                  <a16:creationId xmlns:a16="http://schemas.microsoft.com/office/drawing/2014/main" id="{CB7BAC01-7763-9361-43ED-6389C4102127}"/>
                </a:ext>
              </a:extLst>
            </p:cNvPr>
            <p:cNvSpPr>
              <a:spLocks noChangeArrowheads="1"/>
            </p:cNvSpPr>
            <p:nvPr/>
          </p:nvSpPr>
          <p:spPr bwMode="auto">
            <a:xfrm>
              <a:off x="3216" y="314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05" name="Oval 26">
              <a:extLst>
                <a:ext uri="{FF2B5EF4-FFF2-40B4-BE49-F238E27FC236}">
                  <a16:creationId xmlns:a16="http://schemas.microsoft.com/office/drawing/2014/main" id="{5C94CFA8-83B3-452E-FB2E-D5E1ABD03E63}"/>
                </a:ext>
              </a:extLst>
            </p:cNvPr>
            <p:cNvSpPr>
              <a:spLocks noChangeArrowheads="1"/>
            </p:cNvSpPr>
            <p:nvPr/>
          </p:nvSpPr>
          <p:spPr bwMode="auto">
            <a:xfrm>
              <a:off x="3120" y="348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06" name="Oval 27">
              <a:extLst>
                <a:ext uri="{FF2B5EF4-FFF2-40B4-BE49-F238E27FC236}">
                  <a16:creationId xmlns:a16="http://schemas.microsoft.com/office/drawing/2014/main" id="{72F3BB7D-F658-02A1-ED47-84B96F741AAF}"/>
                </a:ext>
              </a:extLst>
            </p:cNvPr>
            <p:cNvSpPr>
              <a:spLocks noChangeArrowheads="1"/>
            </p:cNvSpPr>
            <p:nvPr/>
          </p:nvSpPr>
          <p:spPr bwMode="auto">
            <a:xfrm>
              <a:off x="3120" y="338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07" name="Oval 28">
              <a:extLst>
                <a:ext uri="{FF2B5EF4-FFF2-40B4-BE49-F238E27FC236}">
                  <a16:creationId xmlns:a16="http://schemas.microsoft.com/office/drawing/2014/main" id="{1547A877-EE72-AEF9-DC2F-59DDC3CD5CCD}"/>
                </a:ext>
              </a:extLst>
            </p:cNvPr>
            <p:cNvSpPr>
              <a:spLocks noChangeArrowheads="1"/>
            </p:cNvSpPr>
            <p:nvPr/>
          </p:nvSpPr>
          <p:spPr bwMode="auto">
            <a:xfrm>
              <a:off x="3072" y="3580"/>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08" name="Oval 29">
              <a:extLst>
                <a:ext uri="{FF2B5EF4-FFF2-40B4-BE49-F238E27FC236}">
                  <a16:creationId xmlns:a16="http://schemas.microsoft.com/office/drawing/2014/main" id="{A57876DB-AFA5-39D1-1DF5-5532FF1824D6}"/>
                </a:ext>
              </a:extLst>
            </p:cNvPr>
            <p:cNvSpPr>
              <a:spLocks noChangeArrowheads="1"/>
            </p:cNvSpPr>
            <p:nvPr/>
          </p:nvSpPr>
          <p:spPr bwMode="auto">
            <a:xfrm>
              <a:off x="3360" y="350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09" name="Oval 30">
              <a:extLst>
                <a:ext uri="{FF2B5EF4-FFF2-40B4-BE49-F238E27FC236}">
                  <a16:creationId xmlns:a16="http://schemas.microsoft.com/office/drawing/2014/main" id="{43EEE743-9403-2A04-C0DB-1FA9D369FB2F}"/>
                </a:ext>
              </a:extLst>
            </p:cNvPr>
            <p:cNvSpPr>
              <a:spLocks noChangeArrowheads="1"/>
            </p:cNvSpPr>
            <p:nvPr/>
          </p:nvSpPr>
          <p:spPr bwMode="auto">
            <a:xfrm>
              <a:off x="3281" y="3580"/>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10" name="Oval 31">
              <a:extLst>
                <a:ext uri="{FF2B5EF4-FFF2-40B4-BE49-F238E27FC236}">
                  <a16:creationId xmlns:a16="http://schemas.microsoft.com/office/drawing/2014/main" id="{E56F1791-6B77-DC30-C758-2DEFA11041FB}"/>
                </a:ext>
              </a:extLst>
            </p:cNvPr>
            <p:cNvSpPr>
              <a:spLocks noChangeArrowheads="1"/>
            </p:cNvSpPr>
            <p:nvPr/>
          </p:nvSpPr>
          <p:spPr bwMode="auto">
            <a:xfrm>
              <a:off x="3199" y="338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11" name="Oval 32">
              <a:extLst>
                <a:ext uri="{FF2B5EF4-FFF2-40B4-BE49-F238E27FC236}">
                  <a16:creationId xmlns:a16="http://schemas.microsoft.com/office/drawing/2014/main" id="{AD9ED0ED-AB30-D653-DC92-5CF92248DF70}"/>
                </a:ext>
              </a:extLst>
            </p:cNvPr>
            <p:cNvSpPr>
              <a:spLocks noChangeArrowheads="1"/>
            </p:cNvSpPr>
            <p:nvPr/>
          </p:nvSpPr>
          <p:spPr bwMode="auto">
            <a:xfrm>
              <a:off x="3264" y="321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12" name="Oval 33">
              <a:extLst>
                <a:ext uri="{FF2B5EF4-FFF2-40B4-BE49-F238E27FC236}">
                  <a16:creationId xmlns:a16="http://schemas.microsoft.com/office/drawing/2014/main" id="{B851C9AF-84CE-5E05-9BFE-23E64EAE7F18}"/>
                </a:ext>
              </a:extLst>
            </p:cNvPr>
            <p:cNvSpPr>
              <a:spLocks noChangeArrowheads="1"/>
            </p:cNvSpPr>
            <p:nvPr/>
          </p:nvSpPr>
          <p:spPr bwMode="auto">
            <a:xfrm>
              <a:off x="3295" y="343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13" name="Oval 34">
              <a:extLst>
                <a:ext uri="{FF2B5EF4-FFF2-40B4-BE49-F238E27FC236}">
                  <a16:creationId xmlns:a16="http://schemas.microsoft.com/office/drawing/2014/main" id="{5DBDF48E-C19F-48CF-CDF1-4FF65C8B7092}"/>
                </a:ext>
              </a:extLst>
            </p:cNvPr>
            <p:cNvSpPr>
              <a:spLocks noChangeArrowheads="1"/>
            </p:cNvSpPr>
            <p:nvPr/>
          </p:nvSpPr>
          <p:spPr bwMode="auto">
            <a:xfrm>
              <a:off x="3408" y="340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14" name="Oval 35">
              <a:extLst>
                <a:ext uri="{FF2B5EF4-FFF2-40B4-BE49-F238E27FC236}">
                  <a16:creationId xmlns:a16="http://schemas.microsoft.com/office/drawing/2014/main" id="{26E3F603-E8A2-D12A-0024-7580FA5D4EA7}"/>
                </a:ext>
              </a:extLst>
            </p:cNvPr>
            <p:cNvSpPr>
              <a:spLocks noChangeArrowheads="1"/>
            </p:cNvSpPr>
            <p:nvPr/>
          </p:nvSpPr>
          <p:spPr bwMode="auto">
            <a:xfrm>
              <a:off x="3360" y="3312"/>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15" name="Oval 36">
              <a:extLst>
                <a:ext uri="{FF2B5EF4-FFF2-40B4-BE49-F238E27FC236}">
                  <a16:creationId xmlns:a16="http://schemas.microsoft.com/office/drawing/2014/main" id="{6A5C636B-92E6-9674-C014-BCF12A448219}"/>
                </a:ext>
              </a:extLst>
            </p:cNvPr>
            <p:cNvSpPr>
              <a:spLocks noChangeArrowheads="1"/>
            </p:cNvSpPr>
            <p:nvPr/>
          </p:nvSpPr>
          <p:spPr bwMode="auto">
            <a:xfrm>
              <a:off x="3168" y="3312"/>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16" name="Oval 37">
              <a:extLst>
                <a:ext uri="{FF2B5EF4-FFF2-40B4-BE49-F238E27FC236}">
                  <a16:creationId xmlns:a16="http://schemas.microsoft.com/office/drawing/2014/main" id="{484ACC5F-184C-AEDC-D5ED-C70FE4F3BF9B}"/>
                </a:ext>
              </a:extLst>
            </p:cNvPr>
            <p:cNvSpPr>
              <a:spLocks noChangeArrowheads="1"/>
            </p:cNvSpPr>
            <p:nvPr/>
          </p:nvSpPr>
          <p:spPr bwMode="auto">
            <a:xfrm>
              <a:off x="3264" y="3312"/>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17" name="Oval 38">
              <a:extLst>
                <a:ext uri="{FF2B5EF4-FFF2-40B4-BE49-F238E27FC236}">
                  <a16:creationId xmlns:a16="http://schemas.microsoft.com/office/drawing/2014/main" id="{29FCD23C-A48F-9679-BA7D-A463F06FEB11}"/>
                </a:ext>
              </a:extLst>
            </p:cNvPr>
            <p:cNvSpPr>
              <a:spLocks noChangeArrowheads="1"/>
            </p:cNvSpPr>
            <p:nvPr/>
          </p:nvSpPr>
          <p:spPr bwMode="auto">
            <a:xfrm>
              <a:off x="3216" y="350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grpSp>
      <p:grpSp>
        <p:nvGrpSpPr>
          <p:cNvPr id="6" name="Group 78">
            <a:extLst>
              <a:ext uri="{FF2B5EF4-FFF2-40B4-BE49-F238E27FC236}">
                <a16:creationId xmlns:a16="http://schemas.microsoft.com/office/drawing/2014/main" id="{1338F2E4-4FE3-328A-BBC2-6C1EF30E6AA5}"/>
              </a:ext>
            </a:extLst>
          </p:cNvPr>
          <p:cNvGrpSpPr>
            <a:grpSpLocks/>
          </p:cNvGrpSpPr>
          <p:nvPr/>
        </p:nvGrpSpPr>
        <p:grpSpPr bwMode="auto">
          <a:xfrm>
            <a:off x="6115050" y="4948237"/>
            <a:ext cx="534591" cy="595313"/>
            <a:chOff x="4207" y="3244"/>
            <a:chExt cx="449" cy="500"/>
          </a:xfrm>
        </p:grpSpPr>
        <p:sp>
          <p:nvSpPr>
            <p:cNvPr id="28684" name="Oval 39">
              <a:extLst>
                <a:ext uri="{FF2B5EF4-FFF2-40B4-BE49-F238E27FC236}">
                  <a16:creationId xmlns:a16="http://schemas.microsoft.com/office/drawing/2014/main" id="{3D1CE317-D7A7-5F2C-82CC-6D02D53A2309}"/>
                </a:ext>
              </a:extLst>
            </p:cNvPr>
            <p:cNvSpPr>
              <a:spLocks noChangeArrowheads="1"/>
            </p:cNvSpPr>
            <p:nvPr/>
          </p:nvSpPr>
          <p:spPr bwMode="auto">
            <a:xfrm>
              <a:off x="4303" y="367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85" name="Oval 40">
              <a:extLst>
                <a:ext uri="{FF2B5EF4-FFF2-40B4-BE49-F238E27FC236}">
                  <a16:creationId xmlns:a16="http://schemas.microsoft.com/office/drawing/2014/main" id="{8881F86B-3474-BF31-3E73-C17C4CC140CC}"/>
                </a:ext>
              </a:extLst>
            </p:cNvPr>
            <p:cNvSpPr>
              <a:spLocks noChangeArrowheads="1"/>
            </p:cNvSpPr>
            <p:nvPr/>
          </p:nvSpPr>
          <p:spPr bwMode="auto">
            <a:xfrm>
              <a:off x="4303" y="3312"/>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86" name="Oval 41">
              <a:extLst>
                <a:ext uri="{FF2B5EF4-FFF2-40B4-BE49-F238E27FC236}">
                  <a16:creationId xmlns:a16="http://schemas.microsoft.com/office/drawing/2014/main" id="{1BD026C7-A726-A0E7-B10B-7A628EE6B906}"/>
                </a:ext>
              </a:extLst>
            </p:cNvPr>
            <p:cNvSpPr>
              <a:spLocks noChangeArrowheads="1"/>
            </p:cNvSpPr>
            <p:nvPr/>
          </p:nvSpPr>
          <p:spPr bwMode="auto">
            <a:xfrm>
              <a:off x="4591" y="3600"/>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87" name="Oval 42">
              <a:extLst>
                <a:ext uri="{FF2B5EF4-FFF2-40B4-BE49-F238E27FC236}">
                  <a16:creationId xmlns:a16="http://schemas.microsoft.com/office/drawing/2014/main" id="{CCBDC34E-245A-5B2A-D6FF-3D27BC0E50DE}"/>
                </a:ext>
              </a:extLst>
            </p:cNvPr>
            <p:cNvSpPr>
              <a:spLocks noChangeArrowheads="1"/>
            </p:cNvSpPr>
            <p:nvPr/>
          </p:nvSpPr>
          <p:spPr bwMode="auto">
            <a:xfrm>
              <a:off x="4351" y="324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88" name="Oval 43">
              <a:extLst>
                <a:ext uri="{FF2B5EF4-FFF2-40B4-BE49-F238E27FC236}">
                  <a16:creationId xmlns:a16="http://schemas.microsoft.com/office/drawing/2014/main" id="{B5DDFAD3-B43C-C5C3-DDCE-3074016F320F}"/>
                </a:ext>
              </a:extLst>
            </p:cNvPr>
            <p:cNvSpPr>
              <a:spLocks noChangeArrowheads="1"/>
            </p:cNvSpPr>
            <p:nvPr/>
          </p:nvSpPr>
          <p:spPr bwMode="auto">
            <a:xfrm>
              <a:off x="4255" y="3580"/>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89" name="Oval 44">
              <a:extLst>
                <a:ext uri="{FF2B5EF4-FFF2-40B4-BE49-F238E27FC236}">
                  <a16:creationId xmlns:a16="http://schemas.microsoft.com/office/drawing/2014/main" id="{EDB21791-2BE2-BBB3-9036-F67433C94D49}"/>
                </a:ext>
              </a:extLst>
            </p:cNvPr>
            <p:cNvSpPr>
              <a:spLocks noChangeArrowheads="1"/>
            </p:cNvSpPr>
            <p:nvPr/>
          </p:nvSpPr>
          <p:spPr bwMode="auto">
            <a:xfrm>
              <a:off x="4255" y="348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0" name="Oval 45">
              <a:extLst>
                <a:ext uri="{FF2B5EF4-FFF2-40B4-BE49-F238E27FC236}">
                  <a16:creationId xmlns:a16="http://schemas.microsoft.com/office/drawing/2014/main" id="{D09D801C-0DC7-4E66-B74B-6849210C2170}"/>
                </a:ext>
              </a:extLst>
            </p:cNvPr>
            <p:cNvSpPr>
              <a:spLocks noChangeArrowheads="1"/>
            </p:cNvSpPr>
            <p:nvPr/>
          </p:nvSpPr>
          <p:spPr bwMode="auto">
            <a:xfrm>
              <a:off x="4207" y="367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1" name="Oval 46">
              <a:extLst>
                <a:ext uri="{FF2B5EF4-FFF2-40B4-BE49-F238E27FC236}">
                  <a16:creationId xmlns:a16="http://schemas.microsoft.com/office/drawing/2014/main" id="{0F8502DD-163B-F7EA-6F13-52D1D2A0014F}"/>
                </a:ext>
              </a:extLst>
            </p:cNvPr>
            <p:cNvSpPr>
              <a:spLocks noChangeArrowheads="1"/>
            </p:cNvSpPr>
            <p:nvPr/>
          </p:nvSpPr>
          <p:spPr bwMode="auto">
            <a:xfrm>
              <a:off x="4495" y="3600"/>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2" name="Oval 47">
              <a:extLst>
                <a:ext uri="{FF2B5EF4-FFF2-40B4-BE49-F238E27FC236}">
                  <a16:creationId xmlns:a16="http://schemas.microsoft.com/office/drawing/2014/main" id="{5F22B72A-3BB4-3A29-37C2-70864DD00CB7}"/>
                </a:ext>
              </a:extLst>
            </p:cNvPr>
            <p:cNvSpPr>
              <a:spLocks noChangeArrowheads="1"/>
            </p:cNvSpPr>
            <p:nvPr/>
          </p:nvSpPr>
          <p:spPr bwMode="auto">
            <a:xfrm>
              <a:off x="4416" y="3676"/>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3" name="Oval 48">
              <a:extLst>
                <a:ext uri="{FF2B5EF4-FFF2-40B4-BE49-F238E27FC236}">
                  <a16:creationId xmlns:a16="http://schemas.microsoft.com/office/drawing/2014/main" id="{38873948-7D03-0B96-DBE1-A6E4316A2B25}"/>
                </a:ext>
              </a:extLst>
            </p:cNvPr>
            <p:cNvSpPr>
              <a:spLocks noChangeArrowheads="1"/>
            </p:cNvSpPr>
            <p:nvPr/>
          </p:nvSpPr>
          <p:spPr bwMode="auto">
            <a:xfrm>
              <a:off x="4334" y="348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4" name="Oval 49">
              <a:extLst>
                <a:ext uri="{FF2B5EF4-FFF2-40B4-BE49-F238E27FC236}">
                  <a16:creationId xmlns:a16="http://schemas.microsoft.com/office/drawing/2014/main" id="{90351061-DD17-DD15-C34D-DDF967578520}"/>
                </a:ext>
              </a:extLst>
            </p:cNvPr>
            <p:cNvSpPr>
              <a:spLocks noChangeArrowheads="1"/>
            </p:cNvSpPr>
            <p:nvPr/>
          </p:nvSpPr>
          <p:spPr bwMode="auto">
            <a:xfrm>
              <a:off x="4399" y="3312"/>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5" name="Oval 50">
              <a:extLst>
                <a:ext uri="{FF2B5EF4-FFF2-40B4-BE49-F238E27FC236}">
                  <a16:creationId xmlns:a16="http://schemas.microsoft.com/office/drawing/2014/main" id="{75D6DC89-9751-3596-96A3-D274BC5721F5}"/>
                </a:ext>
              </a:extLst>
            </p:cNvPr>
            <p:cNvSpPr>
              <a:spLocks noChangeArrowheads="1"/>
            </p:cNvSpPr>
            <p:nvPr/>
          </p:nvSpPr>
          <p:spPr bwMode="auto">
            <a:xfrm>
              <a:off x="4430" y="3532"/>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6" name="Oval 51">
              <a:extLst>
                <a:ext uri="{FF2B5EF4-FFF2-40B4-BE49-F238E27FC236}">
                  <a16:creationId xmlns:a16="http://schemas.microsoft.com/office/drawing/2014/main" id="{0F0D0065-8639-B230-4CDF-7CF1ECFBC212}"/>
                </a:ext>
              </a:extLst>
            </p:cNvPr>
            <p:cNvSpPr>
              <a:spLocks noChangeArrowheads="1"/>
            </p:cNvSpPr>
            <p:nvPr/>
          </p:nvSpPr>
          <p:spPr bwMode="auto">
            <a:xfrm>
              <a:off x="4543" y="3504"/>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7" name="Oval 52">
              <a:extLst>
                <a:ext uri="{FF2B5EF4-FFF2-40B4-BE49-F238E27FC236}">
                  <a16:creationId xmlns:a16="http://schemas.microsoft.com/office/drawing/2014/main" id="{6130C55F-CC6F-BFB0-1249-B68AEA34E789}"/>
                </a:ext>
              </a:extLst>
            </p:cNvPr>
            <p:cNvSpPr>
              <a:spLocks noChangeArrowheads="1"/>
            </p:cNvSpPr>
            <p:nvPr/>
          </p:nvSpPr>
          <p:spPr bwMode="auto">
            <a:xfrm>
              <a:off x="4495" y="340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8" name="Oval 53">
              <a:extLst>
                <a:ext uri="{FF2B5EF4-FFF2-40B4-BE49-F238E27FC236}">
                  <a16:creationId xmlns:a16="http://schemas.microsoft.com/office/drawing/2014/main" id="{C89B340F-3C87-A36D-8612-8A18BC05E0A8}"/>
                </a:ext>
              </a:extLst>
            </p:cNvPr>
            <p:cNvSpPr>
              <a:spLocks noChangeArrowheads="1"/>
            </p:cNvSpPr>
            <p:nvPr/>
          </p:nvSpPr>
          <p:spPr bwMode="auto">
            <a:xfrm>
              <a:off x="4303" y="340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699" name="Oval 54">
              <a:extLst>
                <a:ext uri="{FF2B5EF4-FFF2-40B4-BE49-F238E27FC236}">
                  <a16:creationId xmlns:a16="http://schemas.microsoft.com/office/drawing/2014/main" id="{074458D6-3D6D-BBC1-F4D7-F3E2DB3A89A0}"/>
                </a:ext>
              </a:extLst>
            </p:cNvPr>
            <p:cNvSpPr>
              <a:spLocks noChangeArrowheads="1"/>
            </p:cNvSpPr>
            <p:nvPr/>
          </p:nvSpPr>
          <p:spPr bwMode="auto">
            <a:xfrm>
              <a:off x="4399" y="3408"/>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sp>
          <p:nvSpPr>
            <p:cNvPr id="28700" name="Oval 55">
              <a:extLst>
                <a:ext uri="{FF2B5EF4-FFF2-40B4-BE49-F238E27FC236}">
                  <a16:creationId xmlns:a16="http://schemas.microsoft.com/office/drawing/2014/main" id="{BB062C21-970B-16BE-257F-D77E51306C4E}"/>
                </a:ext>
              </a:extLst>
            </p:cNvPr>
            <p:cNvSpPr>
              <a:spLocks noChangeArrowheads="1"/>
            </p:cNvSpPr>
            <p:nvPr/>
          </p:nvSpPr>
          <p:spPr bwMode="auto">
            <a:xfrm>
              <a:off x="4351" y="3600"/>
              <a:ext cx="65" cy="68"/>
            </a:xfrm>
            <a:prstGeom prst="ellipse">
              <a:avLst/>
            </a:prstGeom>
            <a:solidFill>
              <a:srgbClr val="C0C0C0"/>
            </a:solidFill>
            <a:ln w="9525">
              <a:solidFill>
                <a:schemeClr val="tx1"/>
              </a:solidFill>
              <a:round/>
              <a:headEnd/>
              <a:tailEnd/>
            </a:ln>
          </p:spPr>
          <p:txBody>
            <a:bodyPr wrap="none" anchor="ct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endParaRPr lang="en-US" altLang="en-US" sz="2400"/>
            </a:p>
          </p:txBody>
        </p:sp>
      </p:grpSp>
      <p:sp>
        <p:nvSpPr>
          <p:cNvPr id="28683" name="Text Box 73">
            <a:extLst>
              <a:ext uri="{FF2B5EF4-FFF2-40B4-BE49-F238E27FC236}">
                <a16:creationId xmlns:a16="http://schemas.microsoft.com/office/drawing/2014/main" id="{98316928-6892-1E3F-506F-F47FFEF4BC66}"/>
              </a:ext>
            </a:extLst>
          </p:cNvPr>
          <p:cNvSpPr txBox="1">
            <a:spLocks noChangeArrowheads="1"/>
          </p:cNvSpPr>
          <p:nvPr/>
        </p:nvSpPr>
        <p:spPr bwMode="auto">
          <a:xfrm>
            <a:off x="4000500" y="2000251"/>
            <a:ext cx="371475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Arial" panose="020B0604020202020204" pitchFamily="34" charset="0"/>
              </a:defRPr>
            </a:lvl1pPr>
            <a:lvl2pPr marL="742950" indent="-285750">
              <a:defRPr kumimoji="1" sz="3200">
                <a:solidFill>
                  <a:schemeClr val="tx1"/>
                </a:solidFill>
                <a:latin typeface="Arial" panose="020B0604020202020204" pitchFamily="34" charset="0"/>
              </a:defRPr>
            </a:lvl2pPr>
            <a:lvl3pPr marL="1143000" indent="-228600">
              <a:defRPr kumimoji="1" sz="3200">
                <a:solidFill>
                  <a:schemeClr val="tx1"/>
                </a:solidFill>
                <a:latin typeface="Arial" panose="020B0604020202020204" pitchFamily="34" charset="0"/>
              </a:defRPr>
            </a:lvl3pPr>
            <a:lvl4pPr marL="1600200" indent="-228600">
              <a:defRPr kumimoji="1" sz="3200">
                <a:solidFill>
                  <a:schemeClr val="tx1"/>
                </a:solidFill>
                <a:latin typeface="Arial" panose="020B0604020202020204" pitchFamily="34" charset="0"/>
              </a:defRPr>
            </a:lvl4pPr>
            <a:lvl5pPr marL="2057400" indent="-228600">
              <a:defRPr kumimoji="1" sz="3200">
                <a:solidFill>
                  <a:schemeClr val="tx1"/>
                </a:solidFill>
                <a:latin typeface="Arial" panose="020B0604020202020204" pitchFamily="34" charset="0"/>
              </a:defRPr>
            </a:lvl5pPr>
            <a:lvl6pPr marL="25146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6pPr>
            <a:lvl7pPr marL="29718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7pPr>
            <a:lvl8pPr marL="34290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8pPr>
            <a:lvl9pPr marL="3886200" indent="-228600" algn="ctr" eaLnBrk="0" fontAlgn="base" hangingPunct="0">
              <a:lnSpc>
                <a:spcPct val="90000"/>
              </a:lnSpc>
              <a:spcBef>
                <a:spcPct val="20000"/>
              </a:spcBef>
              <a:spcAft>
                <a:spcPct val="0"/>
              </a:spcAft>
              <a:buClr>
                <a:schemeClr val="accent1"/>
              </a:buClr>
              <a:buSzPct val="90000"/>
              <a:buFont typeface="Wingdings" panose="05000000000000000000" pitchFamily="2" charset="2"/>
              <a:defRPr kumimoji="1" sz="3200">
                <a:solidFill>
                  <a:schemeClr val="tx1"/>
                </a:solidFill>
                <a:latin typeface="Arial" panose="020B0604020202020204" pitchFamily="34" charset="0"/>
              </a:defRPr>
            </a:lvl9pPr>
          </a:lstStyle>
          <a:p>
            <a:r>
              <a:rPr lang="en-US" altLang="en-US" sz="2100"/>
              <a:t>Remote deployment of sensors for </a:t>
            </a:r>
            <a:r>
              <a:rPr lang="en-US" altLang="en-US" sz="2100">
                <a:solidFill>
                  <a:srgbClr val="000099"/>
                </a:solidFill>
              </a:rPr>
              <a:t>tactical monitoring</a:t>
            </a:r>
            <a:r>
              <a:rPr lang="en-US" altLang="en-US" sz="2100"/>
              <a:t> of enemy troop movements.</a:t>
            </a:r>
          </a:p>
        </p:txBody>
      </p:sp>
      <p:sp>
        <p:nvSpPr>
          <p:cNvPr id="7" name="Title 1">
            <a:extLst>
              <a:ext uri="{FF2B5EF4-FFF2-40B4-BE49-F238E27FC236}">
                <a16:creationId xmlns:a16="http://schemas.microsoft.com/office/drawing/2014/main" id="{BF9C203F-2CD4-3622-A53D-F9C275BBAAA3}"/>
              </a:ext>
            </a:extLst>
          </p:cNvPr>
          <p:cNvSpPr txBox="1">
            <a:spLocks/>
          </p:cNvSpPr>
          <p:nvPr/>
        </p:nvSpPr>
        <p:spPr bwMode="auto">
          <a:xfrm>
            <a:off x="898635" y="304800"/>
            <a:ext cx="7346729" cy="835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b" anchorCtr="0" compatLnSpc="1">
            <a:prstTxWarp prst="textNoShape">
              <a:avLst/>
            </a:prstTxWarp>
            <a:normAutofit/>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4000" b="0">
                <a:solidFill>
                  <a:srgbClr val="3333CC"/>
                </a:solidFill>
              </a:rPr>
              <a:t>Sensor </a:t>
            </a:r>
            <a:r>
              <a:rPr lang="en-US" altLang="en-US" sz="4000" b="0"/>
              <a:t>Networks </a:t>
            </a:r>
            <a:r>
              <a:rPr lang="en-US" sz="3900" b="0"/>
              <a:t>:: Applications</a:t>
            </a:r>
            <a:endParaRPr lang="en-US" sz="3900" b="0" dirty="0"/>
          </a:p>
        </p:txBody>
      </p:sp>
    </p:spTree>
    <p:extLst>
      <p:ext uri="{BB962C8B-B14F-4D97-AF65-F5344CB8AC3E}">
        <p14:creationId xmlns:p14="http://schemas.microsoft.com/office/powerpoint/2010/main" val="27209740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23333"/>
                                        </p:tgtEl>
                                        <p:attrNameLst>
                                          <p:attrName>style.visibility</p:attrName>
                                        </p:attrNameLst>
                                      </p:cBhvr>
                                      <p:to>
                                        <p:strVal val="visible"/>
                                      </p:to>
                                    </p:set>
                                    <p:anim calcmode="lin" valueType="num">
                                      <p:cBhvr additive="base">
                                        <p:cTn id="7" dur="500" fill="hold"/>
                                        <p:tgtEl>
                                          <p:spTgt spid="1123333"/>
                                        </p:tgtEl>
                                        <p:attrNameLst>
                                          <p:attrName>ppt_x</p:attrName>
                                        </p:attrNameLst>
                                      </p:cBhvr>
                                      <p:tavLst>
                                        <p:tav tm="0">
                                          <p:val>
                                            <p:strVal val="0-#ppt_w/2"/>
                                          </p:val>
                                        </p:tav>
                                        <p:tav tm="100000">
                                          <p:val>
                                            <p:strVal val="#ppt_x"/>
                                          </p:val>
                                        </p:tav>
                                      </p:tavLst>
                                    </p:anim>
                                    <p:anim calcmode="lin" valueType="num">
                                      <p:cBhvr additive="base">
                                        <p:cTn id="8" dur="500" fill="hold"/>
                                        <p:tgtEl>
                                          <p:spTgt spid="112333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nodeType="afterEffect">
                                  <p:stCondLst>
                                    <p:cond delay="1000"/>
                                  </p:stCondLst>
                                  <p:childTnLst>
                                    <p:set>
                                      <p:cBhvr>
                                        <p:cTn id="11" dur="1" fill="hold">
                                          <p:stCondLst>
                                            <p:cond delay="499"/>
                                          </p:stCondLst>
                                        </p:cTn>
                                        <p:tgtEl>
                                          <p:spTgt spid="2"/>
                                        </p:tgtEl>
                                        <p:attrNameLst>
                                          <p:attrName>style.visibility</p:attrName>
                                        </p:attrNameLst>
                                      </p:cBhvr>
                                      <p:to>
                                        <p:strVal val="visible"/>
                                      </p:to>
                                    </p:set>
                                  </p:childTnLst>
                                </p:cTn>
                              </p:par>
                            </p:childTnLst>
                          </p:cTn>
                        </p:par>
                        <p:par>
                          <p:cTn id="12" fill="hold" nodeType="afterGroup">
                            <p:stCondLst>
                              <p:cond delay="2000"/>
                            </p:stCondLst>
                            <p:childTnLst>
                              <p:par>
                                <p:cTn id="13" presetID="1" presetClass="entr" presetSubtype="0" fill="hold" nodeType="afterEffect">
                                  <p:stCondLst>
                                    <p:cond delay="1000"/>
                                  </p:stCondLst>
                                  <p:childTnLst>
                                    <p:set>
                                      <p:cBhvr>
                                        <p:cTn id="14" dur="1" fill="hold">
                                          <p:stCondLst>
                                            <p:cond delay="499"/>
                                          </p:stCondLst>
                                        </p:cTn>
                                        <p:tgtEl>
                                          <p:spTgt spid="3"/>
                                        </p:tgtEl>
                                        <p:attrNameLst>
                                          <p:attrName>style.visibility</p:attrName>
                                        </p:attrNameLst>
                                      </p:cBhvr>
                                      <p:to>
                                        <p:strVal val="visible"/>
                                      </p:to>
                                    </p:set>
                                  </p:childTnLst>
                                </p:cTn>
                              </p:par>
                            </p:childTnLst>
                          </p:cTn>
                        </p:par>
                        <p:par>
                          <p:cTn id="15" fill="hold" nodeType="afterGroup">
                            <p:stCondLst>
                              <p:cond delay="3500"/>
                            </p:stCondLst>
                            <p:childTnLst>
                              <p:par>
                                <p:cTn id="16" presetID="1" presetClass="entr" presetSubtype="0" fill="hold" nodeType="afterEffect">
                                  <p:stCondLst>
                                    <p:cond delay="1000"/>
                                  </p:stCondLst>
                                  <p:childTnLst>
                                    <p:set>
                                      <p:cBhvr>
                                        <p:cTn id="17" dur="1" fill="hold">
                                          <p:stCondLst>
                                            <p:cond delay="499"/>
                                          </p:stCondLst>
                                        </p:cTn>
                                        <p:tgtEl>
                                          <p:spTgt spid="4"/>
                                        </p:tgtEl>
                                        <p:attrNameLst>
                                          <p:attrName>style.visibility</p:attrName>
                                        </p:attrNameLst>
                                      </p:cBhvr>
                                      <p:to>
                                        <p:strVal val="visible"/>
                                      </p:to>
                                    </p:set>
                                  </p:childTnLst>
                                </p:cTn>
                              </p:par>
                            </p:childTnLst>
                          </p:cTn>
                        </p:par>
                        <p:par>
                          <p:cTn id="18" fill="hold" nodeType="afterGroup">
                            <p:stCondLst>
                              <p:cond delay="5000"/>
                            </p:stCondLst>
                            <p:childTnLst>
                              <p:par>
                                <p:cTn id="19" presetID="1" presetClass="entr" presetSubtype="0" fill="hold" nodeType="afterEffect">
                                  <p:stCondLst>
                                    <p:cond delay="1000"/>
                                  </p:stCondLst>
                                  <p:childTnLst>
                                    <p:set>
                                      <p:cBhvr>
                                        <p:cTn id="20" dur="1" fill="hold">
                                          <p:stCondLst>
                                            <p:cond delay="499"/>
                                          </p:stCondLst>
                                        </p:cTn>
                                        <p:tgtEl>
                                          <p:spTgt spid="5"/>
                                        </p:tgtEl>
                                        <p:attrNameLst>
                                          <p:attrName>style.visibility</p:attrName>
                                        </p:attrNameLst>
                                      </p:cBhvr>
                                      <p:to>
                                        <p:strVal val="visible"/>
                                      </p:to>
                                    </p:set>
                                  </p:childTnLst>
                                </p:cTn>
                              </p:par>
                            </p:childTnLst>
                          </p:cTn>
                        </p:par>
                        <p:par>
                          <p:cTn id="21" fill="hold" nodeType="afterGroup">
                            <p:stCondLst>
                              <p:cond delay="6500"/>
                            </p:stCondLst>
                            <p:childTnLst>
                              <p:par>
                                <p:cTn id="22" presetID="1" presetClass="entr" presetSubtype="0" fill="hold" nodeType="afterEffect">
                                  <p:stCondLst>
                                    <p:cond delay="1000"/>
                                  </p:stCondLst>
                                  <p:childTnLst>
                                    <p:set>
                                      <p:cBhvr>
                                        <p:cTn id="23"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5E95-9773-4F48-942B-F2F1768D5EB7}"/>
              </a:ext>
            </a:extLst>
          </p:cNvPr>
          <p:cNvSpPr>
            <a:spLocks noGrp="1"/>
          </p:cNvSpPr>
          <p:nvPr>
            <p:ph type="title"/>
          </p:nvPr>
        </p:nvSpPr>
        <p:spPr>
          <a:xfrm>
            <a:off x="0" y="1676400"/>
            <a:ext cx="6934200" cy="441248"/>
          </a:xfrm>
        </p:spPr>
        <p:txBody>
          <a:bodyPr>
            <a:normAutofit fontScale="90000"/>
          </a:bodyPr>
          <a:lstStyle/>
          <a:p>
            <a:r>
              <a:rPr lang="en-US" sz="2400" dirty="0"/>
              <a:t>Smart Home/Smart Office: (</a:t>
            </a:r>
            <a:r>
              <a:rPr lang="en-US" sz="2400" b="0" dirty="0">
                <a:solidFill>
                  <a:srgbClr val="0070C0"/>
                </a:solidFill>
                <a:latin typeface="Arial"/>
                <a:cs typeface="Arial"/>
              </a:rPr>
              <a:t>Structured)</a:t>
            </a:r>
            <a:endParaRPr lang="en-US" sz="2400" dirty="0"/>
          </a:p>
        </p:txBody>
      </p:sp>
      <p:pic>
        <p:nvPicPr>
          <p:cNvPr id="5" name="Picture 2">
            <a:extLst>
              <a:ext uri="{FF2B5EF4-FFF2-40B4-BE49-F238E27FC236}">
                <a16:creationId xmlns:a16="http://schemas.microsoft.com/office/drawing/2014/main" id="{12867038-4769-4FAB-A884-9181438504A0}"/>
              </a:ext>
            </a:extLst>
          </p:cNvPr>
          <p:cNvPicPr>
            <a:picLocks/>
          </p:cNvPicPr>
          <p:nvPr/>
        </p:nvPicPr>
        <p:blipFill rotWithShape="1">
          <a:blip r:embed="rId2"/>
          <a:srcRect t="15401" r="-2" b="11393"/>
          <a:stretch/>
        </p:blipFill>
        <p:spPr>
          <a:xfrm>
            <a:off x="914400" y="2804261"/>
            <a:ext cx="4537456" cy="3262583"/>
          </a:xfrm>
          <a:prstGeom prst="rect">
            <a:avLst/>
          </a:prstGeom>
        </p:spPr>
      </p:pic>
      <p:sp>
        <p:nvSpPr>
          <p:cNvPr id="9" name="Content Placeholder 8">
            <a:extLst>
              <a:ext uri="{FF2B5EF4-FFF2-40B4-BE49-F238E27FC236}">
                <a16:creationId xmlns:a16="http://schemas.microsoft.com/office/drawing/2014/main" id="{4A2CE10D-DFE7-44BE-BB54-5622B6251CE1}"/>
              </a:ext>
            </a:extLst>
          </p:cNvPr>
          <p:cNvSpPr>
            <a:spLocks noGrp="1"/>
          </p:cNvSpPr>
          <p:nvPr>
            <p:ph idx="1"/>
          </p:nvPr>
        </p:nvSpPr>
        <p:spPr>
          <a:xfrm>
            <a:off x="5650992" y="1308236"/>
            <a:ext cx="3006076" cy="3288257"/>
          </a:xfrm>
        </p:spPr>
        <p:txBody>
          <a:bodyPr anchor="ctr">
            <a:normAutofit/>
          </a:bodyPr>
          <a:lstStyle/>
          <a:p>
            <a:r>
              <a:rPr lang="en-US" sz="1500" dirty="0"/>
              <a:t>Sensors controlling appliances and electrical devices in the house</a:t>
            </a:r>
          </a:p>
          <a:p>
            <a:r>
              <a:rPr lang="en-US" sz="1500" dirty="0"/>
              <a:t>Better lighting and heating in office buildings</a:t>
            </a:r>
          </a:p>
        </p:txBody>
      </p:sp>
      <p:sp>
        <p:nvSpPr>
          <p:cNvPr id="3" name="Title 1">
            <a:extLst>
              <a:ext uri="{FF2B5EF4-FFF2-40B4-BE49-F238E27FC236}">
                <a16:creationId xmlns:a16="http://schemas.microsoft.com/office/drawing/2014/main" id="{19256AD5-80E0-D265-2111-11138C6B1394}"/>
              </a:ext>
            </a:extLst>
          </p:cNvPr>
          <p:cNvSpPr txBox="1">
            <a:spLocks/>
          </p:cNvSpPr>
          <p:nvPr/>
        </p:nvSpPr>
        <p:spPr bwMode="auto">
          <a:xfrm>
            <a:off x="898635" y="304800"/>
            <a:ext cx="7346729" cy="835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b" anchorCtr="0" compatLnSpc="1">
            <a:prstTxWarp prst="textNoShape">
              <a:avLst/>
            </a:prstTxWarp>
            <a:normAutofit/>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4000" b="0">
                <a:solidFill>
                  <a:srgbClr val="3333CC"/>
                </a:solidFill>
              </a:rPr>
              <a:t>Sensor </a:t>
            </a:r>
            <a:r>
              <a:rPr lang="en-US" altLang="en-US" sz="4000" b="0"/>
              <a:t>Networks </a:t>
            </a:r>
            <a:r>
              <a:rPr lang="en-US" sz="3900" b="0"/>
              <a:t>:: Applications</a:t>
            </a:r>
            <a:endParaRPr lang="en-US" sz="3900" b="0" dirty="0"/>
          </a:p>
        </p:txBody>
      </p:sp>
    </p:spTree>
    <p:extLst>
      <p:ext uri="{BB962C8B-B14F-4D97-AF65-F5344CB8AC3E}">
        <p14:creationId xmlns:p14="http://schemas.microsoft.com/office/powerpoint/2010/main" val="31444285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6746B-2735-4B72-BFFF-1EC054FB5C8F}"/>
              </a:ext>
            </a:extLst>
          </p:cNvPr>
          <p:cNvSpPr>
            <a:spLocks noGrp="1"/>
          </p:cNvSpPr>
          <p:nvPr>
            <p:ph type="title"/>
          </p:nvPr>
        </p:nvSpPr>
        <p:spPr>
          <a:xfrm>
            <a:off x="228600" y="1712447"/>
            <a:ext cx="6720630" cy="846051"/>
          </a:xfrm>
        </p:spPr>
        <p:txBody>
          <a:bodyPr anchor="ctr">
            <a:normAutofit/>
          </a:bodyPr>
          <a:lstStyle/>
          <a:p>
            <a:r>
              <a:rPr lang="en-US" sz="2400" dirty="0"/>
              <a:t>Medical/Biomedical: Body Area Network: (Structured) </a:t>
            </a:r>
          </a:p>
        </p:txBody>
      </p:sp>
      <p:sp>
        <p:nvSpPr>
          <p:cNvPr id="9" name="Content Placeholder 8">
            <a:extLst>
              <a:ext uri="{FF2B5EF4-FFF2-40B4-BE49-F238E27FC236}">
                <a16:creationId xmlns:a16="http://schemas.microsoft.com/office/drawing/2014/main" id="{7CB10D62-746A-471F-8F4E-DE043A357C70}"/>
              </a:ext>
            </a:extLst>
          </p:cNvPr>
          <p:cNvSpPr>
            <a:spLocks noGrp="1"/>
          </p:cNvSpPr>
          <p:nvPr>
            <p:ph idx="1"/>
          </p:nvPr>
        </p:nvSpPr>
        <p:spPr>
          <a:xfrm>
            <a:off x="443040" y="2605129"/>
            <a:ext cx="3419569" cy="2984689"/>
          </a:xfrm>
        </p:spPr>
        <p:txBody>
          <a:bodyPr anchor="ctr">
            <a:normAutofit/>
          </a:bodyPr>
          <a:lstStyle/>
          <a:p>
            <a:r>
              <a:rPr lang="en-US" sz="1500" dirty="0"/>
              <a:t>Health Monitors</a:t>
            </a:r>
          </a:p>
          <a:p>
            <a:pPr lvl="1"/>
            <a:r>
              <a:rPr lang="en-US" sz="1500" dirty="0"/>
              <a:t>Glucose</a:t>
            </a:r>
          </a:p>
          <a:p>
            <a:pPr lvl="1"/>
            <a:r>
              <a:rPr lang="en-US" sz="1500" dirty="0"/>
              <a:t>Heart rate</a:t>
            </a:r>
          </a:p>
          <a:p>
            <a:pPr lvl="1"/>
            <a:r>
              <a:rPr lang="en-US" sz="1500" dirty="0"/>
              <a:t>Cancer detection</a:t>
            </a:r>
          </a:p>
          <a:p>
            <a:r>
              <a:rPr lang="en-US" sz="1500" dirty="0"/>
              <a:t>Chronic Diseases</a:t>
            </a:r>
          </a:p>
          <a:p>
            <a:pPr lvl="1"/>
            <a:r>
              <a:rPr lang="en-US" sz="1500" dirty="0"/>
              <a:t>Artificial retina</a:t>
            </a:r>
          </a:p>
          <a:p>
            <a:pPr lvl="1"/>
            <a:r>
              <a:rPr lang="en-US" sz="1500" dirty="0"/>
              <a:t>Cochlear implants</a:t>
            </a:r>
          </a:p>
          <a:p>
            <a:r>
              <a:rPr lang="en-US" sz="1500" dirty="0"/>
              <a:t>Hospital Sensors</a:t>
            </a:r>
          </a:p>
          <a:p>
            <a:pPr lvl="1"/>
            <a:r>
              <a:rPr lang="en-US" sz="1500" dirty="0"/>
              <a:t>Monitor vital signs</a:t>
            </a:r>
          </a:p>
          <a:p>
            <a:pPr lvl="1"/>
            <a:r>
              <a:rPr lang="en-US" sz="1500" dirty="0"/>
              <a:t>Record anomalies</a:t>
            </a:r>
          </a:p>
        </p:txBody>
      </p:sp>
      <p:pic>
        <p:nvPicPr>
          <p:cNvPr id="5" name="Picture 2">
            <a:extLst>
              <a:ext uri="{FF2B5EF4-FFF2-40B4-BE49-F238E27FC236}">
                <a16:creationId xmlns:a16="http://schemas.microsoft.com/office/drawing/2014/main" id="{DAA7E4A2-4183-4720-88D4-62E0E60BDEAA}"/>
              </a:ext>
            </a:extLst>
          </p:cNvPr>
          <p:cNvPicPr>
            <a:picLocks/>
          </p:cNvPicPr>
          <p:nvPr/>
        </p:nvPicPr>
        <p:blipFill rotWithShape="1">
          <a:blip r:embed="rId2"/>
          <a:srcRect t="3789"/>
          <a:stretch/>
        </p:blipFill>
        <p:spPr>
          <a:xfrm>
            <a:off x="4553711" y="2558498"/>
            <a:ext cx="4069058" cy="3944472"/>
          </a:xfrm>
          <a:prstGeom prst="rect">
            <a:avLst/>
          </a:prstGeom>
        </p:spPr>
      </p:pic>
      <p:sp>
        <p:nvSpPr>
          <p:cNvPr id="3" name="Title 1">
            <a:extLst>
              <a:ext uri="{FF2B5EF4-FFF2-40B4-BE49-F238E27FC236}">
                <a16:creationId xmlns:a16="http://schemas.microsoft.com/office/drawing/2014/main" id="{720206A9-9C39-ECE6-1EAD-13B1AD940423}"/>
              </a:ext>
            </a:extLst>
          </p:cNvPr>
          <p:cNvSpPr txBox="1">
            <a:spLocks/>
          </p:cNvSpPr>
          <p:nvPr/>
        </p:nvSpPr>
        <p:spPr bwMode="auto">
          <a:xfrm>
            <a:off x="898635" y="304800"/>
            <a:ext cx="7346729" cy="835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b" anchorCtr="0" compatLnSpc="1">
            <a:prstTxWarp prst="textNoShape">
              <a:avLst/>
            </a:prstTxWarp>
            <a:normAutofit/>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r>
              <a:rPr lang="en-US" altLang="en-US" sz="4000" b="0">
                <a:solidFill>
                  <a:srgbClr val="3333CC"/>
                </a:solidFill>
              </a:rPr>
              <a:t>Sensor </a:t>
            </a:r>
            <a:r>
              <a:rPr lang="en-US" altLang="en-US" sz="4000" b="0"/>
              <a:t>Networks </a:t>
            </a:r>
            <a:r>
              <a:rPr lang="en-US" sz="3900" b="0"/>
              <a:t>:: Applications</a:t>
            </a:r>
            <a:endParaRPr lang="en-US" sz="3900" b="0" dirty="0"/>
          </a:p>
        </p:txBody>
      </p:sp>
    </p:spTree>
    <p:extLst>
      <p:ext uri="{BB962C8B-B14F-4D97-AF65-F5344CB8AC3E}">
        <p14:creationId xmlns:p14="http://schemas.microsoft.com/office/powerpoint/2010/main" val="37438605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BF434-821B-4848-169E-C7132E183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FD1B9-1CC3-F5A3-6376-1708E90F9768}"/>
              </a:ext>
            </a:extLst>
          </p:cNvPr>
          <p:cNvSpPr txBox="1">
            <a:spLocks/>
          </p:cNvSpPr>
          <p:nvPr/>
        </p:nvSpPr>
        <p:spPr>
          <a:xfrm>
            <a:off x="495300" y="2209800"/>
            <a:ext cx="8153400" cy="1676400"/>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marL="0" indent="0">
              <a:lnSpc>
                <a:spcPct val="110000"/>
              </a:lnSpc>
              <a:buNone/>
            </a:pPr>
            <a:r>
              <a:rPr lang="en-US" altLang="en-US" b="0" dirty="0"/>
              <a:t>Delay/Disruption Tolerant Network (DTN)</a:t>
            </a:r>
          </a:p>
          <a:p>
            <a:pPr marL="0" indent="0">
              <a:lnSpc>
                <a:spcPct val="110000"/>
              </a:lnSpc>
              <a:buNone/>
            </a:pPr>
            <a:r>
              <a:rPr lang="en-US" altLang="en-US" sz="1600" b="0" dirty="0">
                <a:solidFill>
                  <a:srgbClr val="00B050"/>
                </a:solidFill>
                <a:latin typeface="Arial" panose="020B0604020202020204" pitchFamily="34" charset="0"/>
                <a:cs typeface="Arial" panose="020B0604020202020204" pitchFamily="34" charset="0"/>
              </a:rPr>
              <a:t>(</a:t>
            </a:r>
            <a:r>
              <a:rPr lang="en-US" sz="1600" b="0" dirty="0">
                <a:solidFill>
                  <a:srgbClr val="FF0000"/>
                </a:solidFill>
                <a:latin typeface="Arial"/>
                <a:cs typeface="Arial"/>
              </a:rPr>
              <a:t>Un-Structed</a:t>
            </a:r>
            <a:r>
              <a:rPr lang="en-US" sz="1600" b="0" dirty="0">
                <a:solidFill>
                  <a:srgbClr val="00B050"/>
                </a:solidFill>
                <a:latin typeface="Arial"/>
                <a:cs typeface="Arial"/>
              </a:rPr>
              <a:t> </a:t>
            </a:r>
            <a:r>
              <a:rPr lang="en-US" altLang="en-US" sz="1600" b="0" dirty="0">
                <a:solidFill>
                  <a:srgbClr val="00B050"/>
                </a:solidFill>
                <a:latin typeface="Arial" panose="020B0604020202020204" pitchFamily="34" charset="0"/>
                <a:cs typeface="Arial" panose="020B0604020202020204" pitchFamily="34" charset="0"/>
              </a:rPr>
              <a:t>)</a:t>
            </a:r>
          </a:p>
        </p:txBody>
      </p:sp>
      <p:pic>
        <p:nvPicPr>
          <p:cNvPr id="12" name="Picture 11" descr="A black line with dots&#10;&#10;AI-generated content may be incorrect.">
            <a:extLst>
              <a:ext uri="{FF2B5EF4-FFF2-40B4-BE49-F238E27FC236}">
                <a16:creationId xmlns:a16="http://schemas.microsoft.com/office/drawing/2014/main" id="{0D2CB7CB-3D7E-FD40-6A18-8AC8067254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19600" y="4820271"/>
            <a:ext cx="2543553" cy="1333983"/>
          </a:xfrm>
          <a:prstGeom prst="rect">
            <a:avLst/>
          </a:prstGeom>
        </p:spPr>
      </p:pic>
      <p:pic>
        <p:nvPicPr>
          <p:cNvPr id="14" name="Picture 13" descr="A black and white image of people connected to each other&#10;&#10;AI-generated content may be incorrect.">
            <a:extLst>
              <a:ext uri="{FF2B5EF4-FFF2-40B4-BE49-F238E27FC236}">
                <a16:creationId xmlns:a16="http://schemas.microsoft.com/office/drawing/2014/main" id="{43A8CEA5-66DB-5D9E-3CDB-39B782175A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86000" y="4724400"/>
            <a:ext cx="1525727" cy="1525727"/>
          </a:xfrm>
          <a:prstGeom prst="rect">
            <a:avLst/>
          </a:prstGeom>
        </p:spPr>
      </p:pic>
    </p:spTree>
    <p:extLst>
      <p:ext uri="{BB962C8B-B14F-4D97-AF65-F5344CB8AC3E}">
        <p14:creationId xmlns:p14="http://schemas.microsoft.com/office/powerpoint/2010/main" val="23351614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76B35-1D97-1904-B31D-E09322A4EFBB}"/>
            </a:ext>
          </a:extLst>
        </p:cNvPr>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4C0AC2F5-CE12-FFBB-3611-C032EE0470AB}"/>
              </a:ext>
            </a:extLst>
          </p:cNvPr>
          <p:cNvSpPr>
            <a:spLocks noGrp="1" noChangeArrowheads="1"/>
          </p:cNvSpPr>
          <p:nvPr>
            <p:ph type="sldNum" sz="quarter" idx="12"/>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1"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30E3E22-59C0-4583-A7DE-F268F60B9501}" type="slidenum">
              <a:rPr kumimoji="1" lang="zh-TW" altLang="en-US" sz="14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1" lang="en-US" altLang="en-US" sz="14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2291" name="Rectangle 2">
            <a:extLst>
              <a:ext uri="{FF2B5EF4-FFF2-40B4-BE49-F238E27FC236}">
                <a16:creationId xmlns:a16="http://schemas.microsoft.com/office/drawing/2014/main" id="{E2CC1B76-0710-4E33-CA41-39ABAD5F316D}"/>
              </a:ext>
            </a:extLst>
          </p:cNvPr>
          <p:cNvSpPr>
            <a:spLocks noGrp="1" noChangeArrowheads="1"/>
          </p:cNvSpPr>
          <p:nvPr>
            <p:ph type="title"/>
          </p:nvPr>
        </p:nvSpPr>
        <p:spPr>
          <a:xfrm>
            <a:off x="381000" y="1130300"/>
            <a:ext cx="8229600" cy="609600"/>
          </a:xfrm>
        </p:spPr>
        <p:txBody>
          <a:bodyPr/>
          <a:lstStyle/>
          <a:p>
            <a:pPr algn="l"/>
            <a:r>
              <a:rPr lang="en-US" altLang="en-US" sz="2400" dirty="0"/>
              <a:t>Interplanetary communication</a:t>
            </a:r>
          </a:p>
        </p:txBody>
      </p:sp>
      <p:pic>
        <p:nvPicPr>
          <p:cNvPr id="12292" name="Picture 3">
            <a:extLst>
              <a:ext uri="{FF2B5EF4-FFF2-40B4-BE49-F238E27FC236}">
                <a16:creationId xmlns:a16="http://schemas.microsoft.com/office/drawing/2014/main" id="{EDA8EC05-4AE4-3602-3309-28DA50D06CE8}"/>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2971800" y="1739900"/>
            <a:ext cx="4457700" cy="3340799"/>
          </a:xfrm>
          <a:noFill/>
        </p:spPr>
      </p:pic>
      <p:sp>
        <p:nvSpPr>
          <p:cNvPr id="2" name="Title 1">
            <a:extLst>
              <a:ext uri="{FF2B5EF4-FFF2-40B4-BE49-F238E27FC236}">
                <a16:creationId xmlns:a16="http://schemas.microsoft.com/office/drawing/2014/main" id="{F7992359-C6E1-725C-2D63-28EE04965324}"/>
              </a:ext>
            </a:extLst>
          </p:cNvPr>
          <p:cNvSpPr txBox="1">
            <a:spLocks/>
          </p:cNvSpPr>
          <p:nvPr/>
        </p:nvSpPr>
        <p:spPr bwMode="auto">
          <a:xfrm>
            <a:off x="457200" y="152400"/>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Times New Roman"/>
                <a:ea typeface="+mj-ea"/>
                <a:cs typeface="+mj-cs"/>
              </a:rPr>
              <a:t>Delay/Disruption Tolerant Network (DTN)</a:t>
            </a:r>
          </a:p>
        </p:txBody>
      </p:sp>
      <p:pic>
        <p:nvPicPr>
          <p:cNvPr id="5" name="Online Media 4" title="Future-Proofing the Interplanetary Internet">
            <a:hlinkClick r:id="" action="ppaction://media"/>
            <a:extLst>
              <a:ext uri="{FF2B5EF4-FFF2-40B4-BE49-F238E27FC236}">
                <a16:creationId xmlns:a16="http://schemas.microsoft.com/office/drawing/2014/main" id="{8145FC40-91EB-F7B0-04CD-FBDCD7137B93}"/>
              </a:ext>
            </a:extLst>
          </p:cNvPr>
          <p:cNvPicPr>
            <a:picLocks noRot="1" noChangeAspect="1"/>
          </p:cNvPicPr>
          <p:nvPr>
            <a:videoFile r:link="rId1"/>
          </p:nvPr>
        </p:nvPicPr>
        <p:blipFill>
          <a:blip r:embed="rId5"/>
          <a:stretch>
            <a:fillRect/>
          </a:stretch>
        </p:blipFill>
        <p:spPr>
          <a:xfrm>
            <a:off x="0" y="846138"/>
            <a:ext cx="9144000" cy="5165725"/>
          </a:xfrm>
          <a:prstGeom prst="rect">
            <a:avLst/>
          </a:prstGeom>
        </p:spPr>
      </p:pic>
      <p:sp>
        <p:nvSpPr>
          <p:cNvPr id="3" name="object 2">
            <a:extLst>
              <a:ext uri="{FF2B5EF4-FFF2-40B4-BE49-F238E27FC236}">
                <a16:creationId xmlns:a16="http://schemas.microsoft.com/office/drawing/2014/main" id="{0A58FEF6-3C93-EEBD-499A-07B25C5BEE77}"/>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1420746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F621A-4C40-8E39-FD08-54583C2E24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8700A-B503-0485-7AE8-7501EAA98708}"/>
              </a:ext>
            </a:extLst>
          </p:cNvPr>
          <p:cNvSpPr>
            <a:spLocks noGrp="1"/>
          </p:cNvSpPr>
          <p:nvPr>
            <p:ph type="title"/>
          </p:nvPr>
        </p:nvSpPr>
        <p:spPr/>
        <p:txBody>
          <a:bodyPr/>
          <a:lstStyle/>
          <a:p>
            <a:r>
              <a:rPr lang="en-US" dirty="0"/>
              <a:t>Understanding the TCP and UDP</a:t>
            </a:r>
          </a:p>
        </p:txBody>
      </p:sp>
      <p:sp>
        <p:nvSpPr>
          <p:cNvPr id="4" name="Slide Number Placeholder 3">
            <a:extLst>
              <a:ext uri="{FF2B5EF4-FFF2-40B4-BE49-F238E27FC236}">
                <a16:creationId xmlns:a16="http://schemas.microsoft.com/office/drawing/2014/main" id="{BA353B85-8C00-1892-07E5-1CB4DA6D3C8F}"/>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6" name="Online Media 5" title="TCP vs UDP Comparison">
            <a:hlinkClick r:id="" action="ppaction://media"/>
            <a:extLst>
              <a:ext uri="{FF2B5EF4-FFF2-40B4-BE49-F238E27FC236}">
                <a16:creationId xmlns:a16="http://schemas.microsoft.com/office/drawing/2014/main" id="{B005322A-0792-FECD-DAD7-BA25E41D1C6D}"/>
              </a:ext>
            </a:extLst>
          </p:cNvPr>
          <p:cNvPicPr>
            <a:picLocks noRot="1" noChangeAspect="1"/>
          </p:cNvPicPr>
          <p:nvPr>
            <a:videoFile r:link="rId1"/>
          </p:nvPr>
        </p:nvPicPr>
        <p:blipFill>
          <a:blip r:embed="rId3"/>
          <a:stretch>
            <a:fillRect/>
          </a:stretch>
        </p:blipFill>
        <p:spPr>
          <a:xfrm>
            <a:off x="1219200" y="1066800"/>
            <a:ext cx="7010400" cy="4991100"/>
          </a:xfrm>
          <a:prstGeom prst="rect">
            <a:avLst/>
          </a:prstGeom>
        </p:spPr>
      </p:pic>
      <p:sp>
        <p:nvSpPr>
          <p:cNvPr id="3" name="object 2">
            <a:extLst>
              <a:ext uri="{FF2B5EF4-FFF2-40B4-BE49-F238E27FC236}">
                <a16:creationId xmlns:a16="http://schemas.microsoft.com/office/drawing/2014/main" id="{6AF0F1A0-849F-92F4-C850-D149160DAE19}"/>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25287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8F793-AD26-0DA8-27D9-019EABDE4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077BA0-176D-506E-CF28-089E2C948C11}"/>
              </a:ext>
            </a:extLst>
          </p:cNvPr>
          <p:cNvSpPr>
            <a:spLocks noGrp="1"/>
          </p:cNvSpPr>
          <p:nvPr>
            <p:ph type="title"/>
          </p:nvPr>
        </p:nvSpPr>
        <p:spPr/>
        <p:txBody>
          <a:bodyPr/>
          <a:lstStyle/>
          <a:p>
            <a:r>
              <a:rPr lang="en-US" dirty="0"/>
              <a:t>TCP, UDP and DTN</a:t>
            </a:r>
          </a:p>
        </p:txBody>
      </p:sp>
      <p:sp>
        <p:nvSpPr>
          <p:cNvPr id="4" name="Slide Number Placeholder 3">
            <a:extLst>
              <a:ext uri="{FF2B5EF4-FFF2-40B4-BE49-F238E27FC236}">
                <a16:creationId xmlns:a16="http://schemas.microsoft.com/office/drawing/2014/main" id="{3BE38E55-32FC-9D7D-59B9-0031CC0CAE3E}"/>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3" name="Online Media 2" title="A Simplified Introduction to Disruption-Tolerant Networking">
            <a:hlinkClick r:id="" action="ppaction://media"/>
            <a:extLst>
              <a:ext uri="{FF2B5EF4-FFF2-40B4-BE49-F238E27FC236}">
                <a16:creationId xmlns:a16="http://schemas.microsoft.com/office/drawing/2014/main" id="{8BB6C576-9413-B81B-40FC-5AC5F31D74E8}"/>
              </a:ext>
            </a:extLst>
          </p:cNvPr>
          <p:cNvPicPr>
            <a:picLocks noRot="1" noChangeAspect="1"/>
          </p:cNvPicPr>
          <p:nvPr>
            <a:videoFile r:link="rId1"/>
          </p:nvPr>
        </p:nvPicPr>
        <p:blipFill>
          <a:blip r:embed="rId3"/>
          <a:stretch>
            <a:fillRect/>
          </a:stretch>
        </p:blipFill>
        <p:spPr>
          <a:xfrm>
            <a:off x="990600" y="1066800"/>
            <a:ext cx="7169265" cy="5105400"/>
          </a:xfrm>
          <a:prstGeom prst="rect">
            <a:avLst/>
          </a:prstGeom>
        </p:spPr>
      </p:pic>
      <p:sp>
        <p:nvSpPr>
          <p:cNvPr id="5" name="object 2">
            <a:extLst>
              <a:ext uri="{FF2B5EF4-FFF2-40B4-BE49-F238E27FC236}">
                <a16:creationId xmlns:a16="http://schemas.microsoft.com/office/drawing/2014/main" id="{F3CEB5FC-516A-7099-AE83-E0D1EF79DBE1}"/>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38688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D4257-C428-9604-2542-B0438EC32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7BC74-EDC4-6226-2260-F195561C2F11}"/>
              </a:ext>
            </a:extLst>
          </p:cNvPr>
          <p:cNvSpPr>
            <a:spLocks noGrp="1"/>
          </p:cNvSpPr>
          <p:nvPr>
            <p:ph type="title"/>
          </p:nvPr>
        </p:nvSpPr>
        <p:spPr/>
        <p:txBody>
          <a:bodyPr/>
          <a:lstStyle/>
          <a:p>
            <a:r>
              <a:rPr lang="en-US" dirty="0"/>
              <a:t>Delay Tolerant Network (DTN)</a:t>
            </a:r>
          </a:p>
        </p:txBody>
      </p:sp>
      <p:sp>
        <p:nvSpPr>
          <p:cNvPr id="4" name="Slide Number Placeholder 3">
            <a:extLst>
              <a:ext uri="{FF2B5EF4-FFF2-40B4-BE49-F238E27FC236}">
                <a16:creationId xmlns:a16="http://schemas.microsoft.com/office/drawing/2014/main" id="{DB3A9783-4278-9715-DD30-C801EA211C54}"/>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8194" name="Picture 2">
            <a:extLst>
              <a:ext uri="{FF2B5EF4-FFF2-40B4-BE49-F238E27FC236}">
                <a16:creationId xmlns:a16="http://schemas.microsoft.com/office/drawing/2014/main" id="{627D508C-3105-CA2C-6195-F76B3FA7DD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219200"/>
            <a:ext cx="3886200" cy="2619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a:extLst>
              <a:ext uri="{FF2B5EF4-FFF2-40B4-BE49-F238E27FC236}">
                <a16:creationId xmlns:a16="http://schemas.microsoft.com/office/drawing/2014/main" id="{DA5D02C6-02C4-6031-130F-E736297576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4329626"/>
            <a:ext cx="8278813"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67056341-4E9D-5FA7-AD1F-E5F2D3688F8D}"/>
              </a:ext>
            </a:extLst>
          </p:cNvPr>
          <p:cNvSpPr txBox="1"/>
          <p:nvPr/>
        </p:nvSpPr>
        <p:spPr>
          <a:xfrm>
            <a:off x="2043906" y="5943600"/>
            <a:ext cx="51054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Figure: Store-And-Forward Message Switching</a:t>
            </a:r>
          </a:p>
        </p:txBody>
      </p:sp>
      <p:sp>
        <p:nvSpPr>
          <p:cNvPr id="8" name="TextBox 7">
            <a:extLst>
              <a:ext uri="{FF2B5EF4-FFF2-40B4-BE49-F238E27FC236}">
                <a16:creationId xmlns:a16="http://schemas.microsoft.com/office/drawing/2014/main" id="{9F29AC40-C1CF-FCFD-375E-514CEF9FD636}"/>
              </a:ext>
            </a:extLst>
          </p:cNvPr>
          <p:cNvSpPr txBox="1"/>
          <p:nvPr/>
        </p:nvSpPr>
        <p:spPr>
          <a:xfrm>
            <a:off x="2362200" y="3951489"/>
            <a:ext cx="41148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Figure:</a:t>
            </a:r>
          </a:p>
        </p:txBody>
      </p:sp>
      <p:sp>
        <p:nvSpPr>
          <p:cNvPr id="3" name="object 2">
            <a:extLst>
              <a:ext uri="{FF2B5EF4-FFF2-40B4-BE49-F238E27FC236}">
                <a16:creationId xmlns:a16="http://schemas.microsoft.com/office/drawing/2014/main" id="{704EDA1C-B1A2-8BA0-1EBD-C172B11BEF5F}"/>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593071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979C0-7F4B-237C-213A-4FBC4A8E64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4380E-98DE-C3CF-AA1E-EF5E9CFAC217}"/>
              </a:ext>
            </a:extLst>
          </p:cNvPr>
          <p:cNvSpPr>
            <a:spLocks noGrp="1"/>
          </p:cNvSpPr>
          <p:nvPr>
            <p:ph type="title"/>
          </p:nvPr>
        </p:nvSpPr>
        <p:spPr/>
        <p:txBody>
          <a:bodyPr/>
          <a:lstStyle/>
          <a:p>
            <a:r>
              <a:rPr lang="en-US" dirty="0"/>
              <a:t>Delay Tolerant Network</a:t>
            </a:r>
          </a:p>
        </p:txBody>
      </p:sp>
      <p:sp>
        <p:nvSpPr>
          <p:cNvPr id="4" name="Slide Number Placeholder 3">
            <a:extLst>
              <a:ext uri="{FF2B5EF4-FFF2-40B4-BE49-F238E27FC236}">
                <a16:creationId xmlns:a16="http://schemas.microsoft.com/office/drawing/2014/main" id="{9BAF6BA8-3E06-9EF3-865B-9D2B14FA059B}"/>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89</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8195" name="Picture 3">
            <a:extLst>
              <a:ext uri="{FF2B5EF4-FFF2-40B4-BE49-F238E27FC236}">
                <a16:creationId xmlns:a16="http://schemas.microsoft.com/office/drawing/2014/main" id="{331433CF-D20C-DB49-C45E-40200026BB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329626"/>
            <a:ext cx="8278813"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6594E7E0-CD02-76B1-D90A-80D955A1C5B4}"/>
              </a:ext>
            </a:extLst>
          </p:cNvPr>
          <p:cNvSpPr txBox="1"/>
          <p:nvPr/>
        </p:nvSpPr>
        <p:spPr>
          <a:xfrm>
            <a:off x="2043906" y="5943600"/>
            <a:ext cx="51054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Figure: Store-And-Forward Message Switching</a:t>
            </a:r>
          </a:p>
        </p:txBody>
      </p:sp>
      <p:sp>
        <p:nvSpPr>
          <p:cNvPr id="6" name="Content Placeholder 2">
            <a:extLst>
              <a:ext uri="{FF2B5EF4-FFF2-40B4-BE49-F238E27FC236}">
                <a16:creationId xmlns:a16="http://schemas.microsoft.com/office/drawing/2014/main" id="{AF6C247B-667B-BD2C-2F74-A7E06928A347}"/>
              </a:ext>
            </a:extLst>
          </p:cNvPr>
          <p:cNvSpPr>
            <a:spLocks noGrp="1" noChangeArrowheads="1"/>
          </p:cNvSpPr>
          <p:nvPr>
            <p:ph sz="half" idx="1"/>
          </p:nvPr>
        </p:nvSpPr>
        <p:spPr>
          <a:xfrm>
            <a:off x="609600" y="1357826"/>
            <a:ext cx="8229600" cy="2729426"/>
          </a:xfrm>
        </p:spPr>
        <p:txBody>
          <a:bodyPr/>
          <a:lstStyle/>
          <a:p>
            <a:r>
              <a:rPr lang="en-US" altLang="en-US" sz="2400" dirty="0">
                <a:solidFill>
                  <a:srgbClr val="202124"/>
                </a:solidFill>
              </a:rPr>
              <a:t>DTN architecture expects nodes to store bundles for an extended period. </a:t>
            </a:r>
          </a:p>
          <a:p>
            <a:r>
              <a:rPr lang="en-US" altLang="en-US" sz="2400" dirty="0">
                <a:solidFill>
                  <a:srgbClr val="202124"/>
                </a:solidFill>
              </a:rPr>
              <a:t>Whenever possible, each received data packet is forwarded immediately. </a:t>
            </a:r>
          </a:p>
          <a:p>
            <a:r>
              <a:rPr lang="en-US" altLang="en-US" sz="2400" dirty="0">
                <a:solidFill>
                  <a:srgbClr val="202124"/>
                </a:solidFill>
              </a:rPr>
              <a:t>If forwarding is not currently possible but is expected to be possible in the future, the packet is stored for future transmission.</a:t>
            </a:r>
            <a:endParaRPr lang="en-US" altLang="en-US" sz="2400" dirty="0"/>
          </a:p>
        </p:txBody>
      </p:sp>
      <p:sp>
        <p:nvSpPr>
          <p:cNvPr id="3" name="object 2">
            <a:extLst>
              <a:ext uri="{FF2B5EF4-FFF2-40B4-BE49-F238E27FC236}">
                <a16:creationId xmlns:a16="http://schemas.microsoft.com/office/drawing/2014/main" id="{C30CC7E6-20BA-CC72-EB36-6AFEF30B5E95}"/>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13356607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AE665-FE00-C913-25AD-357A1D984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67F86-59B4-7E56-0B11-175866849BAB}"/>
              </a:ext>
            </a:extLst>
          </p:cNvPr>
          <p:cNvSpPr>
            <a:spLocks noGrp="1"/>
          </p:cNvSpPr>
          <p:nvPr>
            <p:ph type="title"/>
          </p:nvPr>
        </p:nvSpPr>
        <p:spPr/>
        <p:txBody>
          <a:bodyPr/>
          <a:lstStyle/>
          <a:p>
            <a:r>
              <a:rPr lang="en-US" dirty="0"/>
              <a:t>Delay Tolerant Network</a:t>
            </a:r>
          </a:p>
        </p:txBody>
      </p:sp>
      <p:sp>
        <p:nvSpPr>
          <p:cNvPr id="4" name="Slide Number Placeholder 3">
            <a:extLst>
              <a:ext uri="{FF2B5EF4-FFF2-40B4-BE49-F238E27FC236}">
                <a16:creationId xmlns:a16="http://schemas.microsoft.com/office/drawing/2014/main" id="{5F5E26D8-2705-AC41-1598-AF1F373A70E0}"/>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90</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pic>
        <p:nvPicPr>
          <p:cNvPr id="8194" name="Picture 2">
            <a:extLst>
              <a:ext uri="{FF2B5EF4-FFF2-40B4-BE49-F238E27FC236}">
                <a16:creationId xmlns:a16="http://schemas.microsoft.com/office/drawing/2014/main" id="{6C528E8D-1D35-CC2B-7F5F-5DFCB6936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362199" y="1404175"/>
            <a:ext cx="4133915" cy="2392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a:extLst>
              <a:ext uri="{FF2B5EF4-FFF2-40B4-BE49-F238E27FC236}">
                <a16:creationId xmlns:a16="http://schemas.microsoft.com/office/drawing/2014/main" id="{AB58A571-DE2F-82EF-22C5-5610C0676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4329626"/>
            <a:ext cx="8278813"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1D4DB56E-781F-0D32-7FBB-2AE3101DFDC7}"/>
              </a:ext>
            </a:extLst>
          </p:cNvPr>
          <p:cNvSpPr txBox="1"/>
          <p:nvPr/>
        </p:nvSpPr>
        <p:spPr>
          <a:xfrm>
            <a:off x="2043906" y="5943600"/>
            <a:ext cx="51054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Figure: Store-And-Forward Message Switching</a:t>
            </a:r>
          </a:p>
        </p:txBody>
      </p:sp>
      <p:sp>
        <p:nvSpPr>
          <p:cNvPr id="8" name="TextBox 7">
            <a:extLst>
              <a:ext uri="{FF2B5EF4-FFF2-40B4-BE49-F238E27FC236}">
                <a16:creationId xmlns:a16="http://schemas.microsoft.com/office/drawing/2014/main" id="{017D89A9-7BBF-B3B8-1C08-07893907E93C}"/>
              </a:ext>
            </a:extLst>
          </p:cNvPr>
          <p:cNvSpPr txBox="1"/>
          <p:nvPr/>
        </p:nvSpPr>
        <p:spPr>
          <a:xfrm>
            <a:off x="2362200" y="3951489"/>
            <a:ext cx="41148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a:ea typeface="+mn-ea"/>
                <a:cs typeface="+mn-cs"/>
              </a:rPr>
              <a:t>Figure:</a:t>
            </a:r>
          </a:p>
        </p:txBody>
      </p:sp>
      <p:sp>
        <p:nvSpPr>
          <p:cNvPr id="3" name="object 2">
            <a:extLst>
              <a:ext uri="{FF2B5EF4-FFF2-40B4-BE49-F238E27FC236}">
                <a16:creationId xmlns:a16="http://schemas.microsoft.com/office/drawing/2014/main" id="{689176A4-3363-33A8-59F5-5CAB80741E98}"/>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915129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65D6-E902-7BFB-31AB-39E26D9BA574}"/>
            </a:ext>
          </a:extLst>
        </p:cNvPr>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13610486-F544-FEB3-F269-2BDCA7BA0A21}"/>
              </a:ext>
            </a:extLst>
          </p:cNvPr>
          <p:cNvSpPr>
            <a:spLocks noGrp="1" noChangeArrowheads="1"/>
          </p:cNvSpPr>
          <p:nvPr>
            <p:ph type="sldNum" sz="quarter" idx="12"/>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1"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30E3E22-59C0-4583-A7DE-F268F60B9501}" type="slidenum">
              <a:rPr kumimoji="1" lang="zh-TW" altLang="en-US" sz="14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91</a:t>
            </a:fld>
            <a:endParaRPr kumimoji="1" lang="en-US" altLang="en-US" sz="14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2291" name="Rectangle 2">
            <a:extLst>
              <a:ext uri="{FF2B5EF4-FFF2-40B4-BE49-F238E27FC236}">
                <a16:creationId xmlns:a16="http://schemas.microsoft.com/office/drawing/2014/main" id="{75C77088-45A2-703B-3133-B2490846CE86}"/>
              </a:ext>
            </a:extLst>
          </p:cNvPr>
          <p:cNvSpPr>
            <a:spLocks noGrp="1" noChangeArrowheads="1"/>
          </p:cNvSpPr>
          <p:nvPr>
            <p:ph type="title"/>
          </p:nvPr>
        </p:nvSpPr>
        <p:spPr>
          <a:xfrm>
            <a:off x="381000" y="1130300"/>
            <a:ext cx="8229600" cy="609600"/>
          </a:xfrm>
        </p:spPr>
        <p:txBody>
          <a:bodyPr/>
          <a:lstStyle/>
          <a:p>
            <a:pPr algn="l"/>
            <a:r>
              <a:rPr lang="en-US" sz="1800" b="1" i="0" dirty="0">
                <a:solidFill>
                  <a:srgbClr val="2E3743"/>
                </a:solidFill>
                <a:effectLst/>
                <a:latin typeface="Roboto Slab" pitchFamily="2" charset="0"/>
              </a:rPr>
              <a:t>Mobile-enabled delay tolerant networking in rural developing regions</a:t>
            </a:r>
            <a:endParaRPr lang="en-US" altLang="en-US" dirty="0"/>
          </a:p>
        </p:txBody>
      </p:sp>
      <p:sp>
        <p:nvSpPr>
          <p:cNvPr id="2" name="Title 1">
            <a:extLst>
              <a:ext uri="{FF2B5EF4-FFF2-40B4-BE49-F238E27FC236}">
                <a16:creationId xmlns:a16="http://schemas.microsoft.com/office/drawing/2014/main" id="{51984A15-A09C-BE1C-B673-F7CF47EC3619}"/>
              </a:ext>
            </a:extLst>
          </p:cNvPr>
          <p:cNvSpPr txBox="1">
            <a:spLocks/>
          </p:cNvSpPr>
          <p:nvPr/>
        </p:nvSpPr>
        <p:spPr bwMode="auto">
          <a:xfrm>
            <a:off x="457200" y="152400"/>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Times New Roman"/>
                <a:ea typeface="+mj-ea"/>
                <a:cs typeface="+mj-cs"/>
              </a:rPr>
              <a:t>Delay Tolerant Network (DTN)</a:t>
            </a:r>
            <a:r>
              <a:rPr lang="en-US" sz="3200" dirty="0">
                <a:solidFill>
                  <a:srgbClr val="000000"/>
                </a:solidFill>
                <a:latin typeface="Times New Roman"/>
              </a:rPr>
              <a:t>:: Applications</a:t>
            </a:r>
            <a:endParaRPr kumimoji="0" lang="en-US" sz="3200" b="0" i="0" u="none" strike="noStrike" kern="0" cap="none" spc="0" normalizeH="0" baseline="0" noProof="0" dirty="0">
              <a:ln>
                <a:noFill/>
              </a:ln>
              <a:solidFill>
                <a:srgbClr val="000000"/>
              </a:solidFill>
              <a:effectLst/>
              <a:uLnTx/>
              <a:uFillTx/>
              <a:latin typeface="Times New Roman"/>
              <a:ea typeface="+mj-ea"/>
              <a:cs typeface="+mj-cs"/>
            </a:endParaRPr>
          </a:p>
        </p:txBody>
      </p:sp>
      <p:pic>
        <p:nvPicPr>
          <p:cNvPr id="6" name="Content Placeholder 5" descr="Diagram&#10;&#10;Description automatically generated">
            <a:extLst>
              <a:ext uri="{FF2B5EF4-FFF2-40B4-BE49-F238E27FC236}">
                <a16:creationId xmlns:a16="http://schemas.microsoft.com/office/drawing/2014/main" id="{86665389-C6F1-118E-3FC0-B55D440E525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9690" y="1905000"/>
            <a:ext cx="8027110" cy="3960726"/>
          </a:xfrm>
        </p:spPr>
      </p:pic>
      <p:sp>
        <p:nvSpPr>
          <p:cNvPr id="3" name="object 2">
            <a:extLst>
              <a:ext uri="{FF2B5EF4-FFF2-40B4-BE49-F238E27FC236}">
                <a16:creationId xmlns:a16="http://schemas.microsoft.com/office/drawing/2014/main" id="{97B0ED27-4940-E3C3-F4EA-B07D5DA616BA}"/>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3515532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9C7B2-941C-55C9-19B3-7AFDCB77A413}"/>
            </a:ext>
          </a:extLst>
        </p:cNvPr>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8537E989-ECCD-1D30-CDFA-9BE9757BF8E0}"/>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E9ACCF6-DE3D-4420-8422-8F1DD2DD52C3}" type="slidenum">
              <a:rPr kumimoji="1"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92</a:t>
            </a:fld>
            <a:endParaRPr kumimoji="1" lang="en-US" altLang="en-US" sz="14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4368" name="Text Box 46">
            <a:extLst>
              <a:ext uri="{FF2B5EF4-FFF2-40B4-BE49-F238E27FC236}">
                <a16:creationId xmlns:a16="http://schemas.microsoft.com/office/drawing/2014/main" id="{71773C7E-6D9D-3734-675B-C2093C6365BD}"/>
              </a:ext>
            </a:extLst>
          </p:cNvPr>
          <p:cNvSpPr txBox="1">
            <a:spLocks noChangeArrowheads="1"/>
          </p:cNvSpPr>
          <p:nvPr/>
        </p:nvSpPr>
        <p:spPr bwMode="auto">
          <a:xfrm>
            <a:off x="2819400" y="4572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en-US" sz="18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3" name="Title 1">
            <a:extLst>
              <a:ext uri="{FF2B5EF4-FFF2-40B4-BE49-F238E27FC236}">
                <a16:creationId xmlns:a16="http://schemas.microsoft.com/office/drawing/2014/main" id="{B890D003-4338-8220-C8BA-9115AADDC0D0}"/>
              </a:ext>
            </a:extLst>
          </p:cNvPr>
          <p:cNvSpPr txBox="1">
            <a:spLocks/>
          </p:cNvSpPr>
          <p:nvPr/>
        </p:nvSpPr>
        <p:spPr bwMode="auto">
          <a:xfrm>
            <a:off x="457200" y="152400"/>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0" cap="none" spc="0" normalizeH="0" baseline="0" noProof="0">
                <a:ln>
                  <a:noFill/>
                </a:ln>
                <a:solidFill>
                  <a:srgbClr val="000000"/>
                </a:solidFill>
                <a:effectLst/>
                <a:uLnTx/>
                <a:uFillTx/>
                <a:latin typeface="Times New Roman"/>
                <a:ea typeface="+mj-ea"/>
                <a:cs typeface="+mj-cs"/>
              </a:rPr>
              <a:t>Delay Tolerant Network (DTN)</a:t>
            </a:r>
            <a:r>
              <a:rPr lang="en-US" sz="3200">
                <a:solidFill>
                  <a:srgbClr val="000000"/>
                </a:solidFill>
                <a:latin typeface="Times New Roman"/>
              </a:rPr>
              <a:t>:: Applications</a:t>
            </a:r>
            <a:endParaRPr kumimoji="0" lang="en-US" sz="3200" b="0" i="0" u="none" strike="noStrike" kern="0" cap="none" spc="0" normalizeH="0" baseline="0" noProof="0" dirty="0">
              <a:ln>
                <a:noFill/>
              </a:ln>
              <a:solidFill>
                <a:srgbClr val="000000"/>
              </a:solidFill>
              <a:effectLst/>
              <a:uLnTx/>
              <a:uFillTx/>
              <a:latin typeface="Times New Roman"/>
              <a:ea typeface="+mj-ea"/>
              <a:cs typeface="+mj-cs"/>
            </a:endParaRPr>
          </a:p>
        </p:txBody>
      </p:sp>
      <p:pic>
        <p:nvPicPr>
          <p:cNvPr id="5" name="Picture 4" descr="A diagram of animals on a network&#10;&#10;AI-generated content may be incorrect.">
            <a:extLst>
              <a:ext uri="{FF2B5EF4-FFF2-40B4-BE49-F238E27FC236}">
                <a16:creationId xmlns:a16="http://schemas.microsoft.com/office/drawing/2014/main" id="{4A05D74D-1BA7-0F0D-04A5-762FF15C25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550" y="1066799"/>
            <a:ext cx="7200900" cy="5178425"/>
          </a:xfrm>
          <a:prstGeom prst="rect">
            <a:avLst/>
          </a:prstGeom>
        </p:spPr>
      </p:pic>
    </p:spTree>
    <p:extLst>
      <p:ext uri="{BB962C8B-B14F-4D97-AF65-F5344CB8AC3E}">
        <p14:creationId xmlns:p14="http://schemas.microsoft.com/office/powerpoint/2010/main" val="30251828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30887-E0E6-45DE-A8B9-3E174E43AE1F}"/>
            </a:ext>
          </a:extLst>
        </p:cNvPr>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463BABB0-A5C4-1D4C-4CE0-59FF8463F7CD}"/>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E9ACCF6-DE3D-4420-8422-8F1DD2DD52C3}" type="slidenum">
              <a:rPr kumimoji="1" lang="en-US" altLang="en-US" sz="14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93</a:t>
            </a:fld>
            <a:endParaRPr kumimoji="1" lang="en-US" altLang="en-US" sz="14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4339" name="Rectangle 2">
            <a:extLst>
              <a:ext uri="{FF2B5EF4-FFF2-40B4-BE49-F238E27FC236}">
                <a16:creationId xmlns:a16="http://schemas.microsoft.com/office/drawing/2014/main" id="{FCF0EFDA-7287-7337-FD0D-D5FA53C00410}"/>
              </a:ext>
            </a:extLst>
          </p:cNvPr>
          <p:cNvSpPr>
            <a:spLocks noGrp="1" noChangeArrowheads="1"/>
          </p:cNvSpPr>
          <p:nvPr>
            <p:ph type="title"/>
          </p:nvPr>
        </p:nvSpPr>
        <p:spPr>
          <a:xfrm>
            <a:off x="533399" y="933991"/>
            <a:ext cx="7972687" cy="748869"/>
          </a:xfrm>
        </p:spPr>
        <p:txBody>
          <a:bodyPr/>
          <a:lstStyle/>
          <a:p>
            <a:pPr algn="l"/>
            <a:r>
              <a:rPr lang="en-US" altLang="en-US" sz="2000" b="1" dirty="0" err="1">
                <a:solidFill>
                  <a:srgbClr val="2E3743"/>
                </a:solidFill>
                <a:latin typeface="Roboto Slab" pitchFamily="2" charset="0"/>
              </a:rPr>
              <a:t>ZebraNet</a:t>
            </a:r>
            <a:r>
              <a:rPr lang="en-US" altLang="en-US" sz="1800" b="1" dirty="0">
                <a:solidFill>
                  <a:srgbClr val="2E3743"/>
                </a:solidFill>
                <a:latin typeface="Roboto Slab" pitchFamily="2" charset="0"/>
              </a:rPr>
              <a:t> (a real life application)</a:t>
            </a:r>
          </a:p>
        </p:txBody>
      </p:sp>
      <p:grpSp>
        <p:nvGrpSpPr>
          <p:cNvPr id="14340" name="Group 3">
            <a:extLst>
              <a:ext uri="{FF2B5EF4-FFF2-40B4-BE49-F238E27FC236}">
                <a16:creationId xmlns:a16="http://schemas.microsoft.com/office/drawing/2014/main" id="{631AA1B2-B3C0-B1A6-7F73-FDCECF3CD9A4}"/>
              </a:ext>
            </a:extLst>
          </p:cNvPr>
          <p:cNvGrpSpPr>
            <a:grpSpLocks/>
          </p:cNvGrpSpPr>
          <p:nvPr/>
        </p:nvGrpSpPr>
        <p:grpSpPr bwMode="auto">
          <a:xfrm>
            <a:off x="952500" y="1826690"/>
            <a:ext cx="7239000" cy="2590800"/>
            <a:chOff x="240" y="816"/>
            <a:chExt cx="5232" cy="2112"/>
          </a:xfrm>
        </p:grpSpPr>
        <p:pic>
          <p:nvPicPr>
            <p:cNvPr id="14370" name="Picture 4">
              <a:extLst>
                <a:ext uri="{FF2B5EF4-FFF2-40B4-BE49-F238E27FC236}">
                  <a16:creationId xmlns:a16="http://schemas.microsoft.com/office/drawing/2014/main" id="{0D37FD82-5232-C13B-6355-2A2A2A0BF3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 y="816"/>
              <a:ext cx="92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1" name="Picture 5">
              <a:extLst>
                <a:ext uri="{FF2B5EF4-FFF2-40B4-BE49-F238E27FC236}">
                  <a16:creationId xmlns:a16="http://schemas.microsoft.com/office/drawing/2014/main" id="{67617484-6D96-2160-B4F4-8F3CD9F27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7" y="1844"/>
              <a:ext cx="92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2" name="Picture 6">
              <a:extLst>
                <a:ext uri="{FF2B5EF4-FFF2-40B4-BE49-F238E27FC236}">
                  <a16:creationId xmlns:a16="http://schemas.microsoft.com/office/drawing/2014/main" id="{8C939A4C-D982-19E7-7A16-6A79FCA36D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 y="1220"/>
              <a:ext cx="92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73" name="Line 7">
              <a:extLst>
                <a:ext uri="{FF2B5EF4-FFF2-40B4-BE49-F238E27FC236}">
                  <a16:creationId xmlns:a16="http://schemas.microsoft.com/office/drawing/2014/main" id="{19BD5894-D02C-FE51-DEC1-C4C7AAB1C9B1}"/>
                </a:ext>
              </a:extLst>
            </p:cNvPr>
            <p:cNvSpPr>
              <a:spLocks noChangeShapeType="1"/>
            </p:cNvSpPr>
            <p:nvPr/>
          </p:nvSpPr>
          <p:spPr bwMode="auto">
            <a:xfrm flipV="1">
              <a:off x="2688" y="1700"/>
              <a:ext cx="720" cy="336"/>
            </a:xfrm>
            <a:prstGeom prst="line">
              <a:avLst/>
            </a:prstGeom>
            <a:noFill/>
            <a:ln w="63500">
              <a:solidFill>
                <a:schemeClr val="accent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4374" name="Rectangle 8">
              <a:extLst>
                <a:ext uri="{FF2B5EF4-FFF2-40B4-BE49-F238E27FC236}">
                  <a16:creationId xmlns:a16="http://schemas.microsoft.com/office/drawing/2014/main" id="{2F159863-B623-6E87-BBC4-9456B46B1232}"/>
                </a:ext>
              </a:extLst>
            </p:cNvPr>
            <p:cNvSpPr>
              <a:spLocks noChangeArrowheads="1"/>
            </p:cNvSpPr>
            <p:nvPr/>
          </p:nvSpPr>
          <p:spPr bwMode="auto">
            <a:xfrm>
              <a:off x="2592" y="1536"/>
              <a:ext cx="432" cy="288"/>
            </a:xfrm>
            <a:prstGeom prst="rect">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en-US" sz="2000" b="1"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Arial" panose="020B0604020202020204" pitchFamily="34" charset="0"/>
                </a:rPr>
                <a:t>Data</a:t>
              </a:r>
            </a:p>
          </p:txBody>
        </p:sp>
        <p:pic>
          <p:nvPicPr>
            <p:cNvPr id="14375" name="Picture 9">
              <a:extLst>
                <a:ext uri="{FF2B5EF4-FFF2-40B4-BE49-F238E27FC236}">
                  <a16:creationId xmlns:a16="http://schemas.microsoft.com/office/drawing/2014/main" id="{4E1FDDA2-D12F-2ADD-2955-C979D3E875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 y="2084"/>
              <a:ext cx="72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76" name="Line 10">
              <a:extLst>
                <a:ext uri="{FF2B5EF4-FFF2-40B4-BE49-F238E27FC236}">
                  <a16:creationId xmlns:a16="http://schemas.microsoft.com/office/drawing/2014/main" id="{32590E18-9563-FC79-AB74-AEAABD9EEAA5}"/>
                </a:ext>
              </a:extLst>
            </p:cNvPr>
            <p:cNvSpPr>
              <a:spLocks noChangeShapeType="1"/>
            </p:cNvSpPr>
            <p:nvPr/>
          </p:nvSpPr>
          <p:spPr bwMode="auto">
            <a:xfrm>
              <a:off x="3984" y="1824"/>
              <a:ext cx="624" cy="480"/>
            </a:xfrm>
            <a:prstGeom prst="line">
              <a:avLst/>
            </a:prstGeom>
            <a:noFill/>
            <a:ln w="63500">
              <a:solidFill>
                <a:schemeClr val="accent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4377" name="Rectangle 11">
              <a:extLst>
                <a:ext uri="{FF2B5EF4-FFF2-40B4-BE49-F238E27FC236}">
                  <a16:creationId xmlns:a16="http://schemas.microsoft.com/office/drawing/2014/main" id="{642E09D4-6190-8978-B551-C6890C1EB6E8}"/>
                </a:ext>
              </a:extLst>
            </p:cNvPr>
            <p:cNvSpPr>
              <a:spLocks noChangeArrowheads="1"/>
            </p:cNvSpPr>
            <p:nvPr/>
          </p:nvSpPr>
          <p:spPr bwMode="auto">
            <a:xfrm>
              <a:off x="3792" y="2112"/>
              <a:ext cx="432" cy="288"/>
            </a:xfrm>
            <a:prstGeom prst="rect">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en-US" sz="2000" b="1"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Arial" panose="020B0604020202020204" pitchFamily="34" charset="0"/>
                </a:rPr>
                <a:t>Data</a:t>
              </a:r>
            </a:p>
          </p:txBody>
        </p:sp>
        <p:sp>
          <p:nvSpPr>
            <p:cNvPr id="14378" name="Line 12">
              <a:extLst>
                <a:ext uri="{FF2B5EF4-FFF2-40B4-BE49-F238E27FC236}">
                  <a16:creationId xmlns:a16="http://schemas.microsoft.com/office/drawing/2014/main" id="{8EA3ADC0-6957-60F2-074D-2044979B96FA}"/>
                </a:ext>
              </a:extLst>
            </p:cNvPr>
            <p:cNvSpPr>
              <a:spLocks noChangeShapeType="1"/>
            </p:cNvSpPr>
            <p:nvPr/>
          </p:nvSpPr>
          <p:spPr bwMode="auto">
            <a:xfrm>
              <a:off x="1392" y="1344"/>
              <a:ext cx="624" cy="480"/>
            </a:xfrm>
            <a:prstGeom prst="line">
              <a:avLst/>
            </a:prstGeom>
            <a:noFill/>
            <a:ln w="63500">
              <a:solidFill>
                <a:schemeClr val="accent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4379" name="Rectangle 13">
              <a:extLst>
                <a:ext uri="{FF2B5EF4-FFF2-40B4-BE49-F238E27FC236}">
                  <a16:creationId xmlns:a16="http://schemas.microsoft.com/office/drawing/2014/main" id="{FA735866-E404-8280-D4A5-EF4F54FDFDCC}"/>
                </a:ext>
              </a:extLst>
            </p:cNvPr>
            <p:cNvSpPr>
              <a:spLocks noChangeArrowheads="1"/>
            </p:cNvSpPr>
            <p:nvPr/>
          </p:nvSpPr>
          <p:spPr bwMode="auto">
            <a:xfrm>
              <a:off x="1728" y="1248"/>
              <a:ext cx="432" cy="288"/>
            </a:xfrm>
            <a:prstGeom prst="rect">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en-US" sz="2000" b="1"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Arial" panose="020B0604020202020204" pitchFamily="34" charset="0"/>
                </a:rPr>
                <a:t>Data</a:t>
              </a:r>
            </a:p>
          </p:txBody>
        </p:sp>
        <p:sp>
          <p:nvSpPr>
            <p:cNvPr id="14380" name="Text Box 14">
              <a:extLst>
                <a:ext uri="{FF2B5EF4-FFF2-40B4-BE49-F238E27FC236}">
                  <a16:creationId xmlns:a16="http://schemas.microsoft.com/office/drawing/2014/main" id="{05FA5F22-A678-65BE-552F-A0B5F6AEAE8B}"/>
                </a:ext>
              </a:extLst>
            </p:cNvPr>
            <p:cNvSpPr txBox="1">
              <a:spLocks noChangeArrowheads="1"/>
            </p:cNvSpPr>
            <p:nvPr/>
          </p:nvSpPr>
          <p:spPr bwMode="auto">
            <a:xfrm>
              <a:off x="240" y="1515"/>
              <a:ext cx="1824" cy="435"/>
            </a:xfrm>
            <a:prstGeom prst="rect">
              <a:avLst/>
            </a:prstGeom>
            <a:noFill/>
            <a:ln>
              <a:noFill/>
            </a:ln>
            <a:effectLst/>
            <a:extLst>
              <a:ext uri="{909E8E84-426E-40DD-AFC4-6F175D3DCCD1}">
                <a14:hiddenFill xmlns:a14="http://schemas.microsoft.com/office/drawing/2010/main">
                  <a:solidFill>
                    <a:srgbClr val="808000"/>
                  </a:solidFill>
                </a14:hiddenFill>
              </a:ext>
              <a:ext uri="{91240B29-F687-4F45-9708-019B960494DF}">
                <a14:hiddenLine xmlns:a14="http://schemas.microsoft.com/office/drawing/2010/main" w="9525">
                  <a:solidFill>
                    <a:srgbClr val="8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新細明體" panose="02020500000000000000" pitchFamily="18" charset="-120"/>
                  <a:cs typeface="Arial" panose="020B0604020202020204" pitchFamily="34" charset="0"/>
                </a:rPr>
                <a:t>Store-and-forward communications</a:t>
              </a:r>
            </a:p>
          </p:txBody>
        </p:sp>
        <p:pic>
          <p:nvPicPr>
            <p:cNvPr id="14381" name="Picture 15">
              <a:extLst>
                <a:ext uri="{FF2B5EF4-FFF2-40B4-BE49-F238E27FC236}">
                  <a16:creationId xmlns:a16="http://schemas.microsoft.com/office/drawing/2014/main" id="{0BB0369F-E58F-5546-BA51-13606078EC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 y="2352"/>
              <a:ext cx="921"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82" name="Line 16">
              <a:extLst>
                <a:ext uri="{FF2B5EF4-FFF2-40B4-BE49-F238E27FC236}">
                  <a16:creationId xmlns:a16="http://schemas.microsoft.com/office/drawing/2014/main" id="{8C7EF613-1970-43D6-B4A3-C304E8F6A6EB}"/>
                </a:ext>
              </a:extLst>
            </p:cNvPr>
            <p:cNvSpPr>
              <a:spLocks noChangeShapeType="1"/>
            </p:cNvSpPr>
            <p:nvPr/>
          </p:nvSpPr>
          <p:spPr bwMode="auto">
            <a:xfrm flipH="1">
              <a:off x="1248" y="2304"/>
              <a:ext cx="720" cy="336"/>
            </a:xfrm>
            <a:prstGeom prst="line">
              <a:avLst/>
            </a:prstGeom>
            <a:noFill/>
            <a:ln w="63500">
              <a:solidFill>
                <a:schemeClr val="accent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4383" name="Rectangle 17">
              <a:extLst>
                <a:ext uri="{FF2B5EF4-FFF2-40B4-BE49-F238E27FC236}">
                  <a16:creationId xmlns:a16="http://schemas.microsoft.com/office/drawing/2014/main" id="{AED23752-441D-E50F-CB75-EA3481E6C30D}"/>
                </a:ext>
              </a:extLst>
            </p:cNvPr>
            <p:cNvSpPr>
              <a:spLocks noChangeArrowheads="1"/>
            </p:cNvSpPr>
            <p:nvPr/>
          </p:nvSpPr>
          <p:spPr bwMode="auto">
            <a:xfrm>
              <a:off x="1200" y="2112"/>
              <a:ext cx="432" cy="288"/>
            </a:xfrm>
            <a:prstGeom prst="rect">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en-US" sz="2000" b="1"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Arial" panose="020B0604020202020204" pitchFamily="34" charset="0"/>
                </a:rPr>
                <a:t>Data</a:t>
              </a:r>
            </a:p>
          </p:txBody>
        </p:sp>
        <p:sp>
          <p:nvSpPr>
            <p:cNvPr id="14384" name="Text Box 18">
              <a:extLst>
                <a:ext uri="{FF2B5EF4-FFF2-40B4-BE49-F238E27FC236}">
                  <a16:creationId xmlns:a16="http://schemas.microsoft.com/office/drawing/2014/main" id="{8F1B0196-845A-850F-7570-0368710168C9}"/>
                </a:ext>
              </a:extLst>
            </p:cNvPr>
            <p:cNvSpPr txBox="1">
              <a:spLocks noChangeArrowheads="1"/>
            </p:cNvSpPr>
            <p:nvPr/>
          </p:nvSpPr>
          <p:spPr bwMode="auto">
            <a:xfrm>
              <a:off x="3984" y="865"/>
              <a:ext cx="1488" cy="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en-US" sz="1800" b="1"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Arial" panose="020B0604020202020204" pitchFamily="34" charset="0"/>
                </a:rPr>
                <a:t>Tracking node with CPU, FLASH, radio and GPS</a:t>
              </a:r>
            </a:p>
          </p:txBody>
        </p:sp>
      </p:grpSp>
      <p:sp>
        <p:nvSpPr>
          <p:cNvPr id="14368" name="Text Box 46">
            <a:extLst>
              <a:ext uri="{FF2B5EF4-FFF2-40B4-BE49-F238E27FC236}">
                <a16:creationId xmlns:a16="http://schemas.microsoft.com/office/drawing/2014/main" id="{E833EA74-AD4A-7D1D-4FEF-3DE05D089800}"/>
              </a:ext>
            </a:extLst>
          </p:cNvPr>
          <p:cNvSpPr txBox="1">
            <a:spLocks noChangeArrowheads="1"/>
          </p:cNvSpPr>
          <p:nvPr/>
        </p:nvSpPr>
        <p:spPr bwMode="auto">
          <a:xfrm>
            <a:off x="2819400" y="4572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en-US" sz="18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4369" name="Text Box 47">
            <a:extLst>
              <a:ext uri="{FF2B5EF4-FFF2-40B4-BE49-F238E27FC236}">
                <a16:creationId xmlns:a16="http://schemas.microsoft.com/office/drawing/2014/main" id="{6A90D460-530F-6E0D-2684-0F38DBD3CB72}"/>
              </a:ext>
            </a:extLst>
          </p:cNvPr>
          <p:cNvSpPr txBox="1">
            <a:spLocks noChangeArrowheads="1"/>
          </p:cNvSpPr>
          <p:nvPr/>
        </p:nvSpPr>
        <p:spPr bwMode="auto">
          <a:xfrm>
            <a:off x="2819400" y="4114800"/>
            <a:ext cx="3613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en-US" sz="1400" b="1"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rPr>
              <a:t>First deployment in 2004 in Kenya</a:t>
            </a:r>
          </a:p>
        </p:txBody>
      </p:sp>
      <p:sp>
        <p:nvSpPr>
          <p:cNvPr id="3" name="Title 1">
            <a:extLst>
              <a:ext uri="{FF2B5EF4-FFF2-40B4-BE49-F238E27FC236}">
                <a16:creationId xmlns:a16="http://schemas.microsoft.com/office/drawing/2014/main" id="{1C83F7A4-C098-3B1E-032A-26BE4EC70223}"/>
              </a:ext>
            </a:extLst>
          </p:cNvPr>
          <p:cNvSpPr txBox="1">
            <a:spLocks/>
          </p:cNvSpPr>
          <p:nvPr/>
        </p:nvSpPr>
        <p:spPr bwMode="auto">
          <a:xfrm>
            <a:off x="457200" y="152400"/>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Times New Roman"/>
                <a:ea typeface="+mj-ea"/>
                <a:cs typeface="+mj-cs"/>
              </a:rPr>
              <a:t>Delay Tolerant Network (DTN)</a:t>
            </a:r>
            <a:r>
              <a:rPr lang="en-US" sz="3200" dirty="0">
                <a:solidFill>
                  <a:srgbClr val="000000"/>
                </a:solidFill>
                <a:latin typeface="Times New Roman"/>
              </a:rPr>
              <a:t>:: Applications</a:t>
            </a:r>
            <a:endParaRPr kumimoji="0" lang="en-US" sz="3200" b="0" i="0" u="none" strike="noStrike" kern="0" cap="none" spc="0" normalizeH="0" baseline="0" noProof="0" dirty="0">
              <a:ln>
                <a:noFill/>
              </a:ln>
              <a:solidFill>
                <a:srgbClr val="000000"/>
              </a:solidFill>
              <a:effectLst/>
              <a:uLnTx/>
              <a:uFillTx/>
              <a:latin typeface="Times New Roman"/>
              <a:ea typeface="+mj-ea"/>
              <a:cs typeface="+mj-cs"/>
            </a:endParaRPr>
          </a:p>
        </p:txBody>
      </p:sp>
    </p:spTree>
    <p:extLst>
      <p:ext uri="{BB962C8B-B14F-4D97-AF65-F5344CB8AC3E}">
        <p14:creationId xmlns:p14="http://schemas.microsoft.com/office/powerpoint/2010/main" val="35400924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14F24ED-EE45-93C6-BFCA-B0F239D5C0BE}"/>
              </a:ext>
            </a:extLst>
          </p:cNvPr>
          <p:cNvSpPr>
            <a:spLocks noGrp="1" noChangeArrowheads="1"/>
          </p:cNvSpPr>
          <p:nvPr>
            <p:ph type="title"/>
          </p:nvPr>
        </p:nvSpPr>
        <p:spPr>
          <a:xfrm>
            <a:off x="228600" y="966292"/>
            <a:ext cx="7924800" cy="609600"/>
          </a:xfrm>
        </p:spPr>
        <p:txBody>
          <a:bodyPr/>
          <a:lstStyle/>
          <a:p>
            <a:pPr algn="l"/>
            <a:r>
              <a:rPr lang="en-US" altLang="en-US" sz="2000" b="1" dirty="0">
                <a:solidFill>
                  <a:srgbClr val="2E3743"/>
                </a:solidFill>
                <a:latin typeface="Roboto Slab" pitchFamily="2" charset="0"/>
              </a:rPr>
              <a:t>Satellite Systems</a:t>
            </a:r>
          </a:p>
        </p:txBody>
      </p:sp>
      <p:grpSp>
        <p:nvGrpSpPr>
          <p:cNvPr id="73731" name="Group 3">
            <a:extLst>
              <a:ext uri="{FF2B5EF4-FFF2-40B4-BE49-F238E27FC236}">
                <a16:creationId xmlns:a16="http://schemas.microsoft.com/office/drawing/2014/main" id="{67CA155C-98A7-ABB2-C29A-E5B29847154B}"/>
              </a:ext>
            </a:extLst>
          </p:cNvPr>
          <p:cNvGrpSpPr>
            <a:grpSpLocks/>
          </p:cNvGrpSpPr>
          <p:nvPr/>
        </p:nvGrpSpPr>
        <p:grpSpPr bwMode="auto">
          <a:xfrm>
            <a:off x="5710238" y="1071055"/>
            <a:ext cx="3281362" cy="3311525"/>
            <a:chOff x="3017" y="1050"/>
            <a:chExt cx="2295" cy="2278"/>
          </a:xfrm>
        </p:grpSpPr>
        <p:pic>
          <p:nvPicPr>
            <p:cNvPr id="73732" name="Picture 4">
              <a:extLst>
                <a:ext uri="{FF2B5EF4-FFF2-40B4-BE49-F238E27FC236}">
                  <a16:creationId xmlns:a16="http://schemas.microsoft.com/office/drawing/2014/main" id="{FBEBF210-7C04-E83A-BC97-090126028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7" y="1050"/>
              <a:ext cx="2075" cy="2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3" name="Freeform 5">
              <a:extLst>
                <a:ext uri="{FF2B5EF4-FFF2-40B4-BE49-F238E27FC236}">
                  <a16:creationId xmlns:a16="http://schemas.microsoft.com/office/drawing/2014/main" id="{A0F967C1-B1B2-B38A-207A-1C1CFC37DCD6}"/>
                </a:ext>
              </a:extLst>
            </p:cNvPr>
            <p:cNvSpPr>
              <a:spLocks/>
            </p:cNvSpPr>
            <p:nvPr/>
          </p:nvSpPr>
          <p:spPr bwMode="auto">
            <a:xfrm>
              <a:off x="3017" y="1371"/>
              <a:ext cx="2021" cy="1957"/>
            </a:xfrm>
            <a:custGeom>
              <a:avLst/>
              <a:gdLst>
                <a:gd name="T0" fmla="*/ 622 w 2021"/>
                <a:gd name="T1" fmla="*/ 64 h 1957"/>
                <a:gd name="T2" fmla="*/ 457 w 2021"/>
                <a:gd name="T3" fmla="*/ 430 h 1957"/>
                <a:gd name="T4" fmla="*/ 466 w 2021"/>
                <a:gd name="T5" fmla="*/ 704 h 1957"/>
                <a:gd name="T6" fmla="*/ 558 w 2021"/>
                <a:gd name="T7" fmla="*/ 960 h 1957"/>
                <a:gd name="T8" fmla="*/ 777 w 2021"/>
                <a:gd name="T9" fmla="*/ 1253 h 1957"/>
                <a:gd name="T10" fmla="*/ 1134 w 2021"/>
                <a:gd name="T11" fmla="*/ 1381 h 1957"/>
                <a:gd name="T12" fmla="*/ 1545 w 2021"/>
                <a:gd name="T13" fmla="*/ 1399 h 1957"/>
                <a:gd name="T14" fmla="*/ 1957 w 2021"/>
                <a:gd name="T15" fmla="*/ 1271 h 1957"/>
                <a:gd name="T16" fmla="*/ 2021 w 2021"/>
                <a:gd name="T17" fmla="*/ 1655 h 1957"/>
                <a:gd name="T18" fmla="*/ 567 w 2021"/>
                <a:gd name="T19" fmla="*/ 1957 h 1957"/>
                <a:gd name="T20" fmla="*/ 0 w 2021"/>
                <a:gd name="T21" fmla="*/ 10 h 1957"/>
                <a:gd name="T22" fmla="*/ 722 w 2021"/>
                <a:gd name="T23" fmla="*/ 0 h 1957"/>
                <a:gd name="T24" fmla="*/ 622 w 2021"/>
                <a:gd name="T25" fmla="*/ 64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21" h="1957">
                  <a:moveTo>
                    <a:pt x="622" y="64"/>
                  </a:moveTo>
                  <a:lnTo>
                    <a:pt x="457" y="430"/>
                  </a:lnTo>
                  <a:lnTo>
                    <a:pt x="466" y="704"/>
                  </a:lnTo>
                  <a:lnTo>
                    <a:pt x="558" y="960"/>
                  </a:lnTo>
                  <a:lnTo>
                    <a:pt x="777" y="1253"/>
                  </a:lnTo>
                  <a:lnTo>
                    <a:pt x="1134" y="1381"/>
                  </a:lnTo>
                  <a:lnTo>
                    <a:pt x="1545" y="1399"/>
                  </a:lnTo>
                  <a:lnTo>
                    <a:pt x="1957" y="1271"/>
                  </a:lnTo>
                  <a:lnTo>
                    <a:pt x="2021" y="1655"/>
                  </a:lnTo>
                  <a:lnTo>
                    <a:pt x="567" y="1957"/>
                  </a:lnTo>
                  <a:lnTo>
                    <a:pt x="0" y="10"/>
                  </a:lnTo>
                  <a:lnTo>
                    <a:pt x="722" y="0"/>
                  </a:lnTo>
                  <a:lnTo>
                    <a:pt x="622" y="64"/>
                  </a:lnTo>
                  <a:close/>
                </a:path>
              </a:pathLst>
            </a:custGeom>
            <a:solidFill>
              <a:schemeClr val="tx1"/>
            </a:solidFill>
            <a:ln>
              <a:noFill/>
            </a:ln>
            <a:effectLst/>
            <a:extLst>
              <a:ext uri="{91240B29-F687-4F45-9708-019B960494DF}">
                <a14:hiddenLine xmlns:a14="http://schemas.microsoft.com/office/drawing/2010/main" w="12700"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73734" name="Oval 6">
            <a:extLst>
              <a:ext uri="{FF2B5EF4-FFF2-40B4-BE49-F238E27FC236}">
                <a16:creationId xmlns:a16="http://schemas.microsoft.com/office/drawing/2014/main" id="{8B3B438C-A886-4216-F0E4-767A801FFB2D}"/>
              </a:ext>
            </a:extLst>
          </p:cNvPr>
          <p:cNvSpPr>
            <a:spLocks noChangeArrowheads="1"/>
          </p:cNvSpPr>
          <p:nvPr/>
        </p:nvSpPr>
        <p:spPr bwMode="auto">
          <a:xfrm>
            <a:off x="7338505" y="2205060"/>
            <a:ext cx="1103312" cy="668338"/>
          </a:xfrm>
          <a:prstGeom prst="ellipse">
            <a:avLst/>
          </a:prstGeom>
          <a:noFill/>
          <a:ln w="28575">
            <a:solidFill>
              <a:srgbClr val="0033CC"/>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pic>
        <p:nvPicPr>
          <p:cNvPr id="73735" name="Picture 7">
            <a:extLst>
              <a:ext uri="{FF2B5EF4-FFF2-40B4-BE49-F238E27FC236}">
                <a16:creationId xmlns:a16="http://schemas.microsoft.com/office/drawing/2014/main" id="{E8F9AD45-D9C8-8D03-FFC5-AFF48DFEB5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5955" y="1711348"/>
            <a:ext cx="560387" cy="539750"/>
          </a:xfrm>
          <a:prstGeom prst="rect">
            <a:avLst/>
          </a:prstGeom>
          <a:noFill/>
          <a:extLst>
            <a:ext uri="{909E8E84-426E-40DD-AFC4-6F175D3DCCD1}">
              <a14:hiddenFill xmlns:a14="http://schemas.microsoft.com/office/drawing/2010/main">
                <a:solidFill>
                  <a:srgbClr val="FFFFFF"/>
                </a:solidFill>
              </a14:hiddenFill>
            </a:ext>
          </a:extLst>
        </p:spPr>
      </p:pic>
      <p:sp>
        <p:nvSpPr>
          <p:cNvPr id="73736" name="Line 8">
            <a:extLst>
              <a:ext uri="{FF2B5EF4-FFF2-40B4-BE49-F238E27FC236}">
                <a16:creationId xmlns:a16="http://schemas.microsoft.com/office/drawing/2014/main" id="{74D5C250-FE62-0C47-0A0A-62F3399ED1F2}"/>
              </a:ext>
            </a:extLst>
          </p:cNvPr>
          <p:cNvSpPr>
            <a:spLocks noChangeShapeType="1"/>
          </p:cNvSpPr>
          <p:nvPr/>
        </p:nvSpPr>
        <p:spPr bwMode="auto">
          <a:xfrm>
            <a:off x="3944430" y="1947885"/>
            <a:ext cx="4025900" cy="244475"/>
          </a:xfrm>
          <a:prstGeom prst="line">
            <a:avLst/>
          </a:prstGeom>
          <a:noFill/>
          <a:ln w="28575">
            <a:solidFill>
              <a:srgbClr val="00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3737" name="Line 9">
            <a:extLst>
              <a:ext uri="{FF2B5EF4-FFF2-40B4-BE49-F238E27FC236}">
                <a16:creationId xmlns:a16="http://schemas.microsoft.com/office/drawing/2014/main" id="{7730547A-9270-7469-EFB6-3E8D2D2824A0}"/>
              </a:ext>
            </a:extLst>
          </p:cNvPr>
          <p:cNvSpPr>
            <a:spLocks noChangeShapeType="1"/>
          </p:cNvSpPr>
          <p:nvPr/>
        </p:nvSpPr>
        <p:spPr bwMode="auto">
          <a:xfrm>
            <a:off x="3966655" y="1939948"/>
            <a:ext cx="3879850" cy="898525"/>
          </a:xfrm>
          <a:prstGeom prst="line">
            <a:avLst/>
          </a:prstGeom>
          <a:noFill/>
          <a:ln w="28575">
            <a:solidFill>
              <a:srgbClr val="00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3738" name="Rectangle 10">
            <a:extLst>
              <a:ext uri="{FF2B5EF4-FFF2-40B4-BE49-F238E27FC236}">
                <a16:creationId xmlns:a16="http://schemas.microsoft.com/office/drawing/2014/main" id="{D918E7E8-B941-F138-B264-684A8469C7E9}"/>
              </a:ext>
            </a:extLst>
          </p:cNvPr>
          <p:cNvSpPr>
            <a:spLocks noGrp="1" noChangeArrowheads="1"/>
          </p:cNvSpPr>
          <p:nvPr>
            <p:ph type="body" idx="1"/>
          </p:nvPr>
        </p:nvSpPr>
        <p:spPr>
          <a:xfrm>
            <a:off x="118269" y="2726818"/>
            <a:ext cx="8472487" cy="2025650"/>
          </a:xfrm>
        </p:spPr>
        <p:txBody>
          <a:bodyPr/>
          <a:lstStyle/>
          <a:p>
            <a:pPr>
              <a:lnSpc>
                <a:spcPct val="110000"/>
              </a:lnSpc>
            </a:pPr>
            <a:r>
              <a:rPr lang="en-US" altLang="en-US" sz="2400" b="0" dirty="0"/>
              <a:t>Cover very large areas</a:t>
            </a:r>
          </a:p>
          <a:p>
            <a:pPr>
              <a:lnSpc>
                <a:spcPct val="110000"/>
              </a:lnSpc>
            </a:pPr>
            <a:r>
              <a:rPr lang="en-US" altLang="en-US" sz="2400" b="0" dirty="0"/>
              <a:t>Different orbit heights</a:t>
            </a:r>
          </a:p>
          <a:p>
            <a:pPr lvl="1">
              <a:lnSpc>
                <a:spcPct val="70000"/>
              </a:lnSpc>
            </a:pPr>
            <a:r>
              <a:rPr lang="en-US" altLang="en-US" sz="2000" b="0" dirty="0"/>
              <a:t>GEOs (39000 Km) versus LEOs (2000 Km)</a:t>
            </a:r>
          </a:p>
          <a:p>
            <a:pPr>
              <a:lnSpc>
                <a:spcPct val="110000"/>
              </a:lnSpc>
            </a:pPr>
            <a:r>
              <a:rPr lang="en-US" altLang="en-US" sz="2400" b="0" dirty="0"/>
              <a:t>Optimized for one-way transmission</a:t>
            </a:r>
          </a:p>
          <a:p>
            <a:pPr lvl="1">
              <a:lnSpc>
                <a:spcPct val="70000"/>
              </a:lnSpc>
            </a:pPr>
            <a:r>
              <a:rPr lang="en-US" altLang="en-US" sz="2000" b="0" dirty="0"/>
              <a:t>Radio (XM, DAB) and movie (SatTV) broadcasting</a:t>
            </a:r>
          </a:p>
        </p:txBody>
      </p:sp>
      <p:sp>
        <p:nvSpPr>
          <p:cNvPr id="2" name="Title 1">
            <a:extLst>
              <a:ext uri="{FF2B5EF4-FFF2-40B4-BE49-F238E27FC236}">
                <a16:creationId xmlns:a16="http://schemas.microsoft.com/office/drawing/2014/main" id="{F59EEADD-A2F2-4E06-F409-C21A3BF93B36}"/>
              </a:ext>
            </a:extLst>
          </p:cNvPr>
          <p:cNvSpPr txBox="1">
            <a:spLocks/>
          </p:cNvSpPr>
          <p:nvPr/>
        </p:nvSpPr>
        <p:spPr bwMode="auto">
          <a:xfrm>
            <a:off x="457200" y="152400"/>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Times New Roman"/>
                <a:ea typeface="+mj-ea"/>
                <a:cs typeface="+mj-cs"/>
              </a:rPr>
              <a:t>Delay Tolerant Network (DTN)</a:t>
            </a:r>
            <a:r>
              <a:rPr lang="en-US" sz="3200" dirty="0">
                <a:solidFill>
                  <a:srgbClr val="000000"/>
                </a:solidFill>
                <a:latin typeface="Times New Roman"/>
              </a:rPr>
              <a:t>:: Applications</a:t>
            </a:r>
            <a:endParaRPr kumimoji="0" lang="en-US" sz="3200" b="0" i="0" u="none" strike="noStrike" kern="0" cap="none" spc="0" normalizeH="0" baseline="0" noProof="0" dirty="0">
              <a:ln>
                <a:noFill/>
              </a:ln>
              <a:solidFill>
                <a:srgbClr val="000000"/>
              </a:solidFill>
              <a:effectLst/>
              <a:uLnTx/>
              <a:uFillTx/>
              <a:latin typeface="Times New Roman"/>
              <a:ea typeface="+mj-ea"/>
              <a:cs typeface="+mj-cs"/>
            </a:endParaRPr>
          </a:p>
        </p:txBody>
      </p:sp>
    </p:spTree>
    <p:extLst>
      <p:ext uri="{BB962C8B-B14F-4D97-AF65-F5344CB8AC3E}">
        <p14:creationId xmlns:p14="http://schemas.microsoft.com/office/powerpoint/2010/main" val="26127459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18B0-9463-D0F3-1522-684927BDF2D9}"/>
            </a:ext>
          </a:extLst>
        </p:cNvPr>
        <p:cNvGrpSpPr/>
        <p:nvPr/>
      </p:nvGrpSpPr>
      <p:grpSpPr>
        <a:xfrm>
          <a:off x="0" y="0"/>
          <a:ext cx="0" cy="0"/>
          <a:chOff x="0" y="0"/>
          <a:chExt cx="0" cy="0"/>
        </a:xfrm>
      </p:grpSpPr>
      <p:sp>
        <p:nvSpPr>
          <p:cNvPr id="16386" name="Slide Number Placeholder 6">
            <a:extLst>
              <a:ext uri="{FF2B5EF4-FFF2-40B4-BE49-F238E27FC236}">
                <a16:creationId xmlns:a16="http://schemas.microsoft.com/office/drawing/2014/main" id="{6169F531-2053-4911-B50C-562577B61316}"/>
              </a:ext>
            </a:extLst>
          </p:cNvPr>
          <p:cNvSpPr>
            <a:spLocks noGrp="1" noChangeArrowheads="1"/>
          </p:cNvSpPr>
          <p:nvPr>
            <p:ph type="sldNum" sz="quarter" idx="12"/>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1"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33BE350-393E-424C-8043-EC30E36B55B6}" type="slidenum">
              <a:rPr kumimoji="1" lang="zh-TW" altLang="en-US" sz="14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95</a:t>
            </a:fld>
            <a:endParaRPr kumimoji="1" lang="en-US" altLang="en-US" sz="14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6387" name="Rectangle 4">
            <a:extLst>
              <a:ext uri="{FF2B5EF4-FFF2-40B4-BE49-F238E27FC236}">
                <a16:creationId xmlns:a16="http://schemas.microsoft.com/office/drawing/2014/main" id="{2CB88423-0746-2E58-4194-A913CD9ACCB7}"/>
              </a:ext>
            </a:extLst>
          </p:cNvPr>
          <p:cNvSpPr>
            <a:spLocks noGrp="1" noChangeArrowheads="1"/>
          </p:cNvSpPr>
          <p:nvPr>
            <p:ph type="title"/>
          </p:nvPr>
        </p:nvSpPr>
        <p:spPr/>
        <p:txBody>
          <a:bodyPr/>
          <a:lstStyle/>
          <a:p>
            <a:r>
              <a:rPr lang="en-US" altLang="en-US" dirty="0"/>
              <a:t>DTN :: Characteristics </a:t>
            </a:r>
          </a:p>
        </p:txBody>
      </p:sp>
      <p:sp>
        <p:nvSpPr>
          <p:cNvPr id="16388" name="Rectangle 5">
            <a:extLst>
              <a:ext uri="{FF2B5EF4-FFF2-40B4-BE49-F238E27FC236}">
                <a16:creationId xmlns:a16="http://schemas.microsoft.com/office/drawing/2014/main" id="{0E9DD231-F726-A009-9AA3-07E0DDDBDF98}"/>
              </a:ext>
            </a:extLst>
          </p:cNvPr>
          <p:cNvSpPr>
            <a:spLocks noGrp="1" noChangeArrowheads="1"/>
          </p:cNvSpPr>
          <p:nvPr>
            <p:ph type="body" sz="half" idx="1"/>
          </p:nvPr>
        </p:nvSpPr>
        <p:spPr>
          <a:xfrm>
            <a:off x="228600" y="1752600"/>
            <a:ext cx="4262438" cy="4267200"/>
          </a:xfrm>
        </p:spPr>
        <p:txBody>
          <a:bodyPr/>
          <a:lstStyle/>
          <a:p>
            <a:r>
              <a:rPr lang="en-US" altLang="en-US" sz="2600" dirty="0"/>
              <a:t>Internet environment</a:t>
            </a:r>
          </a:p>
          <a:p>
            <a:pPr lvl="1"/>
            <a:r>
              <a:rPr lang="en-US" altLang="en-US" sz="2200" dirty="0"/>
              <a:t>End-to-end RTT is not large.</a:t>
            </a:r>
          </a:p>
          <a:p>
            <a:pPr lvl="1"/>
            <a:r>
              <a:rPr lang="en-US" altLang="en-US" sz="2200" dirty="0"/>
              <a:t>Some path exists between endpoints. </a:t>
            </a:r>
          </a:p>
          <a:p>
            <a:pPr lvl="1"/>
            <a:r>
              <a:rPr lang="en-US" altLang="en-US" sz="2200" dirty="0"/>
              <a:t>E2E reliability using ARQ works well.</a:t>
            </a:r>
          </a:p>
          <a:p>
            <a:pPr lvl="1"/>
            <a:r>
              <a:rPr lang="en-US" altLang="en-US" sz="2200" dirty="0"/>
              <a:t>Packet-switching is the right abstraction.</a:t>
            </a:r>
          </a:p>
        </p:txBody>
      </p:sp>
      <p:sp>
        <p:nvSpPr>
          <p:cNvPr id="108550" name="Rectangle 6">
            <a:extLst>
              <a:ext uri="{FF2B5EF4-FFF2-40B4-BE49-F238E27FC236}">
                <a16:creationId xmlns:a16="http://schemas.microsoft.com/office/drawing/2014/main" id="{EE5A40AB-75B9-F32E-D782-F9CC13D88438}"/>
              </a:ext>
            </a:extLst>
          </p:cNvPr>
          <p:cNvSpPr>
            <a:spLocks noGrp="1" noChangeArrowheads="1"/>
          </p:cNvSpPr>
          <p:nvPr>
            <p:ph type="body" sz="half" idx="2"/>
          </p:nvPr>
        </p:nvSpPr>
        <p:spPr>
          <a:xfrm>
            <a:off x="4643438" y="1752600"/>
            <a:ext cx="4271962" cy="4267200"/>
          </a:xfrm>
        </p:spPr>
        <p:txBody>
          <a:bodyPr/>
          <a:lstStyle/>
          <a:p>
            <a:r>
              <a:rPr lang="en-US" altLang="en-US" sz="2600" dirty="0"/>
              <a:t>DTN characteristics</a:t>
            </a:r>
          </a:p>
          <a:p>
            <a:pPr lvl="1"/>
            <a:r>
              <a:rPr lang="en-US" altLang="en-US" sz="2200" dirty="0"/>
              <a:t>Very large delays.</a:t>
            </a:r>
          </a:p>
          <a:p>
            <a:pPr lvl="1"/>
            <a:r>
              <a:rPr lang="en-US" altLang="en-US" sz="2200" dirty="0"/>
              <a:t>Intermittent and scheduled links.</a:t>
            </a:r>
          </a:p>
          <a:p>
            <a:pPr lvl="1"/>
            <a:r>
              <a:rPr lang="en-US" altLang="en-US" sz="2200" dirty="0"/>
              <a:t>Different network architectures.</a:t>
            </a:r>
          </a:p>
          <a:p>
            <a:pPr lvl="1"/>
            <a:r>
              <a:rPr lang="en-US" altLang="en-US" sz="2200" dirty="0"/>
              <a:t>Conversational protocols fail.</a:t>
            </a:r>
          </a:p>
          <a:p>
            <a:pPr lvl="1"/>
            <a:r>
              <a:rPr lang="en-US" altLang="en-US" sz="2200" dirty="0"/>
              <a:t>No ARQ.</a:t>
            </a:r>
          </a:p>
        </p:txBody>
      </p:sp>
      <p:sp>
        <p:nvSpPr>
          <p:cNvPr id="2" name="object 2">
            <a:extLst>
              <a:ext uri="{FF2B5EF4-FFF2-40B4-BE49-F238E27FC236}">
                <a16:creationId xmlns:a16="http://schemas.microsoft.com/office/drawing/2014/main" id="{4270014C-29EA-8215-DC77-81EF83E980BC}"/>
              </a:ext>
            </a:extLst>
          </p:cNvPr>
          <p:cNvSpPr txBox="1">
            <a:spLocks/>
          </p:cNvSpPr>
          <p:nvPr/>
        </p:nvSpPr>
        <p:spPr>
          <a:xfrm>
            <a:off x="551814" y="108744"/>
            <a:ext cx="8058785" cy="695325"/>
          </a:xfrm>
          <a:prstGeom prst="rect">
            <a:avLst/>
          </a:prstGeom>
          <a:ln w="28575">
            <a:solidFill>
              <a:srgbClr val="00B05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3710180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8550">
                                            <p:txEl>
                                              <p:pRg st="0" end="0"/>
                                            </p:txEl>
                                          </p:spTgt>
                                        </p:tgtEl>
                                        <p:attrNameLst>
                                          <p:attrName>style.visibility</p:attrName>
                                        </p:attrNameLst>
                                      </p:cBhvr>
                                      <p:to>
                                        <p:strVal val="visible"/>
                                      </p:to>
                                    </p:set>
                                    <p:animEffect transition="in" filter="dissolve">
                                      <p:cBhvr>
                                        <p:cTn id="7" dur="500"/>
                                        <p:tgtEl>
                                          <p:spTgt spid="10855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08550">
                                            <p:txEl>
                                              <p:pRg st="1" end="1"/>
                                            </p:txEl>
                                          </p:spTgt>
                                        </p:tgtEl>
                                        <p:attrNameLst>
                                          <p:attrName>style.visibility</p:attrName>
                                        </p:attrNameLst>
                                      </p:cBhvr>
                                      <p:to>
                                        <p:strVal val="visible"/>
                                      </p:to>
                                    </p:set>
                                    <p:animEffect transition="in" filter="dissolve">
                                      <p:cBhvr>
                                        <p:cTn id="10" dur="500"/>
                                        <p:tgtEl>
                                          <p:spTgt spid="108550">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08550">
                                            <p:txEl>
                                              <p:pRg st="2" end="2"/>
                                            </p:txEl>
                                          </p:spTgt>
                                        </p:tgtEl>
                                        <p:attrNameLst>
                                          <p:attrName>style.visibility</p:attrName>
                                        </p:attrNameLst>
                                      </p:cBhvr>
                                      <p:to>
                                        <p:strVal val="visible"/>
                                      </p:to>
                                    </p:set>
                                    <p:animEffect transition="in" filter="dissolve">
                                      <p:cBhvr>
                                        <p:cTn id="13" dur="500"/>
                                        <p:tgtEl>
                                          <p:spTgt spid="108550">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08550">
                                            <p:txEl>
                                              <p:pRg st="3" end="3"/>
                                            </p:txEl>
                                          </p:spTgt>
                                        </p:tgtEl>
                                        <p:attrNameLst>
                                          <p:attrName>style.visibility</p:attrName>
                                        </p:attrNameLst>
                                      </p:cBhvr>
                                      <p:to>
                                        <p:strVal val="visible"/>
                                      </p:to>
                                    </p:set>
                                    <p:animEffect transition="in" filter="dissolve">
                                      <p:cBhvr>
                                        <p:cTn id="16" dur="500"/>
                                        <p:tgtEl>
                                          <p:spTgt spid="108550">
                                            <p:txEl>
                                              <p:pRg st="3" end="3"/>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108550">
                                            <p:txEl>
                                              <p:pRg st="4" end="4"/>
                                            </p:txEl>
                                          </p:spTgt>
                                        </p:tgtEl>
                                        <p:attrNameLst>
                                          <p:attrName>style.visibility</p:attrName>
                                        </p:attrNameLst>
                                      </p:cBhvr>
                                      <p:to>
                                        <p:strVal val="visible"/>
                                      </p:to>
                                    </p:set>
                                    <p:animEffect transition="in" filter="dissolve">
                                      <p:cBhvr>
                                        <p:cTn id="19" dur="500"/>
                                        <p:tgtEl>
                                          <p:spTgt spid="108550">
                                            <p:txEl>
                                              <p:pRg st="4" end="4"/>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108550">
                                            <p:txEl>
                                              <p:pRg st="5" end="5"/>
                                            </p:txEl>
                                          </p:spTgt>
                                        </p:tgtEl>
                                        <p:attrNameLst>
                                          <p:attrName>style.visibility</p:attrName>
                                        </p:attrNameLst>
                                      </p:cBhvr>
                                      <p:to>
                                        <p:strVal val="visible"/>
                                      </p:to>
                                    </p:set>
                                    <p:animEffect transition="in" filter="dissolve">
                                      <p:cBhvr>
                                        <p:cTn id="22" dur="500"/>
                                        <p:tgtEl>
                                          <p:spTgt spid="10855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0"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8CF67-3E90-DF75-1C64-DEEBB26B44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45436-ECAD-360B-CF5C-02FEE73E8011}"/>
              </a:ext>
            </a:extLst>
          </p:cNvPr>
          <p:cNvSpPr>
            <a:spLocks noGrp="1"/>
          </p:cNvSpPr>
          <p:nvPr>
            <p:ph idx="1"/>
          </p:nvPr>
        </p:nvSpPr>
        <p:spPr>
          <a:xfrm>
            <a:off x="447675" y="1219200"/>
            <a:ext cx="8229600" cy="4953000"/>
          </a:xfrm>
        </p:spPr>
        <p:txBody>
          <a:bodyPr/>
          <a:lstStyle/>
          <a:p>
            <a:pPr>
              <a:spcAft>
                <a:spcPts val="600"/>
              </a:spcAft>
            </a:pPr>
            <a:r>
              <a:rPr lang="en-US" sz="2800" dirty="0"/>
              <a:t>Applications assume e2e ‘connections’</a:t>
            </a:r>
          </a:p>
          <a:p>
            <a:pPr>
              <a:spcAft>
                <a:spcPts val="600"/>
              </a:spcAft>
            </a:pPr>
            <a:r>
              <a:rPr lang="en-US" sz="2800" dirty="0"/>
              <a:t>Routing does not understand schedules</a:t>
            </a:r>
          </a:p>
          <a:p>
            <a:pPr>
              <a:spcAft>
                <a:spcPts val="600"/>
              </a:spcAft>
            </a:pPr>
            <a:r>
              <a:rPr lang="en-US" sz="2800" dirty="0"/>
              <a:t>Long-term disconnection causes failures</a:t>
            </a:r>
          </a:p>
          <a:p>
            <a:pPr>
              <a:spcAft>
                <a:spcPts val="600"/>
              </a:spcAft>
            </a:pPr>
            <a:r>
              <a:rPr lang="en-US" sz="2800" dirty="0"/>
              <a:t>End-to-end reliability is poor with high loss rates</a:t>
            </a:r>
          </a:p>
          <a:p>
            <a:pPr>
              <a:spcAft>
                <a:spcPts val="600"/>
              </a:spcAft>
            </a:pPr>
            <a:r>
              <a:rPr lang="en-US" sz="2800" dirty="0"/>
              <a:t>E2E performance is poor with high delays</a:t>
            </a:r>
          </a:p>
          <a:p>
            <a:pPr marL="0" indent="0">
              <a:spcAft>
                <a:spcPts val="600"/>
              </a:spcAft>
              <a:buNone/>
            </a:pPr>
            <a:endParaRPr lang="en-US" dirty="0"/>
          </a:p>
        </p:txBody>
      </p:sp>
      <p:sp>
        <p:nvSpPr>
          <p:cNvPr id="4" name="Slide Number Placeholder 3">
            <a:extLst>
              <a:ext uri="{FF2B5EF4-FFF2-40B4-BE49-F238E27FC236}">
                <a16:creationId xmlns:a16="http://schemas.microsoft.com/office/drawing/2014/main" id="{B2C6172D-D173-6B0E-0AB9-7B07115238A1}"/>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96</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5" name="Title 1">
            <a:extLst>
              <a:ext uri="{FF2B5EF4-FFF2-40B4-BE49-F238E27FC236}">
                <a16:creationId xmlns:a16="http://schemas.microsoft.com/office/drawing/2014/main" id="{31BD7673-42B1-B538-79AB-E77D7CE84060}"/>
              </a:ext>
            </a:extLst>
          </p:cNvPr>
          <p:cNvSpPr txBox="1">
            <a:spLocks/>
          </p:cNvSpPr>
          <p:nvPr/>
        </p:nvSpPr>
        <p:spPr bwMode="auto">
          <a:xfrm>
            <a:off x="457200" y="152400"/>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Times New Roman"/>
                <a:ea typeface="+mj-ea"/>
                <a:cs typeface="+mj-cs"/>
              </a:rPr>
              <a:t>DTN</a:t>
            </a:r>
            <a:r>
              <a:rPr lang="en-US" dirty="0">
                <a:solidFill>
                  <a:srgbClr val="000000"/>
                </a:solidFill>
                <a:latin typeface="Times New Roman"/>
              </a:rPr>
              <a:t> :: Challenges</a:t>
            </a:r>
            <a:endParaRPr kumimoji="0" lang="en-US" sz="3600" b="0" i="0" u="none" strike="noStrike" kern="0" cap="none" spc="0" normalizeH="0" baseline="0" noProof="0" dirty="0">
              <a:ln>
                <a:noFill/>
              </a:ln>
              <a:solidFill>
                <a:srgbClr val="000000"/>
              </a:solidFill>
              <a:effectLst/>
              <a:uLnTx/>
              <a:uFillTx/>
              <a:latin typeface="Times New Roman"/>
              <a:ea typeface="+mj-ea"/>
              <a:cs typeface="+mj-cs"/>
            </a:endParaRPr>
          </a:p>
        </p:txBody>
      </p:sp>
      <p:sp>
        <p:nvSpPr>
          <p:cNvPr id="2" name="object 2">
            <a:extLst>
              <a:ext uri="{FF2B5EF4-FFF2-40B4-BE49-F238E27FC236}">
                <a16:creationId xmlns:a16="http://schemas.microsoft.com/office/drawing/2014/main" id="{B343C608-2C8A-6FB7-FCF5-CB052F73FFD1}"/>
              </a:ext>
            </a:extLst>
          </p:cNvPr>
          <p:cNvSpPr txBox="1">
            <a:spLocks/>
          </p:cNvSpPr>
          <p:nvPr/>
        </p:nvSpPr>
        <p:spPr>
          <a:xfrm>
            <a:off x="551814" y="108744"/>
            <a:ext cx="8058785" cy="695325"/>
          </a:xfrm>
          <a:prstGeom prst="rect">
            <a:avLst/>
          </a:prstGeom>
          <a:ln w="28575">
            <a:solidFill>
              <a:srgbClr val="00B05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404146124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AD038-1674-E490-E46A-EB965F97B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77FAC-36E2-C554-5A06-D0F7F307BA2D}"/>
              </a:ext>
            </a:extLst>
          </p:cNvPr>
          <p:cNvSpPr txBox="1">
            <a:spLocks/>
          </p:cNvSpPr>
          <p:nvPr/>
        </p:nvSpPr>
        <p:spPr>
          <a:xfrm>
            <a:off x="495300" y="2209800"/>
            <a:ext cx="8153400" cy="1676400"/>
          </a:xfrm>
          <a:prstGeom prst="rect">
            <a:avLst/>
          </a:prstGeom>
        </p:spPr>
        <p:txBody>
          <a:bodyPr/>
          <a:lstStyle>
            <a:lvl1pPr algn="ctr" rtl="0" eaLnBrk="0" fontAlgn="base" hangingPunct="0">
              <a:spcBef>
                <a:spcPct val="0"/>
              </a:spcBef>
              <a:spcAft>
                <a:spcPct val="0"/>
              </a:spcAft>
              <a:defRPr sz="4800" b="1" kern="1200">
                <a:solidFill>
                  <a:srgbClr val="0000CC"/>
                </a:solidFill>
                <a:latin typeface="+mj-lt"/>
                <a:ea typeface="+mj-ea"/>
                <a:cs typeface="+mj-cs"/>
              </a:defRPr>
            </a:lvl1pPr>
            <a:lvl2pPr algn="ctr" rtl="0" eaLnBrk="0" fontAlgn="base" hangingPunct="0">
              <a:spcBef>
                <a:spcPct val="0"/>
              </a:spcBef>
              <a:spcAft>
                <a:spcPct val="0"/>
              </a:spcAft>
              <a:defRPr sz="4800" b="1">
                <a:solidFill>
                  <a:srgbClr val="0000CC"/>
                </a:solidFill>
                <a:latin typeface="Garamond" panose="02020404030301010803" pitchFamily="18" charset="0"/>
              </a:defRPr>
            </a:lvl2pPr>
            <a:lvl3pPr algn="ctr" rtl="0" eaLnBrk="0" fontAlgn="base" hangingPunct="0">
              <a:spcBef>
                <a:spcPct val="0"/>
              </a:spcBef>
              <a:spcAft>
                <a:spcPct val="0"/>
              </a:spcAft>
              <a:defRPr sz="4800" b="1">
                <a:solidFill>
                  <a:srgbClr val="0000CC"/>
                </a:solidFill>
                <a:latin typeface="Garamond" panose="02020404030301010803" pitchFamily="18" charset="0"/>
              </a:defRPr>
            </a:lvl3pPr>
            <a:lvl4pPr algn="ctr" rtl="0" eaLnBrk="0" fontAlgn="base" hangingPunct="0">
              <a:spcBef>
                <a:spcPct val="0"/>
              </a:spcBef>
              <a:spcAft>
                <a:spcPct val="0"/>
              </a:spcAft>
              <a:defRPr sz="4800" b="1">
                <a:solidFill>
                  <a:srgbClr val="0000CC"/>
                </a:solidFill>
                <a:latin typeface="Garamond" panose="02020404030301010803" pitchFamily="18" charset="0"/>
              </a:defRPr>
            </a:lvl4pPr>
            <a:lvl5pPr algn="ctr" rtl="0" eaLnBrk="0" fontAlgn="base" hangingPunct="0">
              <a:spcBef>
                <a:spcPct val="0"/>
              </a:spcBef>
              <a:spcAft>
                <a:spcPct val="0"/>
              </a:spcAft>
              <a:defRPr sz="4800" b="1">
                <a:solidFill>
                  <a:srgbClr val="0000CC"/>
                </a:solidFill>
                <a:latin typeface="Garamond" panose="02020404030301010803" pitchFamily="18" charset="0"/>
              </a:defRPr>
            </a:lvl5pPr>
            <a:lvl6pPr marL="457200" algn="ctr" rtl="0" eaLnBrk="0" fontAlgn="base" hangingPunct="0">
              <a:spcBef>
                <a:spcPct val="0"/>
              </a:spcBef>
              <a:spcAft>
                <a:spcPct val="0"/>
              </a:spcAft>
              <a:defRPr sz="4800" b="1">
                <a:solidFill>
                  <a:srgbClr val="0000CC"/>
                </a:solidFill>
                <a:latin typeface="Garamond" panose="02020404030301010803" pitchFamily="18" charset="0"/>
              </a:defRPr>
            </a:lvl6pPr>
            <a:lvl7pPr marL="914400" algn="ctr" rtl="0" eaLnBrk="0" fontAlgn="base" hangingPunct="0">
              <a:spcBef>
                <a:spcPct val="0"/>
              </a:spcBef>
              <a:spcAft>
                <a:spcPct val="0"/>
              </a:spcAft>
              <a:defRPr sz="4800" b="1">
                <a:solidFill>
                  <a:srgbClr val="0000CC"/>
                </a:solidFill>
                <a:latin typeface="Garamond" panose="02020404030301010803" pitchFamily="18" charset="0"/>
              </a:defRPr>
            </a:lvl7pPr>
            <a:lvl8pPr marL="1371600" algn="ctr" rtl="0" eaLnBrk="0" fontAlgn="base" hangingPunct="0">
              <a:spcBef>
                <a:spcPct val="0"/>
              </a:spcBef>
              <a:spcAft>
                <a:spcPct val="0"/>
              </a:spcAft>
              <a:defRPr sz="4800" b="1">
                <a:solidFill>
                  <a:srgbClr val="0000CC"/>
                </a:solidFill>
                <a:latin typeface="Garamond" panose="02020404030301010803" pitchFamily="18" charset="0"/>
              </a:defRPr>
            </a:lvl8pPr>
            <a:lvl9pPr marL="1828800" algn="ctr" rtl="0" eaLnBrk="0" fontAlgn="base" hangingPunct="0">
              <a:spcBef>
                <a:spcPct val="0"/>
              </a:spcBef>
              <a:spcAft>
                <a:spcPct val="0"/>
              </a:spcAft>
              <a:defRPr sz="4800" b="1">
                <a:solidFill>
                  <a:srgbClr val="0000CC"/>
                </a:solidFill>
                <a:latin typeface="Garamond" panose="02020404030301010803" pitchFamily="18" charset="0"/>
              </a:defRPr>
            </a:lvl9pPr>
          </a:lstStyle>
          <a:p>
            <a:pPr marL="0" indent="0">
              <a:lnSpc>
                <a:spcPct val="110000"/>
              </a:lnSpc>
              <a:buNone/>
            </a:pPr>
            <a:r>
              <a:rPr lang="en-US" altLang="en-US" b="0" dirty="0"/>
              <a:t>Vehicular Ad-hoc Networks</a:t>
            </a:r>
          </a:p>
          <a:p>
            <a:pPr marL="0" indent="0">
              <a:lnSpc>
                <a:spcPct val="110000"/>
              </a:lnSpc>
              <a:buNone/>
            </a:pPr>
            <a:r>
              <a:rPr lang="en-US" altLang="en-US" sz="1600" b="0" dirty="0">
                <a:solidFill>
                  <a:srgbClr val="00B050"/>
                </a:solidFill>
                <a:latin typeface="Arial" panose="020B0604020202020204" pitchFamily="34" charset="0"/>
                <a:cs typeface="Arial" panose="020B0604020202020204" pitchFamily="34" charset="0"/>
              </a:rPr>
              <a:t>(</a:t>
            </a:r>
            <a:r>
              <a:rPr lang="en-US" sz="1600" b="0" dirty="0">
                <a:solidFill>
                  <a:srgbClr val="FF0000"/>
                </a:solidFill>
                <a:latin typeface="Arial"/>
                <a:cs typeface="Arial"/>
              </a:rPr>
              <a:t>Un-Structed</a:t>
            </a:r>
            <a:r>
              <a:rPr lang="en-US" sz="1600" b="0" dirty="0">
                <a:solidFill>
                  <a:srgbClr val="00B050"/>
                </a:solidFill>
                <a:latin typeface="Arial"/>
                <a:cs typeface="Arial"/>
              </a:rPr>
              <a:t> </a:t>
            </a:r>
            <a:r>
              <a:rPr lang="en-US" altLang="en-US" sz="1600" b="0" dirty="0">
                <a:solidFill>
                  <a:srgbClr val="00B050"/>
                </a:solidFill>
                <a:latin typeface="Arial" panose="020B0604020202020204" pitchFamily="34" charset="0"/>
                <a:cs typeface="Arial" panose="020B0604020202020204" pitchFamily="34" charset="0"/>
              </a:rPr>
              <a:t>)</a:t>
            </a:r>
          </a:p>
        </p:txBody>
      </p:sp>
      <p:pic>
        <p:nvPicPr>
          <p:cNvPr id="12" name="Picture 11" descr="A black line with dots&#10;&#10;AI-generated content may be incorrect.">
            <a:extLst>
              <a:ext uri="{FF2B5EF4-FFF2-40B4-BE49-F238E27FC236}">
                <a16:creationId xmlns:a16="http://schemas.microsoft.com/office/drawing/2014/main" id="{41059429-91D2-E3E1-6C99-21D9A236BC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19600" y="4820271"/>
            <a:ext cx="2543553" cy="1333983"/>
          </a:xfrm>
          <a:prstGeom prst="rect">
            <a:avLst/>
          </a:prstGeom>
        </p:spPr>
      </p:pic>
      <p:pic>
        <p:nvPicPr>
          <p:cNvPr id="14" name="Picture 13" descr="A black and white image of people connected to each other&#10;&#10;AI-generated content may be incorrect.">
            <a:extLst>
              <a:ext uri="{FF2B5EF4-FFF2-40B4-BE49-F238E27FC236}">
                <a16:creationId xmlns:a16="http://schemas.microsoft.com/office/drawing/2014/main" id="{56E188F7-C496-7512-E82E-8D0CAEEE6D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86000" y="4724400"/>
            <a:ext cx="1525727" cy="1525727"/>
          </a:xfrm>
          <a:prstGeom prst="rect">
            <a:avLst/>
          </a:prstGeom>
        </p:spPr>
      </p:pic>
    </p:spTree>
    <p:extLst>
      <p:ext uri="{BB962C8B-B14F-4D97-AF65-F5344CB8AC3E}">
        <p14:creationId xmlns:p14="http://schemas.microsoft.com/office/powerpoint/2010/main" val="7678798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79E7A-23FA-1789-9AD1-98A8D6F779F6}"/>
            </a:ext>
          </a:extLst>
        </p:cNvPr>
        <p:cNvGrpSpPr/>
        <p:nvPr/>
      </p:nvGrpSpPr>
      <p:grpSpPr>
        <a:xfrm>
          <a:off x="0" y="0"/>
          <a:ext cx="0" cy="0"/>
          <a:chOff x="0" y="0"/>
          <a:chExt cx="0" cy="0"/>
        </a:xfrm>
      </p:grpSpPr>
      <p:sp>
        <p:nvSpPr>
          <p:cNvPr id="20483" name="Rectangle 3">
            <a:extLst>
              <a:ext uri="{FF2B5EF4-FFF2-40B4-BE49-F238E27FC236}">
                <a16:creationId xmlns:a16="http://schemas.microsoft.com/office/drawing/2014/main" id="{D4B94D31-2F5A-48C4-779B-3601A89BDC83}"/>
              </a:ext>
            </a:extLst>
          </p:cNvPr>
          <p:cNvSpPr>
            <a:spLocks noGrp="1" noChangeArrowheads="1"/>
          </p:cNvSpPr>
          <p:nvPr>
            <p:ph type="body" idx="1"/>
          </p:nvPr>
        </p:nvSpPr>
        <p:spPr/>
        <p:txBody>
          <a:bodyPr/>
          <a:lstStyle/>
          <a:p>
            <a:pPr eaLnBrk="1" hangingPunct="1">
              <a:buClr>
                <a:schemeClr val="tx1"/>
              </a:buClr>
              <a:buFont typeface="Wingdings" panose="05000000000000000000" pitchFamily="2" charset="2"/>
              <a:buNone/>
            </a:pPr>
            <a:r>
              <a:rPr lang="en-US" altLang="zh-TW" sz="2400" dirty="0">
                <a:solidFill>
                  <a:srgbClr val="C00000"/>
                </a:solidFill>
              </a:rPr>
              <a:t>VANET</a:t>
            </a:r>
          </a:p>
          <a:p>
            <a:pPr>
              <a:buClr>
                <a:schemeClr val="accent2"/>
              </a:buClr>
              <a:buFont typeface="Wingdings" panose="05000000000000000000" pitchFamily="2" charset="2"/>
              <a:buChar char="§"/>
            </a:pPr>
            <a:r>
              <a:rPr lang="en-US" altLang="zh-TW" sz="2400" dirty="0"/>
              <a:t>   a form of </a:t>
            </a:r>
            <a:r>
              <a:rPr lang="en-US" altLang="zh-TW" sz="2400" dirty="0">
                <a:solidFill>
                  <a:srgbClr val="0070C0"/>
                </a:solidFill>
              </a:rPr>
              <a:t>Mobile ad-hoc network</a:t>
            </a:r>
          </a:p>
          <a:p>
            <a:pPr>
              <a:buClr>
                <a:schemeClr val="accent2"/>
              </a:buClr>
              <a:buFont typeface="Wingdings" panose="05000000000000000000" pitchFamily="2" charset="2"/>
              <a:buChar char="§"/>
            </a:pPr>
            <a:r>
              <a:rPr lang="en-US" altLang="zh-TW" sz="2400" dirty="0"/>
              <a:t>   provide communication </a:t>
            </a:r>
          </a:p>
          <a:p>
            <a:pPr eaLnBrk="1" hangingPunct="1">
              <a:buFontTx/>
              <a:buNone/>
            </a:pPr>
            <a:r>
              <a:rPr lang="en-US" altLang="zh-TW" sz="2000" dirty="0"/>
              <a:t>                   - </a:t>
            </a:r>
            <a:r>
              <a:rPr lang="en-US" altLang="zh-TW" sz="2000" dirty="0">
                <a:solidFill>
                  <a:srgbClr val="0070C0"/>
                </a:solidFill>
              </a:rPr>
              <a:t>among nearby vehicles</a:t>
            </a:r>
          </a:p>
          <a:p>
            <a:pPr eaLnBrk="1" hangingPunct="1">
              <a:buFontTx/>
              <a:buNone/>
            </a:pPr>
            <a:r>
              <a:rPr lang="en-US" altLang="zh-TW" sz="2000" dirty="0"/>
              <a:t>                   - </a:t>
            </a:r>
            <a:r>
              <a:rPr lang="en-US" altLang="zh-TW" sz="2000" dirty="0">
                <a:solidFill>
                  <a:srgbClr val="0070C0"/>
                </a:solidFill>
              </a:rPr>
              <a:t>nearby fixed equipment</a:t>
            </a:r>
          </a:p>
        </p:txBody>
      </p:sp>
      <p:sp>
        <p:nvSpPr>
          <p:cNvPr id="4" name="Title 1">
            <a:extLst>
              <a:ext uri="{FF2B5EF4-FFF2-40B4-BE49-F238E27FC236}">
                <a16:creationId xmlns:a16="http://schemas.microsoft.com/office/drawing/2014/main" id="{19F04E73-F10F-C7CD-5100-F9E0CA376757}"/>
              </a:ext>
            </a:extLst>
          </p:cNvPr>
          <p:cNvSpPr>
            <a:spLocks noGrp="1"/>
          </p:cNvSpPr>
          <p:nvPr>
            <p:ph type="title"/>
          </p:nvPr>
        </p:nvSpPr>
        <p:spPr>
          <a:xfrm>
            <a:off x="447675" y="180975"/>
            <a:ext cx="8229600" cy="609600"/>
          </a:xfrm>
        </p:spPr>
        <p:txBody>
          <a:bodyPr/>
          <a:lstStyle/>
          <a:p>
            <a:r>
              <a:rPr lang="en-US" dirty="0"/>
              <a:t>Vehicular Ad-hoc Networks</a:t>
            </a:r>
          </a:p>
        </p:txBody>
      </p:sp>
    </p:spTree>
    <p:extLst>
      <p:ext uri="{BB962C8B-B14F-4D97-AF65-F5344CB8AC3E}">
        <p14:creationId xmlns:p14="http://schemas.microsoft.com/office/powerpoint/2010/main" val="324342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ADD5F-A2EE-B63C-2873-A3BBE096D2D5}"/>
            </a:ext>
          </a:extLst>
        </p:cNvPr>
        <p:cNvGrpSpPr/>
        <p:nvPr/>
      </p:nvGrpSpPr>
      <p:grpSpPr>
        <a:xfrm>
          <a:off x="0" y="0"/>
          <a:ext cx="0" cy="0"/>
          <a:chOff x="0" y="0"/>
          <a:chExt cx="0" cy="0"/>
        </a:xfrm>
      </p:grpSpPr>
      <p:sp>
        <p:nvSpPr>
          <p:cNvPr id="21507" name="Rectangle 3">
            <a:extLst>
              <a:ext uri="{FF2B5EF4-FFF2-40B4-BE49-F238E27FC236}">
                <a16:creationId xmlns:a16="http://schemas.microsoft.com/office/drawing/2014/main" id="{B3178779-2BA4-A015-FFF2-E394B51213F9}"/>
              </a:ext>
            </a:extLst>
          </p:cNvPr>
          <p:cNvSpPr>
            <a:spLocks noGrp="1" noChangeArrowheads="1"/>
          </p:cNvSpPr>
          <p:nvPr>
            <p:ph type="body" idx="1"/>
          </p:nvPr>
        </p:nvSpPr>
        <p:spPr>
          <a:xfrm>
            <a:off x="255905" y="1574292"/>
            <a:ext cx="8229600" cy="609600"/>
          </a:xfrm>
        </p:spPr>
        <p:txBody>
          <a:bodyPr/>
          <a:lstStyle/>
          <a:p>
            <a:pPr marL="0" indent="0" eaLnBrk="1" hangingPunct="1">
              <a:buNone/>
            </a:pPr>
            <a:r>
              <a:rPr lang="en-US" altLang="zh-TW" sz="2000" b="1" dirty="0">
                <a:solidFill>
                  <a:srgbClr val="FF0000"/>
                </a:solidFill>
              </a:rPr>
              <a:t>Road-Side infrastructure Units </a:t>
            </a:r>
            <a:r>
              <a:rPr lang="en-US" altLang="zh-TW" sz="2000" dirty="0">
                <a:solidFill>
                  <a:srgbClr val="FF0000"/>
                </a:solidFill>
              </a:rPr>
              <a:t>(RSUs), </a:t>
            </a:r>
            <a:r>
              <a:rPr lang="en-US" altLang="zh-TW" sz="2000" dirty="0"/>
              <a:t>are equipped with </a:t>
            </a:r>
            <a:r>
              <a:rPr lang="en-US" altLang="zh-TW" sz="2000" b="1" dirty="0"/>
              <a:t>on-board processing and wireless communication modules</a:t>
            </a:r>
          </a:p>
        </p:txBody>
      </p:sp>
      <p:pic>
        <p:nvPicPr>
          <p:cNvPr id="21508" name="Picture 4">
            <a:extLst>
              <a:ext uri="{FF2B5EF4-FFF2-40B4-BE49-F238E27FC236}">
                <a16:creationId xmlns:a16="http://schemas.microsoft.com/office/drawing/2014/main" id="{63508977-B6FC-50E7-6EDB-B77E5E37C8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2438400"/>
            <a:ext cx="23368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9F6FD759-5B1F-7ABD-21AF-CD48F5ECD833}"/>
              </a:ext>
            </a:extLst>
          </p:cNvPr>
          <p:cNvSpPr>
            <a:spLocks noGrp="1"/>
          </p:cNvSpPr>
          <p:nvPr>
            <p:ph type="title"/>
          </p:nvPr>
        </p:nvSpPr>
        <p:spPr>
          <a:xfrm>
            <a:off x="447675" y="180975"/>
            <a:ext cx="8229600" cy="609600"/>
          </a:xfrm>
        </p:spPr>
        <p:txBody>
          <a:bodyPr/>
          <a:lstStyle/>
          <a:p>
            <a:r>
              <a:rPr lang="en-US" dirty="0"/>
              <a:t>Vehicular Ad-hoc Networks</a:t>
            </a:r>
          </a:p>
        </p:txBody>
      </p:sp>
      <p:pic>
        <p:nvPicPr>
          <p:cNvPr id="5" name="Picture 4">
            <a:extLst>
              <a:ext uri="{FF2B5EF4-FFF2-40B4-BE49-F238E27FC236}">
                <a16:creationId xmlns:a16="http://schemas.microsoft.com/office/drawing/2014/main" id="{49116C13-5D13-0842-FEDD-15C8CD4FE9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619500"/>
            <a:ext cx="5410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55173CE8-CA32-ECE0-A291-658E57DC9718}"/>
              </a:ext>
            </a:extLst>
          </p:cNvPr>
          <p:cNvSpPr txBox="1">
            <a:spLocks noChangeArrowheads="1"/>
          </p:cNvSpPr>
          <p:nvPr/>
        </p:nvSpPr>
        <p:spPr bwMode="auto">
          <a:xfrm>
            <a:off x="208280" y="892683"/>
            <a:ext cx="78962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400" b="0" i="0" u="none" strike="noStrike" kern="0" cap="none" spc="0" normalizeH="0" baseline="0" noProof="0" dirty="0">
                <a:ln>
                  <a:noFill/>
                </a:ln>
                <a:solidFill>
                  <a:srgbClr val="000000"/>
                </a:solidFill>
                <a:effectLst/>
                <a:uLnTx/>
                <a:uFillTx/>
                <a:latin typeface="Times New Roman"/>
                <a:ea typeface="+mj-ea"/>
                <a:cs typeface="+mj-cs"/>
              </a:rPr>
              <a:t>How vehicular communications work:</a:t>
            </a:r>
            <a:endParaRPr kumimoji="0" lang="zh-TW" altLang="en-US" sz="2400" b="0" i="0" u="none" strike="noStrike" kern="0" cap="none" spc="0" normalizeH="0" baseline="0" noProof="0" dirty="0">
              <a:ln>
                <a:noFill/>
              </a:ln>
              <a:solidFill>
                <a:srgbClr val="000000"/>
              </a:solidFill>
              <a:effectLst/>
              <a:uLnTx/>
              <a:uFillTx/>
              <a:latin typeface="Times New Roman"/>
              <a:ea typeface="+mj-ea"/>
              <a:cs typeface="+mj-cs"/>
            </a:endParaRPr>
          </a:p>
        </p:txBody>
      </p:sp>
    </p:spTree>
    <p:extLst>
      <p:ext uri="{BB962C8B-B14F-4D97-AF65-F5344CB8AC3E}">
        <p14:creationId xmlns:p14="http://schemas.microsoft.com/office/powerpoint/2010/main" val="2198352827"/>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0E897-40E9-8E1D-F33B-6D77695A303A}"/>
            </a:ext>
          </a:extLst>
        </p:cNvPr>
        <p:cNvGrpSpPr/>
        <p:nvPr/>
      </p:nvGrpSpPr>
      <p:grpSpPr>
        <a:xfrm>
          <a:off x="0" y="0"/>
          <a:ext cx="0" cy="0"/>
          <a:chOff x="0" y="0"/>
          <a:chExt cx="0" cy="0"/>
        </a:xfrm>
      </p:grpSpPr>
      <p:sp>
        <p:nvSpPr>
          <p:cNvPr id="22531" name="Rectangle 3">
            <a:extLst>
              <a:ext uri="{FF2B5EF4-FFF2-40B4-BE49-F238E27FC236}">
                <a16:creationId xmlns:a16="http://schemas.microsoft.com/office/drawing/2014/main" id="{D506D620-79AD-A30F-FB18-6805086C191E}"/>
              </a:ext>
            </a:extLst>
          </p:cNvPr>
          <p:cNvSpPr>
            <a:spLocks noGrp="1" noChangeArrowheads="1"/>
          </p:cNvSpPr>
          <p:nvPr>
            <p:ph type="body" idx="1"/>
          </p:nvPr>
        </p:nvSpPr>
        <p:spPr>
          <a:xfrm>
            <a:off x="457200" y="1752600"/>
            <a:ext cx="8229600" cy="4343400"/>
          </a:xfrm>
        </p:spPr>
        <p:txBody>
          <a:bodyPr/>
          <a:lstStyle/>
          <a:p>
            <a:r>
              <a:rPr lang="en-US" altLang="zh-TW" sz="2000" dirty="0">
                <a:solidFill>
                  <a:srgbClr val="C00000"/>
                </a:solidFill>
              </a:rPr>
              <a:t>Vehicle-to-Vehicle </a:t>
            </a:r>
            <a:r>
              <a:rPr lang="en-US" altLang="zh-TW" sz="2000" i="1" dirty="0">
                <a:solidFill>
                  <a:srgbClr val="C00000"/>
                </a:solidFill>
              </a:rPr>
              <a:t>(V2V)</a:t>
            </a:r>
          </a:p>
          <a:p>
            <a:r>
              <a:rPr lang="en-US" altLang="zh-TW" sz="2000" dirty="0">
                <a:solidFill>
                  <a:srgbClr val="0070C0"/>
                </a:solidFill>
              </a:rPr>
              <a:t>Vehicle-to-Infrastructure </a:t>
            </a:r>
            <a:r>
              <a:rPr lang="en-US" altLang="zh-TW" sz="2000" i="1" dirty="0">
                <a:solidFill>
                  <a:srgbClr val="0070C0"/>
                </a:solidFill>
              </a:rPr>
              <a:t>(V2I)</a:t>
            </a:r>
            <a:r>
              <a:rPr lang="en-US" altLang="zh-TW" sz="2000" dirty="0">
                <a:solidFill>
                  <a:srgbClr val="0070C0"/>
                </a:solidFill>
              </a:rPr>
              <a:t> communication will be possible</a:t>
            </a:r>
          </a:p>
          <a:p>
            <a:pPr eaLnBrk="1" hangingPunct="1">
              <a:buFont typeface="Wingdings" panose="05000000000000000000" pitchFamily="2" charset="2"/>
              <a:buNone/>
            </a:pPr>
            <a:endParaRPr lang="zh-TW" altLang="en-US" sz="2800" dirty="0"/>
          </a:p>
        </p:txBody>
      </p:sp>
      <p:pic>
        <p:nvPicPr>
          <p:cNvPr id="22532" name="Picture 4">
            <a:extLst>
              <a:ext uri="{FF2B5EF4-FFF2-40B4-BE49-F238E27FC236}">
                <a16:creationId xmlns:a16="http://schemas.microsoft.com/office/drawing/2014/main" id="{B1FBD87B-0963-1D21-BE6B-12D4878DBA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367" y="2890329"/>
            <a:ext cx="7196138" cy="330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6349859A-058A-6DDD-A3BC-B82DDF31DFA8}"/>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Times New Roman"/>
                <a:ea typeface="+mj-ea"/>
                <a:cs typeface="+mj-cs"/>
              </a:rPr>
              <a:t>Vehicular Ad-hoc Networks</a:t>
            </a:r>
          </a:p>
        </p:txBody>
      </p:sp>
      <p:sp>
        <p:nvSpPr>
          <p:cNvPr id="5" name="Rectangle 2">
            <a:extLst>
              <a:ext uri="{FF2B5EF4-FFF2-40B4-BE49-F238E27FC236}">
                <a16:creationId xmlns:a16="http://schemas.microsoft.com/office/drawing/2014/main" id="{E326D7D1-CA62-6F48-6EFE-F373FC2C3A0F}"/>
              </a:ext>
            </a:extLst>
          </p:cNvPr>
          <p:cNvSpPr txBox="1">
            <a:spLocks noChangeArrowheads="1"/>
          </p:cNvSpPr>
          <p:nvPr/>
        </p:nvSpPr>
        <p:spPr bwMode="auto">
          <a:xfrm>
            <a:off x="208280" y="892683"/>
            <a:ext cx="78962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400" b="0" i="0" u="none" strike="noStrike" kern="0" cap="none" spc="0" normalizeH="0" baseline="0" noProof="0" dirty="0">
                <a:ln>
                  <a:noFill/>
                </a:ln>
                <a:solidFill>
                  <a:srgbClr val="000000"/>
                </a:solidFill>
                <a:effectLst/>
                <a:uLnTx/>
                <a:uFillTx/>
                <a:latin typeface="Times New Roman"/>
                <a:ea typeface="+mj-ea"/>
                <a:cs typeface="+mj-cs"/>
              </a:rPr>
              <a:t>How vehicular communications work:</a:t>
            </a:r>
            <a:endParaRPr kumimoji="0" lang="zh-TW" altLang="en-US" sz="2400" b="0" i="0" u="none" strike="noStrike" kern="0" cap="none" spc="0" normalizeH="0" baseline="0" noProof="0" dirty="0">
              <a:ln>
                <a:noFill/>
              </a:ln>
              <a:solidFill>
                <a:srgbClr val="000000"/>
              </a:solidFill>
              <a:effectLst/>
              <a:uLnTx/>
              <a:uFillTx/>
              <a:latin typeface="Times New Roman"/>
              <a:ea typeface="+mj-ea"/>
              <a:cs typeface="+mj-cs"/>
            </a:endParaRPr>
          </a:p>
        </p:txBody>
      </p:sp>
    </p:spTree>
    <p:extLst>
      <p:ext uri="{BB962C8B-B14F-4D97-AF65-F5344CB8AC3E}">
        <p14:creationId xmlns:p14="http://schemas.microsoft.com/office/powerpoint/2010/main" val="186030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28600" y="152399"/>
            <a:ext cx="8610600" cy="515517"/>
          </a:xfrm>
        </p:spPr>
        <p:txBody>
          <a:bodyPr>
            <a:normAutofit fontScale="90000"/>
          </a:bodyPr>
          <a:lstStyle/>
          <a:p>
            <a:pPr algn="ctr"/>
            <a:r>
              <a:rPr lang="en-US" dirty="0">
                <a:solidFill>
                  <a:srgbClr val="FF0000"/>
                </a:solidFill>
              </a:rPr>
              <a:t>Car-to-X (C2X) Communication Patterns</a:t>
            </a:r>
          </a:p>
        </p:txBody>
      </p:sp>
      <p:sp>
        <p:nvSpPr>
          <p:cNvPr id="3" name="Inhaltsplatzhalter 2"/>
          <p:cNvSpPr>
            <a:spLocks noGrp="1"/>
          </p:cNvSpPr>
          <p:nvPr>
            <p:ph idx="1"/>
          </p:nvPr>
        </p:nvSpPr>
        <p:spPr>
          <a:xfrm>
            <a:off x="228600" y="1600200"/>
            <a:ext cx="2454965" cy="4495800"/>
          </a:xfrm>
        </p:spPr>
        <p:txBody>
          <a:bodyPr>
            <a:normAutofit/>
          </a:bodyPr>
          <a:lstStyle/>
          <a:p>
            <a:r>
              <a:rPr lang="en-US" sz="2000" dirty="0"/>
              <a:t>Vehicle-to-X</a:t>
            </a:r>
            <a:br>
              <a:rPr lang="en-US" sz="2000" dirty="0"/>
            </a:br>
            <a:r>
              <a:rPr lang="en-US" sz="2000" dirty="0"/>
              <a:t>(V2X)/ Car-to-X</a:t>
            </a:r>
            <a:br>
              <a:rPr lang="en-US" sz="2000" dirty="0"/>
            </a:br>
            <a:r>
              <a:rPr lang="en-US" sz="2000" dirty="0"/>
              <a:t>(C2X),</a:t>
            </a:r>
            <a:br>
              <a:rPr lang="en-US" sz="2000" dirty="0"/>
            </a:br>
            <a:endParaRPr lang="en-US" sz="2000" dirty="0"/>
          </a:p>
          <a:p>
            <a:r>
              <a:rPr lang="en-US" sz="2000" dirty="0"/>
              <a:t>Inter-Vehicle</a:t>
            </a:r>
            <a:br>
              <a:rPr lang="en-US" sz="2000" dirty="0"/>
            </a:br>
            <a:r>
              <a:rPr lang="en-US" sz="2000" dirty="0"/>
              <a:t>Communication</a:t>
            </a:r>
            <a:br>
              <a:rPr lang="en-US" sz="2000" dirty="0"/>
            </a:br>
            <a:r>
              <a:rPr lang="en-US" sz="2000" dirty="0"/>
              <a:t>(IVC),</a:t>
            </a:r>
            <a:br>
              <a:rPr lang="en-US" sz="2000" dirty="0"/>
            </a:br>
            <a:endParaRPr lang="en-US" sz="2000" dirty="0"/>
          </a:p>
          <a:p>
            <a:r>
              <a:rPr lang="en-US" sz="2000" dirty="0"/>
              <a:t>Vehicular </a:t>
            </a:r>
            <a:br>
              <a:rPr lang="en-US" sz="2000" dirty="0"/>
            </a:br>
            <a:r>
              <a:rPr lang="en-US" sz="2000" dirty="0"/>
              <a:t>ad-hoc network</a:t>
            </a:r>
            <a:br>
              <a:rPr lang="en-US" sz="2000" dirty="0"/>
            </a:br>
            <a:r>
              <a:rPr lang="en-US" sz="2000" dirty="0"/>
              <a:t>(VANET),</a:t>
            </a:r>
            <a:br>
              <a:rPr lang="en-US" sz="2000" dirty="0"/>
            </a:br>
            <a:endParaRPr lang="en-US" sz="2000" dirty="0"/>
          </a:p>
          <a:p>
            <a:r>
              <a:rPr lang="en-US" sz="2000" dirty="0"/>
              <a:t>…</a:t>
            </a:r>
          </a:p>
        </p:txBody>
      </p:sp>
      <p:sp>
        <p:nvSpPr>
          <p:cNvPr id="4" name="Footer Placeholder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Vehicular Networking</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ED8BC7-2E15-43DB-8EF0-8ED7667633CE}"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101</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Content Placeholder 6"/>
          <p:cNvSpPr>
            <a:spLocks noGrp="1"/>
          </p:cNvSpPr>
          <p:nvPr>
            <p:ph idx="13"/>
          </p:nvPr>
        </p:nvSpPr>
        <p:spPr/>
        <p:txBody>
          <a:bodyPr/>
          <a:lstStyle/>
          <a:p>
            <a:r>
              <a:rPr lang="en-US" dirty="0"/>
              <a:t>Illustration: ETSI</a:t>
            </a:r>
          </a:p>
        </p:txBody>
      </p:sp>
      <p:pic>
        <p:nvPicPr>
          <p:cNvPr id="6"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322" y="1526517"/>
            <a:ext cx="6231835" cy="4564333"/>
          </a:xfrm>
          <a:prstGeom prst="rect">
            <a:avLst/>
          </a:prstGeom>
          <a:noFill/>
          <a:ln w="9525">
            <a:noFill/>
            <a:miter lim="800000"/>
            <a:headEnd/>
            <a:tailEnd/>
          </a:ln>
        </p:spPr>
      </p:pic>
      <p:sp>
        <p:nvSpPr>
          <p:cNvPr id="8" name="Rounded Rectangular Callout 7"/>
          <p:cNvSpPr/>
          <p:nvPr/>
        </p:nvSpPr>
        <p:spPr>
          <a:xfrm>
            <a:off x="4942253" y="3933843"/>
            <a:ext cx="1361660" cy="303144"/>
          </a:xfrm>
          <a:prstGeom prst="wedgeRoundRectCallout">
            <a:avLst>
              <a:gd name="adj1" fmla="val 14203"/>
              <a:gd name="adj2" fmla="val 95285"/>
              <a:gd name="adj3" fmla="val 16667"/>
            </a:avLst>
          </a:prstGeom>
          <a:solidFill>
            <a:srgbClr val="FFFFFF">
              <a:alpha val="85882"/>
            </a:srgbClr>
          </a:solidFill>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 to infrastructure</a:t>
            </a:r>
          </a:p>
        </p:txBody>
      </p:sp>
      <p:sp>
        <p:nvSpPr>
          <p:cNvPr id="9" name="Rounded Rectangular Callout 8"/>
          <p:cNvSpPr/>
          <p:nvPr/>
        </p:nvSpPr>
        <p:spPr>
          <a:xfrm>
            <a:off x="3425688" y="3540513"/>
            <a:ext cx="1361660" cy="303144"/>
          </a:xfrm>
          <a:prstGeom prst="wedgeRoundRectCallout">
            <a:avLst>
              <a:gd name="adj1" fmla="val 14203"/>
              <a:gd name="adj2" fmla="val 95285"/>
              <a:gd name="adj3" fmla="val 16667"/>
            </a:avLst>
          </a:prstGeom>
          <a:solidFill>
            <a:srgbClr val="FFFFFF">
              <a:alpha val="85882"/>
            </a:srgbClr>
          </a:solidFill>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 to car</a:t>
            </a:r>
          </a:p>
        </p:txBody>
      </p:sp>
      <p:sp>
        <p:nvSpPr>
          <p:cNvPr id="11" name="Rounded Rectangular Callout 10"/>
          <p:cNvSpPr/>
          <p:nvPr/>
        </p:nvSpPr>
        <p:spPr>
          <a:xfrm>
            <a:off x="6458819" y="4327173"/>
            <a:ext cx="1361660" cy="303144"/>
          </a:xfrm>
          <a:prstGeom prst="wedgeRoundRectCallout">
            <a:avLst>
              <a:gd name="adj1" fmla="val 14203"/>
              <a:gd name="adj2" fmla="val 95285"/>
              <a:gd name="adj3" fmla="val 16667"/>
            </a:avLst>
          </a:prstGeom>
          <a:solidFill>
            <a:srgbClr val="FFFFFF">
              <a:alpha val="85882"/>
            </a:srgbClr>
          </a:solidFill>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a:ea typeface="+mn-ea"/>
                <a:cs typeface="+mn-cs"/>
              </a:rPr>
              <a:t>… to home</a:t>
            </a:r>
          </a:p>
        </p:txBody>
      </p:sp>
      <p:sp>
        <p:nvSpPr>
          <p:cNvPr id="10" name="object 2">
            <a:extLst>
              <a:ext uri="{FF2B5EF4-FFF2-40B4-BE49-F238E27FC236}">
                <a16:creationId xmlns:a16="http://schemas.microsoft.com/office/drawing/2014/main" id="{8137F0D3-2526-9575-F6BE-A41340449759}"/>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65285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250"/>
                                        <p:tgtEl>
                                          <p:spTgt spid="8"/>
                                        </p:tgtEl>
                                      </p:cBhvr>
                                    </p:animEffect>
                                    <p:anim calcmode="lin" valueType="num">
                                      <p:cBhvr>
                                        <p:cTn id="15" dur="250" fill="hold"/>
                                        <p:tgtEl>
                                          <p:spTgt spid="8"/>
                                        </p:tgtEl>
                                        <p:attrNameLst>
                                          <p:attrName>ppt_x</p:attrName>
                                        </p:attrNameLst>
                                      </p:cBhvr>
                                      <p:tavLst>
                                        <p:tav tm="0">
                                          <p:val>
                                            <p:strVal val="#ppt_x"/>
                                          </p:val>
                                        </p:tav>
                                        <p:tav tm="100000">
                                          <p:val>
                                            <p:strVal val="#ppt_x"/>
                                          </p:val>
                                        </p:tav>
                                      </p:tavLst>
                                    </p:anim>
                                    <p:anim calcmode="lin" valueType="num">
                                      <p:cBhvr>
                                        <p:cTn id="16" dur="2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50"/>
                                        <p:tgtEl>
                                          <p:spTgt spid="11"/>
                                        </p:tgtEl>
                                      </p:cBhvr>
                                    </p:animEffect>
                                    <p:anim calcmode="lin" valueType="num">
                                      <p:cBhvr>
                                        <p:cTn id="22" dur="250" fill="hold"/>
                                        <p:tgtEl>
                                          <p:spTgt spid="11"/>
                                        </p:tgtEl>
                                        <p:attrNameLst>
                                          <p:attrName>ppt_x</p:attrName>
                                        </p:attrNameLst>
                                      </p:cBhvr>
                                      <p:tavLst>
                                        <p:tav tm="0">
                                          <p:val>
                                            <p:strVal val="#ppt_x"/>
                                          </p:val>
                                        </p:tav>
                                        <p:tav tm="100000">
                                          <p:val>
                                            <p:strVal val="#ppt_x"/>
                                          </p:val>
                                        </p:tav>
                                      </p:tavLst>
                                    </p:anim>
                                    <p:anim calcmode="lin" valueType="num">
                                      <p:cBhvr>
                                        <p:cTn id="23" dur="2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111E1-0D7C-5020-F136-130D14CDD57F}"/>
            </a:ext>
          </a:extLst>
        </p:cNvPr>
        <p:cNvGrpSpPr/>
        <p:nvPr/>
      </p:nvGrpSpPr>
      <p:grpSpPr>
        <a:xfrm>
          <a:off x="0" y="0"/>
          <a:ext cx="0" cy="0"/>
          <a:chOff x="0" y="0"/>
          <a:chExt cx="0" cy="0"/>
        </a:xfrm>
      </p:grpSpPr>
      <p:sp>
        <p:nvSpPr>
          <p:cNvPr id="19459" name="Rectangle 3">
            <a:extLst>
              <a:ext uri="{FF2B5EF4-FFF2-40B4-BE49-F238E27FC236}">
                <a16:creationId xmlns:a16="http://schemas.microsoft.com/office/drawing/2014/main" id="{9DFA02B4-823F-6623-CBCE-6D71BF0BECC3}"/>
              </a:ext>
            </a:extLst>
          </p:cNvPr>
          <p:cNvSpPr>
            <a:spLocks noGrp="1" noChangeArrowheads="1"/>
          </p:cNvSpPr>
          <p:nvPr>
            <p:ph type="body" idx="1"/>
          </p:nvPr>
        </p:nvSpPr>
        <p:spPr/>
        <p:txBody>
          <a:bodyPr/>
          <a:lstStyle/>
          <a:p>
            <a:pPr eaLnBrk="1" hangingPunct="1">
              <a:buFontTx/>
              <a:buNone/>
            </a:pPr>
            <a:endParaRPr lang="zh-TW" altLang="en-US"/>
          </a:p>
        </p:txBody>
      </p:sp>
      <p:pic>
        <p:nvPicPr>
          <p:cNvPr id="19460" name="Picture 6">
            <a:extLst>
              <a:ext uri="{FF2B5EF4-FFF2-40B4-BE49-F238E27FC236}">
                <a16:creationId xmlns:a16="http://schemas.microsoft.com/office/drawing/2014/main" id="{1B12A755-3C8D-0F20-585C-79339CAA3D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8458200" cy="51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3A04E88-67D8-BB2F-0C80-D4EC0F37AC5E}"/>
              </a:ext>
            </a:extLst>
          </p:cNvPr>
          <p:cNvSpPr>
            <a:spLocks noGrp="1"/>
          </p:cNvSpPr>
          <p:nvPr>
            <p:ph type="title"/>
          </p:nvPr>
        </p:nvSpPr>
        <p:spPr>
          <a:xfrm>
            <a:off x="447675" y="180975"/>
            <a:ext cx="8229600" cy="609600"/>
          </a:xfrm>
        </p:spPr>
        <p:txBody>
          <a:bodyPr/>
          <a:lstStyle/>
          <a:p>
            <a:r>
              <a:rPr lang="en-US" dirty="0"/>
              <a:t>Car-to-X (C2X) Communication</a:t>
            </a:r>
          </a:p>
        </p:txBody>
      </p:sp>
    </p:spTree>
    <p:extLst>
      <p:ext uri="{BB962C8B-B14F-4D97-AF65-F5344CB8AC3E}">
        <p14:creationId xmlns:p14="http://schemas.microsoft.com/office/powerpoint/2010/main" val="36703257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25F57F9-28F7-8AA5-5BDC-9253421B224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F79A000-A827-0B2B-95DF-D8E6AAB66DCA}"/>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sz="3600" dirty="0">
                <a:solidFill>
                  <a:srgbClr val="FF0000"/>
                </a:solidFill>
                <a:latin typeface="Baskerville Old Face" panose="02020602080505020303" pitchFamily="18" charset="77"/>
              </a:rPr>
              <a:t>Intelligent Transportation Systems (ITS)</a:t>
            </a:r>
            <a:endParaRPr kumimoji="0" lang="en-US" sz="3600" b="0" i="0" u="none" strike="noStrike" kern="0" cap="none" spc="0" normalizeH="0" baseline="0" noProof="0" dirty="0">
              <a:ln>
                <a:noFill/>
              </a:ln>
              <a:solidFill>
                <a:srgbClr val="FF0000"/>
              </a:solidFill>
              <a:effectLst/>
              <a:uLnTx/>
              <a:uFillTx/>
              <a:latin typeface="Times New Roman"/>
              <a:ea typeface="+mj-ea"/>
              <a:cs typeface="+mj-cs"/>
            </a:endParaRPr>
          </a:p>
        </p:txBody>
      </p:sp>
      <p:pic>
        <p:nvPicPr>
          <p:cNvPr id="2" name="Online Media 1" title="T.net S.p.A. - Intelligent Transport Systems - Eng">
            <a:hlinkClick r:id="" action="ppaction://media"/>
            <a:extLst>
              <a:ext uri="{FF2B5EF4-FFF2-40B4-BE49-F238E27FC236}">
                <a16:creationId xmlns:a16="http://schemas.microsoft.com/office/drawing/2014/main" id="{8697175B-15C2-2401-47ED-5278BFFBBD0E}"/>
              </a:ext>
            </a:extLst>
          </p:cNvPr>
          <p:cNvPicPr>
            <a:picLocks noRot="1" noChangeAspect="1"/>
          </p:cNvPicPr>
          <p:nvPr>
            <a:videoFile r:link="rId1"/>
          </p:nvPr>
        </p:nvPicPr>
        <p:blipFill>
          <a:blip r:embed="rId3"/>
          <a:stretch>
            <a:fillRect/>
          </a:stretch>
        </p:blipFill>
        <p:spPr>
          <a:xfrm>
            <a:off x="0" y="846138"/>
            <a:ext cx="9144000" cy="5165725"/>
          </a:xfrm>
          <a:prstGeom prst="rect">
            <a:avLst/>
          </a:prstGeom>
        </p:spPr>
      </p:pic>
    </p:spTree>
    <p:extLst>
      <p:ext uri="{BB962C8B-B14F-4D97-AF65-F5344CB8AC3E}">
        <p14:creationId xmlns:p14="http://schemas.microsoft.com/office/powerpoint/2010/main" val="8797384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25F57F9-28F7-8AA5-5BDC-9253421B224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F79A000-A827-0B2B-95DF-D8E6AAB66DCA}"/>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sz="3600" dirty="0">
                <a:solidFill>
                  <a:srgbClr val="FF0000"/>
                </a:solidFill>
                <a:latin typeface="Baskerville Old Face" panose="02020602080505020303" pitchFamily="18" charset="77"/>
              </a:rPr>
              <a:t>Intelligent Transportation Systems (ITS)</a:t>
            </a:r>
            <a:endParaRPr kumimoji="0" lang="en-US" sz="3600" b="0" i="0" u="none" strike="noStrike" kern="0" cap="none" spc="0" normalizeH="0" baseline="0" noProof="0" dirty="0">
              <a:ln>
                <a:noFill/>
              </a:ln>
              <a:solidFill>
                <a:srgbClr val="FF0000"/>
              </a:solidFill>
              <a:effectLst/>
              <a:uLnTx/>
              <a:uFillTx/>
              <a:latin typeface="Times New Roman"/>
              <a:ea typeface="+mj-ea"/>
              <a:cs typeface="+mj-cs"/>
            </a:endParaRPr>
          </a:p>
        </p:txBody>
      </p:sp>
      <p:pic>
        <p:nvPicPr>
          <p:cNvPr id="4" name="Online Media 3" title="Smart Cities - Infrastructure and Transport of the Future">
            <a:hlinkClick r:id="" action="ppaction://media"/>
            <a:extLst>
              <a:ext uri="{FF2B5EF4-FFF2-40B4-BE49-F238E27FC236}">
                <a16:creationId xmlns:a16="http://schemas.microsoft.com/office/drawing/2014/main" id="{E304228B-96A7-3479-A807-11738B4091DF}"/>
              </a:ext>
            </a:extLst>
          </p:cNvPr>
          <p:cNvPicPr>
            <a:picLocks noRot="1" noChangeAspect="1"/>
          </p:cNvPicPr>
          <p:nvPr>
            <a:videoFile r:link="rId1"/>
          </p:nvPr>
        </p:nvPicPr>
        <p:blipFill>
          <a:blip r:embed="rId3"/>
          <a:stretch>
            <a:fillRect/>
          </a:stretch>
        </p:blipFill>
        <p:spPr>
          <a:xfrm>
            <a:off x="0" y="846138"/>
            <a:ext cx="9144000" cy="5165725"/>
          </a:xfrm>
          <a:prstGeom prst="rect">
            <a:avLst/>
          </a:prstGeom>
        </p:spPr>
      </p:pic>
    </p:spTree>
    <p:extLst>
      <p:ext uri="{BB962C8B-B14F-4D97-AF65-F5344CB8AC3E}">
        <p14:creationId xmlns:p14="http://schemas.microsoft.com/office/powerpoint/2010/main" val="41188805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8AF20C0-0535-9FA0-C05C-51CC15D7521D}"/>
            </a:ext>
          </a:extLst>
        </p:cNvPr>
        <p:cNvGrpSpPr/>
        <p:nvPr/>
      </p:nvGrpSpPr>
      <p:grpSpPr>
        <a:xfrm>
          <a:off x="0" y="0"/>
          <a:ext cx="0" cy="0"/>
          <a:chOff x="0" y="0"/>
          <a:chExt cx="0" cy="0"/>
        </a:xfrm>
      </p:grpSpPr>
      <p:sp>
        <p:nvSpPr>
          <p:cNvPr id="25603" name="Rectangle 3">
            <a:extLst>
              <a:ext uri="{FF2B5EF4-FFF2-40B4-BE49-F238E27FC236}">
                <a16:creationId xmlns:a16="http://schemas.microsoft.com/office/drawing/2014/main" id="{5D7958E1-9800-F0DB-7083-052573BB89C8}"/>
              </a:ext>
            </a:extLst>
          </p:cNvPr>
          <p:cNvSpPr>
            <a:spLocks noGrp="1" noChangeArrowheads="1"/>
          </p:cNvSpPr>
          <p:nvPr>
            <p:ph type="body" idx="1"/>
          </p:nvPr>
        </p:nvSpPr>
        <p:spPr>
          <a:xfrm>
            <a:off x="381000" y="1066800"/>
            <a:ext cx="8229600" cy="5064125"/>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2" name="Rectangle 4">
            <a:extLst>
              <a:ext uri="{FF2B5EF4-FFF2-40B4-BE49-F238E27FC236}">
                <a16:creationId xmlns:a16="http://schemas.microsoft.com/office/drawing/2014/main" id="{236DD2D4-5049-538B-7897-967EFF124642}"/>
              </a:ext>
            </a:extLst>
          </p:cNvPr>
          <p:cNvSpPr txBox="1">
            <a:spLocks noChangeArrowheads="1"/>
          </p:cNvSpPr>
          <p:nvPr/>
        </p:nvSpPr>
        <p:spPr bwMode="auto">
          <a:xfrm>
            <a:off x="381000" y="1168400"/>
            <a:ext cx="4495800"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0" cap="none" spc="0" normalizeH="0" baseline="0" noProof="0" dirty="0">
                <a:ln>
                  <a:noFill/>
                </a:ln>
                <a:solidFill>
                  <a:srgbClr val="000000"/>
                </a:solidFill>
                <a:effectLst/>
                <a:uLnTx/>
                <a:uFillTx/>
                <a:latin typeface="Times New Roman"/>
                <a:ea typeface="+mj-ea"/>
                <a:cs typeface="+mj-cs"/>
              </a:rPr>
              <a:t>What can ITS provide ?</a:t>
            </a:r>
          </a:p>
        </p:txBody>
      </p:sp>
      <p:sp>
        <p:nvSpPr>
          <p:cNvPr id="3" name="Title 1">
            <a:extLst>
              <a:ext uri="{FF2B5EF4-FFF2-40B4-BE49-F238E27FC236}">
                <a16:creationId xmlns:a16="http://schemas.microsoft.com/office/drawing/2014/main" id="{4B874B3B-0106-F31B-C690-DCE6AB31291F}"/>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sz="3600" dirty="0">
                <a:solidFill>
                  <a:srgbClr val="FF0000"/>
                </a:solidFill>
                <a:latin typeface="Baskerville Old Face" panose="02020602080505020303" pitchFamily="18" charset="77"/>
              </a:rPr>
              <a:t>Intelligent Transportation Systems (ITS)</a:t>
            </a:r>
            <a:endParaRPr kumimoji="0" lang="en-US" sz="3600" b="0" i="0" u="none" strike="noStrike" kern="0" cap="none" spc="0" normalizeH="0" baseline="0" noProof="0" dirty="0">
              <a:ln>
                <a:noFill/>
              </a:ln>
              <a:solidFill>
                <a:srgbClr val="FF0000"/>
              </a:solidFill>
              <a:effectLst/>
              <a:uLnTx/>
              <a:uFillTx/>
              <a:latin typeface="Times New Roman"/>
              <a:ea typeface="+mj-ea"/>
              <a:cs typeface="+mj-cs"/>
            </a:endParaRPr>
          </a:p>
        </p:txBody>
      </p:sp>
      <p:sp>
        <p:nvSpPr>
          <p:cNvPr id="8" name="Rectangle 3">
            <a:extLst>
              <a:ext uri="{FF2B5EF4-FFF2-40B4-BE49-F238E27FC236}">
                <a16:creationId xmlns:a16="http://schemas.microsoft.com/office/drawing/2014/main" id="{6BCDD6DD-F2CB-ABC4-74C2-7A83246ABE8E}"/>
              </a:ext>
            </a:extLst>
          </p:cNvPr>
          <p:cNvSpPr txBox="1">
            <a:spLocks noChangeArrowheads="1"/>
          </p:cNvSpPr>
          <p:nvPr/>
        </p:nvSpPr>
        <p:spPr bwMode="auto">
          <a:xfrm>
            <a:off x="447675" y="1828800"/>
            <a:ext cx="8229600" cy="220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altLang="zh-TW" sz="2400" b="0" i="0" u="none" strike="noStrike" kern="0" cap="none" spc="0" normalizeH="0" baseline="0" noProof="0" dirty="0">
                <a:ln>
                  <a:noFill/>
                </a:ln>
                <a:solidFill>
                  <a:srgbClr val="000000"/>
                </a:solidFill>
                <a:effectLst/>
                <a:uLnTx/>
                <a:uFillTx/>
                <a:latin typeface="Times New Roman"/>
                <a:ea typeface="+mn-ea"/>
                <a:cs typeface="+mn-cs"/>
              </a:rPr>
              <a:t>Safety</a:t>
            </a: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altLang="zh-TW" sz="2400" b="0" i="0" u="none" strike="noStrike" kern="0" cap="none" spc="0" normalizeH="0" baseline="0" noProof="0" dirty="0">
                <a:ln>
                  <a:noFill/>
                </a:ln>
                <a:solidFill>
                  <a:srgbClr val="000000"/>
                </a:solidFill>
                <a:effectLst/>
                <a:uLnTx/>
                <a:uFillTx/>
                <a:latin typeface="Times New Roman"/>
                <a:ea typeface="+mn-ea"/>
                <a:cs typeface="+mn-cs"/>
              </a:rPr>
              <a:t>Efficiency</a:t>
            </a: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altLang="zh-TW" sz="2400" b="0" i="0" u="none" strike="noStrike" kern="0" cap="none" spc="0" normalizeH="0" baseline="0" noProof="0" dirty="0">
                <a:ln>
                  <a:noFill/>
                </a:ln>
                <a:solidFill>
                  <a:srgbClr val="000000"/>
                </a:solidFill>
                <a:effectLst/>
                <a:uLnTx/>
                <a:uFillTx/>
                <a:latin typeface="Times New Roman"/>
                <a:ea typeface="+mn-ea"/>
                <a:cs typeface="+mn-cs"/>
              </a:rPr>
              <a:t>Traffic and road conditions</a:t>
            </a: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altLang="zh-TW" sz="2400" b="0" i="0" u="none" strike="noStrike" kern="0" cap="none" spc="0" normalizeH="0" baseline="0" noProof="0" dirty="0">
                <a:ln>
                  <a:noFill/>
                </a:ln>
                <a:solidFill>
                  <a:srgbClr val="000000"/>
                </a:solidFill>
                <a:effectLst/>
                <a:uLnTx/>
                <a:uFillTx/>
                <a:latin typeface="Times New Roman"/>
                <a:ea typeface="+mn-ea"/>
                <a:cs typeface="+mn-cs"/>
              </a:rPr>
              <a:t>Road signal alarm</a:t>
            </a: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altLang="zh-TW" sz="2400" b="0" i="0" u="none" strike="noStrike" kern="0" cap="none" spc="0" normalizeH="0" baseline="0" noProof="0" dirty="0">
                <a:ln>
                  <a:noFill/>
                </a:ln>
                <a:solidFill>
                  <a:srgbClr val="000000"/>
                </a:solidFill>
                <a:effectLst/>
                <a:uLnTx/>
                <a:uFillTx/>
                <a:latin typeface="Times New Roman"/>
                <a:ea typeface="+mn-ea"/>
                <a:cs typeface="+mn-cs"/>
              </a:rPr>
              <a:t>Local information</a:t>
            </a:r>
          </a:p>
        </p:txBody>
      </p:sp>
    </p:spTree>
    <p:extLst>
      <p:ext uri="{BB962C8B-B14F-4D97-AF65-F5344CB8AC3E}">
        <p14:creationId xmlns:p14="http://schemas.microsoft.com/office/powerpoint/2010/main" val="1091235275"/>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EECD572-7312-AB56-CE7C-D17F2559E9AA}"/>
            </a:ext>
          </a:extLst>
        </p:cNvPr>
        <p:cNvGrpSpPr/>
        <p:nvPr/>
      </p:nvGrpSpPr>
      <p:grpSpPr>
        <a:xfrm>
          <a:off x="0" y="0"/>
          <a:ext cx="0" cy="0"/>
          <a:chOff x="0" y="0"/>
          <a:chExt cx="0" cy="0"/>
        </a:xfrm>
      </p:grpSpPr>
      <p:sp>
        <p:nvSpPr>
          <p:cNvPr id="25603" name="Rectangle 3">
            <a:extLst>
              <a:ext uri="{FF2B5EF4-FFF2-40B4-BE49-F238E27FC236}">
                <a16:creationId xmlns:a16="http://schemas.microsoft.com/office/drawing/2014/main" id="{9E5E4668-1B81-F8B0-99DD-587FB0E20E39}"/>
              </a:ext>
            </a:extLst>
          </p:cNvPr>
          <p:cNvSpPr>
            <a:spLocks noGrp="1" noChangeArrowheads="1"/>
          </p:cNvSpPr>
          <p:nvPr>
            <p:ph type="body" idx="1"/>
          </p:nvPr>
        </p:nvSpPr>
        <p:spPr>
          <a:xfrm>
            <a:off x="381000" y="1066800"/>
            <a:ext cx="8229600" cy="5064125"/>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2" name="Rectangle 4">
            <a:extLst>
              <a:ext uri="{FF2B5EF4-FFF2-40B4-BE49-F238E27FC236}">
                <a16:creationId xmlns:a16="http://schemas.microsoft.com/office/drawing/2014/main" id="{7A76AF80-861B-8270-FCDD-14715EE67D6A}"/>
              </a:ext>
            </a:extLst>
          </p:cNvPr>
          <p:cNvSpPr txBox="1">
            <a:spLocks noChangeArrowheads="1"/>
          </p:cNvSpPr>
          <p:nvPr/>
        </p:nvSpPr>
        <p:spPr bwMode="auto">
          <a:xfrm>
            <a:off x="152400" y="966494"/>
            <a:ext cx="7924800"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Few Emerging Applications that ITS provide ?</a:t>
            </a:r>
          </a:p>
        </p:txBody>
      </p:sp>
      <p:sp>
        <p:nvSpPr>
          <p:cNvPr id="3" name="Title 1">
            <a:extLst>
              <a:ext uri="{FF2B5EF4-FFF2-40B4-BE49-F238E27FC236}">
                <a16:creationId xmlns:a16="http://schemas.microsoft.com/office/drawing/2014/main" id="{76B90B57-A8EE-734F-70D0-9BE522441158}"/>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sz="3600" dirty="0">
                <a:solidFill>
                  <a:srgbClr val="FF0000"/>
                </a:solidFill>
                <a:latin typeface="Baskerville Old Face" panose="02020602080505020303" pitchFamily="18" charset="77"/>
              </a:rPr>
              <a:t>Intelligent Transportation Systems (ITS)</a:t>
            </a:r>
            <a:endParaRPr kumimoji="0" lang="en-US" sz="3600" b="0" i="0" u="none" strike="noStrike" kern="0" cap="none" spc="0" normalizeH="0" baseline="0" noProof="0" dirty="0">
              <a:ln>
                <a:noFill/>
              </a:ln>
              <a:solidFill>
                <a:srgbClr val="FF0000"/>
              </a:solidFill>
              <a:effectLst/>
              <a:uLnTx/>
              <a:uFillTx/>
              <a:latin typeface="Times New Roman"/>
              <a:ea typeface="+mj-ea"/>
              <a:cs typeface="+mj-cs"/>
            </a:endParaRPr>
          </a:p>
        </p:txBody>
      </p:sp>
      <p:sp>
        <p:nvSpPr>
          <p:cNvPr id="29" name="Rectangle 25">
            <a:extLst>
              <a:ext uri="{FF2B5EF4-FFF2-40B4-BE49-F238E27FC236}">
                <a16:creationId xmlns:a16="http://schemas.microsoft.com/office/drawing/2014/main" id="{ED571614-01CE-7B41-A773-9059723628D3}"/>
              </a:ext>
            </a:extLst>
          </p:cNvPr>
          <p:cNvSpPr>
            <a:spLocks noChangeArrowheads="1"/>
          </p:cNvSpPr>
          <p:nvPr/>
        </p:nvSpPr>
        <p:spPr bwMode="auto">
          <a:xfrm>
            <a:off x="560832" y="1755280"/>
            <a:ext cx="8229600" cy="368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lang="en-US" altLang="en-US" sz="2000" dirty="0">
                <a:solidFill>
                  <a:srgbClr val="000000"/>
                </a:solidFill>
                <a:latin typeface="Times New Roman"/>
                <a:ea typeface="+mn-ea"/>
                <a:cs typeface="+mn-cs"/>
              </a:rPr>
              <a:t>Autonomous Intersection Management (AIM)</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lang="en-US" altLang="en-US" sz="2000" dirty="0">
                <a:solidFill>
                  <a:srgbClr val="000000"/>
                </a:solidFill>
                <a:latin typeface="Times New Roman"/>
                <a:ea typeface="+mn-ea"/>
                <a:cs typeface="+mn-cs"/>
              </a:rPr>
              <a:t>Vehicle Platooning for Fuel and Space Efficiency</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lang="en-US" altLang="en-US" sz="2000" dirty="0">
                <a:solidFill>
                  <a:srgbClr val="000000"/>
                </a:solidFill>
                <a:latin typeface="Times New Roman"/>
                <a:ea typeface="+mn-ea"/>
                <a:cs typeface="+mn-cs"/>
              </a:rPr>
              <a:t>Eco-Driving and Green Routing</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lang="en-US" altLang="en-US" sz="2000" dirty="0">
                <a:solidFill>
                  <a:srgbClr val="000000"/>
                </a:solidFill>
                <a:latin typeface="Times New Roman"/>
                <a:ea typeface="+mn-ea"/>
                <a:cs typeface="+mn-cs"/>
              </a:rPr>
              <a:t>Cooperative Perception and Safety Sharing</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lang="en-US" altLang="en-US" sz="2000" dirty="0">
                <a:solidFill>
                  <a:srgbClr val="000000"/>
                </a:solidFill>
                <a:latin typeface="Times New Roman"/>
                <a:ea typeface="+mn-ea"/>
                <a:cs typeface="+mn-cs"/>
              </a:rPr>
              <a:t>Autonomous On-Demand Public Transit (</a:t>
            </a:r>
            <a:r>
              <a:rPr lang="en-US" sz="2000" dirty="0">
                <a:solidFill>
                  <a:srgbClr val="000000"/>
                </a:solidFill>
                <a:latin typeface="Times New Roman"/>
                <a:ea typeface="+mn-ea"/>
                <a:cs typeface="+mn-cs"/>
              </a:rPr>
              <a:t>Dynamic ride-pooling</a:t>
            </a:r>
            <a:r>
              <a:rPr lang="en-US" altLang="en-US" sz="2000" dirty="0">
                <a:solidFill>
                  <a:srgbClr val="000000"/>
                </a:solidFill>
                <a:latin typeface="Times New Roman"/>
                <a:ea typeface="+mn-ea"/>
                <a:cs typeface="+mn-cs"/>
              </a:rPr>
              <a:t>)</a:t>
            </a:r>
          </a:p>
          <a:p>
            <a:pPr marL="342900" indent="-342900" algn="l" rtl="0" eaLnBrk="0" fontAlgn="base" hangingPunct="0">
              <a:spcBef>
                <a:spcPct val="20000"/>
              </a:spcBef>
              <a:spcAft>
                <a:spcPct val="0"/>
              </a:spcAft>
              <a:buFont typeface="Wingdings" panose="05000000000000000000" pitchFamily="2" charset="2"/>
              <a:buChar char="§"/>
              <a:defRPr/>
            </a:pPr>
            <a:r>
              <a:rPr lang="en-US" altLang="en-US" sz="2000" dirty="0">
                <a:solidFill>
                  <a:srgbClr val="000000"/>
                </a:solidFill>
                <a:latin typeface="Times New Roman"/>
                <a:ea typeface="+mn-ea"/>
                <a:cs typeface="+mn-cs"/>
              </a:rPr>
              <a:t>Automated  Smart Parking</a:t>
            </a:r>
          </a:p>
          <a:p>
            <a:pPr marL="342900" indent="-342900" algn="l" rtl="0" eaLnBrk="0" fontAlgn="base" hangingPunct="0">
              <a:spcBef>
                <a:spcPct val="20000"/>
              </a:spcBef>
              <a:spcAft>
                <a:spcPct val="0"/>
              </a:spcAft>
              <a:buFont typeface="Wingdings" panose="05000000000000000000" pitchFamily="2" charset="2"/>
              <a:buChar char="§"/>
              <a:defRPr/>
            </a:pPr>
            <a:r>
              <a:rPr lang="en-US" altLang="en-US" sz="2000" dirty="0">
                <a:solidFill>
                  <a:srgbClr val="000000"/>
                </a:solidFill>
                <a:latin typeface="Times New Roman"/>
                <a:ea typeface="+mn-ea"/>
                <a:cs typeface="+mn-cs"/>
              </a:rPr>
              <a:t>Real-Time Traffic Prediction and Control</a:t>
            </a:r>
          </a:p>
          <a:p>
            <a:pPr marL="342900" indent="-342900" algn="l" rtl="0" fontAlgn="base">
              <a:spcBef>
                <a:spcPct val="20000"/>
              </a:spcBef>
              <a:spcAft>
                <a:spcPct val="0"/>
              </a:spcAft>
              <a:buFont typeface="Wingdings" panose="05000000000000000000" pitchFamily="2" charset="2"/>
              <a:buChar char="§"/>
              <a:defRPr/>
            </a:pPr>
            <a:r>
              <a:rPr lang="en-US" altLang="en-US" sz="2000" dirty="0">
                <a:solidFill>
                  <a:srgbClr val="000000"/>
                </a:solidFill>
                <a:latin typeface="Times New Roman"/>
                <a:ea typeface="+mn-ea"/>
                <a:cs typeface="+mn-cs"/>
              </a:rPr>
              <a:t>Cooperative Highway Merging and Lane Changing</a:t>
            </a:r>
          </a:p>
          <a:p>
            <a:pPr marL="342900" indent="-342900" algn="l" rtl="0" fontAlgn="base">
              <a:spcBef>
                <a:spcPct val="20000"/>
              </a:spcBef>
              <a:spcAft>
                <a:spcPct val="0"/>
              </a:spcAft>
              <a:buFont typeface="Wingdings" panose="05000000000000000000" pitchFamily="2" charset="2"/>
              <a:buChar char="§"/>
              <a:defRPr/>
            </a:pPr>
            <a:r>
              <a:rPr lang="en-US" altLang="en-US" sz="2000" dirty="0">
                <a:solidFill>
                  <a:srgbClr val="000000"/>
                </a:solidFill>
                <a:latin typeface="Times New Roman"/>
                <a:ea typeface="+mn-ea"/>
                <a:cs typeface="+mn-cs"/>
              </a:rPr>
              <a:t>Dynamic Speed and Lane Recommendations</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endParaRPr lang="en-US" altLang="en-US" dirty="0">
              <a:solidFill>
                <a:srgbClr val="000000"/>
              </a:solidFill>
              <a:latin typeface="Times New Roman"/>
              <a:ea typeface="+mn-ea"/>
              <a:cs typeface="+mn-cs"/>
            </a:endParaRPr>
          </a:p>
        </p:txBody>
      </p:sp>
    </p:spTree>
    <p:extLst>
      <p:ext uri="{BB962C8B-B14F-4D97-AF65-F5344CB8AC3E}">
        <p14:creationId xmlns:p14="http://schemas.microsoft.com/office/powerpoint/2010/main" val="881171609"/>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C3183D1-97C1-E209-FAEE-E281DE838112}"/>
            </a:ext>
          </a:extLst>
        </p:cNvPr>
        <p:cNvGrpSpPr/>
        <p:nvPr/>
      </p:nvGrpSpPr>
      <p:grpSpPr>
        <a:xfrm>
          <a:off x="0" y="0"/>
          <a:ext cx="0" cy="0"/>
          <a:chOff x="0" y="0"/>
          <a:chExt cx="0" cy="0"/>
        </a:xfrm>
      </p:grpSpPr>
      <p:sp>
        <p:nvSpPr>
          <p:cNvPr id="25603" name="Rectangle 3">
            <a:extLst>
              <a:ext uri="{FF2B5EF4-FFF2-40B4-BE49-F238E27FC236}">
                <a16:creationId xmlns:a16="http://schemas.microsoft.com/office/drawing/2014/main" id="{D82F0C3C-6A1A-1A49-07ED-2824C58A0F2F}"/>
              </a:ext>
            </a:extLst>
          </p:cNvPr>
          <p:cNvSpPr>
            <a:spLocks noGrp="1" noChangeArrowheads="1"/>
          </p:cNvSpPr>
          <p:nvPr>
            <p:ph type="body" idx="1"/>
          </p:nvPr>
        </p:nvSpPr>
        <p:spPr>
          <a:xfrm>
            <a:off x="381000" y="1066800"/>
            <a:ext cx="8229600" cy="5064125"/>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b="1" dirty="0"/>
          </a:p>
          <a:p>
            <a:pPr eaLnBrk="1" hangingPunct="1">
              <a:buFont typeface="Wingdings" panose="05000000000000000000" pitchFamily="2" charset="2"/>
              <a:buNone/>
            </a:pPr>
            <a:endParaRPr lang="en-US" altLang="zh-TW" sz="2800" b="1"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3" name="Title 1">
            <a:extLst>
              <a:ext uri="{FF2B5EF4-FFF2-40B4-BE49-F238E27FC236}">
                <a16:creationId xmlns:a16="http://schemas.microsoft.com/office/drawing/2014/main" id="{2D98B62D-9F84-A350-F868-E1DD76115837}"/>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lvl="0">
              <a:defRPr/>
            </a:pPr>
            <a:r>
              <a:rPr lang="en-US" dirty="0"/>
              <a:t>Car-to-X (C2X) Communication</a:t>
            </a:r>
            <a:endParaRPr lang="en-US" sz="6000" dirty="0">
              <a:solidFill>
                <a:srgbClr val="000000"/>
              </a:solidFill>
            </a:endParaRPr>
          </a:p>
        </p:txBody>
      </p:sp>
      <p:sp>
        <p:nvSpPr>
          <p:cNvPr id="28" name="Rectangle 24">
            <a:extLst>
              <a:ext uri="{FF2B5EF4-FFF2-40B4-BE49-F238E27FC236}">
                <a16:creationId xmlns:a16="http://schemas.microsoft.com/office/drawing/2014/main" id="{93EC2401-1CBF-08EC-EBAB-32CD2C8DF6DA}"/>
              </a:ext>
            </a:extLst>
          </p:cNvPr>
          <p:cNvSpPr>
            <a:spLocks noChangeArrowheads="1"/>
          </p:cNvSpPr>
          <p:nvPr/>
        </p:nvSpPr>
        <p:spPr bwMode="auto">
          <a:xfrm>
            <a:off x="3048" y="1100159"/>
            <a:ext cx="62969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algn="l" rtl="0" fontAlgn="base">
              <a:spcBef>
                <a:spcPct val="20000"/>
              </a:spcBef>
              <a:spcAft>
                <a:spcPct val="0"/>
              </a:spcAft>
              <a:buFont typeface="Wingdings" panose="05000000000000000000" pitchFamily="2" charset="2"/>
              <a:buChar char="§"/>
              <a:defRPr/>
            </a:pPr>
            <a:r>
              <a:rPr lang="en-US" altLang="en-US" sz="2400" dirty="0">
                <a:solidFill>
                  <a:srgbClr val="0070C0"/>
                </a:solidFill>
                <a:latin typeface="Times New Roman"/>
                <a:ea typeface="+mn-ea"/>
                <a:cs typeface="+mn-cs"/>
              </a:rPr>
              <a:t>Autonomous Intersection Management (AIM):</a:t>
            </a:r>
          </a:p>
        </p:txBody>
      </p:sp>
      <p:sp>
        <p:nvSpPr>
          <p:cNvPr id="24" name="TextBox 23">
            <a:extLst>
              <a:ext uri="{FF2B5EF4-FFF2-40B4-BE49-F238E27FC236}">
                <a16:creationId xmlns:a16="http://schemas.microsoft.com/office/drawing/2014/main" id="{898B5E7A-7781-5542-A409-17A2655CBB85}"/>
              </a:ext>
            </a:extLst>
          </p:cNvPr>
          <p:cNvSpPr txBox="1"/>
          <p:nvPr/>
        </p:nvSpPr>
        <p:spPr>
          <a:xfrm>
            <a:off x="-138274" y="5497465"/>
            <a:ext cx="8477833"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C00000"/>
                </a:solidFill>
                <a:effectLst/>
                <a:uLnTx/>
                <a:uFillTx/>
                <a:latin typeface="Times New Roman" panose="02020603050405020304"/>
                <a:ea typeface="+mn-ea"/>
                <a:cs typeface="+mn-cs"/>
              </a:rPr>
              <a:t>However, </a:t>
            </a:r>
            <a:r>
              <a:rPr kumimoji="0" lang="en-GB" sz="2000" b="0" i="0" u="none" strike="noStrike" kern="1200" cap="none" spc="0" normalizeH="0" baseline="0" noProof="0" dirty="0">
                <a:ln>
                  <a:noFill/>
                </a:ln>
                <a:solidFill>
                  <a:srgbClr val="4472C4"/>
                </a:solidFill>
                <a:effectLst/>
                <a:uLnTx/>
                <a:uFillTx/>
                <a:latin typeface="Times New Roman" panose="02020603050405020304"/>
                <a:ea typeface="+mn-ea"/>
                <a:cs typeface="+mn-cs"/>
              </a:rPr>
              <a:t>future AIM will </a:t>
            </a:r>
            <a:r>
              <a:rPr kumimoji="0" lang="en-GB" sz="2000" b="0" i="0" u="none" strike="noStrike" kern="1200" cap="none" spc="0" normalizeH="0" baseline="0" noProof="0" dirty="0">
                <a:ln>
                  <a:noFill/>
                </a:ln>
                <a:solidFill>
                  <a:srgbClr val="7030A0"/>
                </a:solidFill>
                <a:effectLst/>
                <a:uLnTx/>
                <a:uFillTx/>
                <a:latin typeface="Times New Roman" panose="02020603050405020304"/>
                <a:ea typeface="+mn-ea"/>
                <a:cs typeface="+mn-cs"/>
              </a:rPr>
              <a:t>adhere Strictly to Fundamental Traffic Rules</a:t>
            </a:r>
            <a:r>
              <a:rPr kumimoji="0" lang="en-GB" sz="2000" b="0" i="0" u="none" strike="noStrike" kern="1200" cap="none" spc="0" normalizeH="0" baseline="0" noProof="0" dirty="0">
                <a:ln>
                  <a:noFill/>
                </a:ln>
                <a:solidFill>
                  <a:srgbClr val="4472C4"/>
                </a:solidFill>
                <a:effectLst/>
                <a:uLnTx/>
                <a:uFillTx/>
                <a:latin typeface="Times New Roman" panose="02020603050405020304"/>
                <a:ea typeface="+mn-ea"/>
                <a:cs typeface="+mn-cs"/>
              </a:rPr>
              <a:t>, </a:t>
            </a:r>
            <a:r>
              <a:rPr kumimoji="0" lang="en-GB" sz="2000" b="0" i="0" u="none" strike="noStrike" kern="1200" cap="none" spc="0" normalizeH="0" baseline="0" noProof="0" dirty="0">
                <a:ln>
                  <a:noFill/>
                </a:ln>
                <a:solidFill>
                  <a:srgbClr val="7030A0"/>
                </a:solidFill>
                <a:effectLst/>
                <a:uLnTx/>
                <a:uFillTx/>
                <a:latin typeface="Times New Roman" panose="02020603050405020304"/>
                <a:ea typeface="+mn-ea"/>
                <a:cs typeface="+mn-cs"/>
              </a:rPr>
              <a:t>Prioritizing Safety as the Top Priority </a:t>
            </a:r>
            <a:r>
              <a:rPr lang="en-GB" sz="2000" kern="1200" dirty="0">
                <a:solidFill>
                  <a:srgbClr val="FF0000"/>
                </a:solidFill>
                <a:latin typeface="Times New Roman" panose="02020603050405020304"/>
                <a:ea typeface="+mn-ea"/>
                <a:cs typeface="+mn-cs"/>
              </a:rPr>
              <a:t>without Human Intervention</a:t>
            </a:r>
            <a:endParaRPr kumimoji="0" lang="en-SE" sz="2000" b="1" i="0" u="none" strike="noStrike" kern="1200" cap="none" spc="0" normalizeH="0" baseline="0" noProof="0" dirty="0">
              <a:ln>
                <a:noFill/>
              </a:ln>
              <a:solidFill>
                <a:srgbClr val="FF0000"/>
              </a:solidFill>
              <a:effectLst/>
              <a:uLnTx/>
              <a:uFillTx/>
              <a:latin typeface="Times New Roman" panose="02020603050405020304"/>
              <a:ea typeface="+mn-ea"/>
              <a:cs typeface="+mn-cs"/>
            </a:endParaRPr>
          </a:p>
        </p:txBody>
      </p:sp>
      <p:pic>
        <p:nvPicPr>
          <p:cNvPr id="25" name="Online Media 35" descr="Autonomous Intersection in Action">
            <a:hlinkClick r:id="" action="ppaction://media"/>
            <a:extLst>
              <a:ext uri="{FF2B5EF4-FFF2-40B4-BE49-F238E27FC236}">
                <a16:creationId xmlns:a16="http://schemas.microsoft.com/office/drawing/2014/main" id="{80C650DC-9717-5531-8B7D-04DC202343EA}"/>
              </a:ext>
            </a:extLst>
          </p:cNvPr>
          <p:cNvPicPr>
            <a:picLocks noRot="1" noChangeAspect="1"/>
          </p:cNvPicPr>
          <p:nvPr>
            <a:videoFile r:link="rId1"/>
          </p:nvPr>
        </p:nvPicPr>
        <p:blipFill>
          <a:blip r:embed="rId3"/>
          <a:stretch>
            <a:fillRect/>
          </a:stretch>
        </p:blipFill>
        <p:spPr>
          <a:xfrm>
            <a:off x="804440" y="1732246"/>
            <a:ext cx="7535119" cy="3677954"/>
          </a:xfrm>
          <a:prstGeom prst="rect">
            <a:avLst/>
          </a:prstGeom>
        </p:spPr>
      </p:pic>
    </p:spTree>
    <p:extLst>
      <p:ext uri="{BB962C8B-B14F-4D97-AF65-F5344CB8AC3E}">
        <p14:creationId xmlns:p14="http://schemas.microsoft.com/office/powerpoint/2010/main" val="31479527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25"/>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25"/>
                                        </p:tgtEl>
                                      </p:cBhvr>
                                    </p:cmd>
                                  </p:childTnLst>
                                </p:cTn>
                              </p:par>
                            </p:childTnLst>
                          </p:cTn>
                        </p:par>
                      </p:childTnLst>
                    </p:cTn>
                  </p:par>
                </p:childTnLst>
              </p:cTn>
              <p:nextCondLst>
                <p:cond evt="onClick" delay="0">
                  <p:tgtEl>
                    <p:spTgt spid="25"/>
                  </p:tgtEl>
                </p:cond>
              </p:nextCondLst>
            </p:seq>
            <p:video>
              <p:cMediaNode vol="80000">
                <p:cTn id="16" fill="hold" display="0">
                  <p:stCondLst>
                    <p:cond delay="indefinite"/>
                  </p:stCondLst>
                </p:cTn>
                <p:tgtEl>
                  <p:spTgt spid="25"/>
                </p:tgtEl>
              </p:cMediaNode>
            </p:video>
          </p:childTnLst>
        </p:cTn>
      </p:par>
    </p:tnLst>
    <p:bldLst>
      <p:bldP spid="24" grpId="0"/>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7B09AD2-CD77-4E4D-0588-2CEA63780103}"/>
            </a:ext>
          </a:extLst>
        </p:cNvPr>
        <p:cNvGrpSpPr/>
        <p:nvPr/>
      </p:nvGrpSpPr>
      <p:grpSpPr>
        <a:xfrm>
          <a:off x="0" y="0"/>
          <a:ext cx="0" cy="0"/>
          <a:chOff x="0" y="0"/>
          <a:chExt cx="0" cy="0"/>
        </a:xfrm>
      </p:grpSpPr>
      <p:sp>
        <p:nvSpPr>
          <p:cNvPr id="25603" name="Rectangle 3">
            <a:extLst>
              <a:ext uri="{FF2B5EF4-FFF2-40B4-BE49-F238E27FC236}">
                <a16:creationId xmlns:a16="http://schemas.microsoft.com/office/drawing/2014/main" id="{116C841F-6140-1476-EE05-B3F605AD8FF6}"/>
              </a:ext>
            </a:extLst>
          </p:cNvPr>
          <p:cNvSpPr>
            <a:spLocks noGrp="1" noChangeArrowheads="1"/>
          </p:cNvSpPr>
          <p:nvPr>
            <p:ph type="body" idx="1"/>
          </p:nvPr>
        </p:nvSpPr>
        <p:spPr>
          <a:xfrm>
            <a:off x="381000" y="1066800"/>
            <a:ext cx="8229600" cy="5064125"/>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b="1" dirty="0"/>
          </a:p>
          <a:p>
            <a:pPr eaLnBrk="1" hangingPunct="1">
              <a:buFont typeface="Wingdings" panose="05000000000000000000" pitchFamily="2" charset="2"/>
              <a:buNone/>
            </a:pPr>
            <a:endParaRPr lang="en-US" altLang="zh-TW" sz="2800" b="1"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3" name="Title 1">
            <a:extLst>
              <a:ext uri="{FF2B5EF4-FFF2-40B4-BE49-F238E27FC236}">
                <a16:creationId xmlns:a16="http://schemas.microsoft.com/office/drawing/2014/main" id="{DB23D179-C1DE-F32E-1EBA-4F72BDFB15DB}"/>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lvl="0">
              <a:defRPr/>
            </a:pPr>
            <a:r>
              <a:rPr lang="en-US" dirty="0"/>
              <a:t>Car-to-X (C2X) Communication</a:t>
            </a:r>
            <a:endParaRPr lang="en-US" sz="6000" dirty="0">
              <a:solidFill>
                <a:srgbClr val="000000"/>
              </a:solidFill>
            </a:endParaRPr>
          </a:p>
        </p:txBody>
      </p:sp>
      <p:sp>
        <p:nvSpPr>
          <p:cNvPr id="28" name="Rectangle 24">
            <a:extLst>
              <a:ext uri="{FF2B5EF4-FFF2-40B4-BE49-F238E27FC236}">
                <a16:creationId xmlns:a16="http://schemas.microsoft.com/office/drawing/2014/main" id="{1A4AE42C-67D2-5EA5-D496-4F6255E92BDC}"/>
              </a:ext>
            </a:extLst>
          </p:cNvPr>
          <p:cNvSpPr>
            <a:spLocks noChangeArrowheads="1"/>
          </p:cNvSpPr>
          <p:nvPr/>
        </p:nvSpPr>
        <p:spPr bwMode="auto">
          <a:xfrm>
            <a:off x="3048" y="1100159"/>
            <a:ext cx="62969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algn="l" rtl="0" fontAlgn="base">
              <a:spcBef>
                <a:spcPct val="20000"/>
              </a:spcBef>
              <a:spcAft>
                <a:spcPct val="0"/>
              </a:spcAft>
              <a:buFont typeface="Wingdings" panose="05000000000000000000" pitchFamily="2" charset="2"/>
              <a:buChar char="§"/>
              <a:defRPr/>
            </a:pPr>
            <a:r>
              <a:rPr lang="en-US" altLang="en-US" sz="2400" dirty="0">
                <a:solidFill>
                  <a:srgbClr val="0070C0"/>
                </a:solidFill>
                <a:latin typeface="Times New Roman"/>
                <a:ea typeface="+mn-ea"/>
                <a:cs typeface="+mn-cs"/>
              </a:rPr>
              <a:t>Autonomous Intersection Management (AIM):</a:t>
            </a:r>
          </a:p>
        </p:txBody>
      </p:sp>
      <p:pic>
        <p:nvPicPr>
          <p:cNvPr id="4" name="Picture 3">
            <a:extLst>
              <a:ext uri="{FF2B5EF4-FFF2-40B4-BE49-F238E27FC236}">
                <a16:creationId xmlns:a16="http://schemas.microsoft.com/office/drawing/2014/main" id="{2C97E62F-B590-92AA-FC3C-81DCCA45E451}"/>
              </a:ext>
            </a:extLst>
          </p:cNvPr>
          <p:cNvPicPr>
            <a:picLocks noChangeAspect="1"/>
          </p:cNvPicPr>
          <p:nvPr/>
        </p:nvPicPr>
        <p:blipFill>
          <a:blip r:embed="rId2"/>
          <a:srcRect/>
          <a:stretch/>
        </p:blipFill>
        <p:spPr>
          <a:xfrm>
            <a:off x="7935516" y="2882599"/>
            <a:ext cx="861012" cy="861012"/>
          </a:xfrm>
          <a:prstGeom prst="rect">
            <a:avLst/>
          </a:prstGeom>
        </p:spPr>
      </p:pic>
      <p:pic>
        <p:nvPicPr>
          <p:cNvPr id="5" name="Picture 4">
            <a:extLst>
              <a:ext uri="{FF2B5EF4-FFF2-40B4-BE49-F238E27FC236}">
                <a16:creationId xmlns:a16="http://schemas.microsoft.com/office/drawing/2014/main" id="{DA0C0FCF-1006-54DC-FE61-948A2FBCECC3}"/>
              </a:ext>
            </a:extLst>
          </p:cNvPr>
          <p:cNvPicPr>
            <a:picLocks noChangeAspect="1"/>
          </p:cNvPicPr>
          <p:nvPr/>
        </p:nvPicPr>
        <p:blipFill>
          <a:blip r:embed="rId3"/>
          <a:stretch>
            <a:fillRect/>
          </a:stretch>
        </p:blipFill>
        <p:spPr>
          <a:xfrm>
            <a:off x="6878453" y="3237585"/>
            <a:ext cx="721341" cy="480894"/>
          </a:xfrm>
          <a:prstGeom prst="rect">
            <a:avLst/>
          </a:prstGeom>
        </p:spPr>
      </p:pic>
      <p:grpSp>
        <p:nvGrpSpPr>
          <p:cNvPr id="6" name="Group 5">
            <a:extLst>
              <a:ext uri="{FF2B5EF4-FFF2-40B4-BE49-F238E27FC236}">
                <a16:creationId xmlns:a16="http://schemas.microsoft.com/office/drawing/2014/main" id="{F8DDA985-C24C-B196-4E83-057DBD547FDA}"/>
              </a:ext>
            </a:extLst>
          </p:cNvPr>
          <p:cNvGrpSpPr/>
          <p:nvPr/>
        </p:nvGrpSpPr>
        <p:grpSpPr>
          <a:xfrm>
            <a:off x="5309570" y="3821382"/>
            <a:ext cx="3292839" cy="1835621"/>
            <a:chOff x="8452130" y="3831353"/>
            <a:chExt cx="3292839" cy="1835621"/>
          </a:xfrm>
        </p:grpSpPr>
        <p:grpSp>
          <p:nvGrpSpPr>
            <p:cNvPr id="7" name="Group 6">
              <a:extLst>
                <a:ext uri="{FF2B5EF4-FFF2-40B4-BE49-F238E27FC236}">
                  <a16:creationId xmlns:a16="http://schemas.microsoft.com/office/drawing/2014/main" id="{967062CD-6298-4C2C-94B6-882CAA818DF2}"/>
                </a:ext>
              </a:extLst>
            </p:cNvPr>
            <p:cNvGrpSpPr/>
            <p:nvPr/>
          </p:nvGrpSpPr>
          <p:grpSpPr>
            <a:xfrm>
              <a:off x="8452130" y="3831353"/>
              <a:ext cx="3292839" cy="665013"/>
              <a:chOff x="8460244" y="4151624"/>
              <a:chExt cx="3292839" cy="665013"/>
            </a:xfrm>
          </p:grpSpPr>
          <p:pic>
            <p:nvPicPr>
              <p:cNvPr id="12" name="Picture 11">
                <a:extLst>
                  <a:ext uri="{FF2B5EF4-FFF2-40B4-BE49-F238E27FC236}">
                    <a16:creationId xmlns:a16="http://schemas.microsoft.com/office/drawing/2014/main" id="{8CFF7C4F-B56E-317F-2540-709B927AAB25}"/>
                  </a:ext>
                </a:extLst>
              </p:cNvPr>
              <p:cNvPicPr>
                <a:picLocks noChangeAspect="1"/>
              </p:cNvPicPr>
              <p:nvPr/>
            </p:nvPicPr>
            <p:blipFill>
              <a:blip r:embed="rId4"/>
              <a:stretch>
                <a:fillRect/>
              </a:stretch>
            </p:blipFill>
            <p:spPr>
              <a:xfrm>
                <a:off x="9135077" y="4151624"/>
                <a:ext cx="673930" cy="665013"/>
              </a:xfrm>
              <a:prstGeom prst="rect">
                <a:avLst/>
              </a:prstGeom>
            </p:spPr>
          </p:pic>
          <p:pic>
            <p:nvPicPr>
              <p:cNvPr id="13" name="Picture 12">
                <a:extLst>
                  <a:ext uri="{FF2B5EF4-FFF2-40B4-BE49-F238E27FC236}">
                    <a16:creationId xmlns:a16="http://schemas.microsoft.com/office/drawing/2014/main" id="{727F757F-7CD1-8A71-79F4-BE0B69B723BA}"/>
                  </a:ext>
                </a:extLst>
              </p:cNvPr>
              <p:cNvPicPr>
                <a:picLocks noChangeAspect="1"/>
              </p:cNvPicPr>
              <p:nvPr/>
            </p:nvPicPr>
            <p:blipFill>
              <a:blip r:embed="rId5"/>
              <a:stretch>
                <a:fillRect/>
              </a:stretch>
            </p:blipFill>
            <p:spPr>
              <a:xfrm>
                <a:off x="10196863" y="4172639"/>
                <a:ext cx="584027" cy="622982"/>
              </a:xfrm>
              <a:prstGeom prst="rect">
                <a:avLst/>
              </a:prstGeom>
            </p:spPr>
          </p:pic>
          <p:pic>
            <p:nvPicPr>
              <p:cNvPr id="14" name="Picture 13">
                <a:extLst>
                  <a:ext uri="{FF2B5EF4-FFF2-40B4-BE49-F238E27FC236}">
                    <a16:creationId xmlns:a16="http://schemas.microsoft.com/office/drawing/2014/main" id="{61DD3FB7-B956-327E-2117-777739146022}"/>
                  </a:ext>
                </a:extLst>
              </p:cNvPr>
              <p:cNvPicPr>
                <a:picLocks noChangeAspect="1"/>
              </p:cNvPicPr>
              <p:nvPr/>
            </p:nvPicPr>
            <p:blipFill>
              <a:blip r:embed="rId6"/>
              <a:stretch>
                <a:fillRect/>
              </a:stretch>
            </p:blipFill>
            <p:spPr>
              <a:xfrm>
                <a:off x="11244177" y="4229677"/>
                <a:ext cx="508906" cy="508906"/>
              </a:xfrm>
              <a:prstGeom prst="rect">
                <a:avLst/>
              </a:prstGeom>
            </p:spPr>
          </p:pic>
          <p:pic>
            <p:nvPicPr>
              <p:cNvPr id="15" name="Graphic 14" descr="Close">
                <a:extLst>
                  <a:ext uri="{FF2B5EF4-FFF2-40B4-BE49-F238E27FC236}">
                    <a16:creationId xmlns:a16="http://schemas.microsoft.com/office/drawing/2014/main" id="{219EF635-84F5-D4E5-6986-9E4F961A624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0244" y="4329127"/>
                <a:ext cx="369332" cy="293758"/>
              </a:xfrm>
              <a:prstGeom prst="rect">
                <a:avLst/>
              </a:prstGeom>
            </p:spPr>
          </p:pic>
        </p:grpSp>
        <p:pic>
          <p:nvPicPr>
            <p:cNvPr id="8" name="Picture 7">
              <a:extLst>
                <a:ext uri="{FF2B5EF4-FFF2-40B4-BE49-F238E27FC236}">
                  <a16:creationId xmlns:a16="http://schemas.microsoft.com/office/drawing/2014/main" id="{472D05FA-B4A3-8161-61D0-B80E1510E01F}"/>
                </a:ext>
              </a:extLst>
            </p:cNvPr>
            <p:cNvPicPr>
              <a:picLocks noChangeAspect="1"/>
            </p:cNvPicPr>
            <p:nvPr/>
          </p:nvPicPr>
          <p:blipFill>
            <a:blip r:embed="rId9"/>
            <a:stretch>
              <a:fillRect/>
            </a:stretch>
          </p:blipFill>
          <p:spPr>
            <a:xfrm>
              <a:off x="8880276" y="4462082"/>
              <a:ext cx="1890200" cy="1204892"/>
            </a:xfrm>
            <a:prstGeom prst="rect">
              <a:avLst/>
            </a:prstGeom>
          </p:spPr>
        </p:pic>
        <p:pic>
          <p:nvPicPr>
            <p:cNvPr id="9" name="Picture 8">
              <a:extLst>
                <a:ext uri="{FF2B5EF4-FFF2-40B4-BE49-F238E27FC236}">
                  <a16:creationId xmlns:a16="http://schemas.microsoft.com/office/drawing/2014/main" id="{E936F03D-2EE2-4F75-B6E0-9AA1A524EDD4}"/>
                </a:ext>
              </a:extLst>
            </p:cNvPr>
            <p:cNvPicPr>
              <a:picLocks noChangeAspect="1"/>
            </p:cNvPicPr>
            <p:nvPr/>
          </p:nvPicPr>
          <p:blipFill>
            <a:blip r:embed="rId4"/>
            <a:stretch>
              <a:fillRect/>
            </a:stretch>
          </p:blipFill>
          <p:spPr>
            <a:xfrm>
              <a:off x="10947782" y="5027795"/>
              <a:ext cx="576562" cy="626380"/>
            </a:xfrm>
            <a:prstGeom prst="rect">
              <a:avLst/>
            </a:prstGeom>
          </p:spPr>
        </p:pic>
        <p:pic>
          <p:nvPicPr>
            <p:cNvPr id="10" name="Picture 9">
              <a:extLst>
                <a:ext uri="{FF2B5EF4-FFF2-40B4-BE49-F238E27FC236}">
                  <a16:creationId xmlns:a16="http://schemas.microsoft.com/office/drawing/2014/main" id="{1ADFE1EF-DBF4-8E70-97F5-055472881559}"/>
                </a:ext>
              </a:extLst>
            </p:cNvPr>
            <p:cNvPicPr>
              <a:picLocks noChangeAspect="1"/>
            </p:cNvPicPr>
            <p:nvPr/>
          </p:nvPicPr>
          <p:blipFill>
            <a:blip r:embed="rId10"/>
            <a:stretch>
              <a:fillRect/>
            </a:stretch>
          </p:blipFill>
          <p:spPr>
            <a:xfrm>
              <a:off x="11078077" y="4659087"/>
              <a:ext cx="315971" cy="292713"/>
            </a:xfrm>
            <a:prstGeom prst="rect">
              <a:avLst/>
            </a:prstGeom>
          </p:spPr>
        </p:pic>
        <p:pic>
          <p:nvPicPr>
            <p:cNvPr id="11" name="Graphic 10" descr="Close">
              <a:extLst>
                <a:ext uri="{FF2B5EF4-FFF2-40B4-BE49-F238E27FC236}">
                  <a16:creationId xmlns:a16="http://schemas.microsoft.com/office/drawing/2014/main" id="{EE3473E9-E2F8-8723-06C3-6B08D1198E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52130" y="4951800"/>
              <a:ext cx="339493" cy="283820"/>
            </a:xfrm>
            <a:prstGeom prst="rect">
              <a:avLst/>
            </a:prstGeom>
          </p:spPr>
        </p:pic>
      </p:grpSp>
      <p:pic>
        <p:nvPicPr>
          <p:cNvPr id="16" name="Picture 15">
            <a:extLst>
              <a:ext uri="{FF2B5EF4-FFF2-40B4-BE49-F238E27FC236}">
                <a16:creationId xmlns:a16="http://schemas.microsoft.com/office/drawing/2014/main" id="{FAB1693F-EB2C-65F4-8C5B-074ECF9F592A}"/>
              </a:ext>
            </a:extLst>
          </p:cNvPr>
          <p:cNvPicPr>
            <a:picLocks noChangeAspect="1"/>
          </p:cNvPicPr>
          <p:nvPr/>
        </p:nvPicPr>
        <p:blipFill>
          <a:blip r:embed="rId11"/>
          <a:stretch>
            <a:fillRect/>
          </a:stretch>
        </p:blipFill>
        <p:spPr>
          <a:xfrm>
            <a:off x="6605497" y="1775823"/>
            <a:ext cx="1529128" cy="1356183"/>
          </a:xfrm>
          <a:prstGeom prst="rect">
            <a:avLst/>
          </a:prstGeom>
        </p:spPr>
      </p:pic>
      <p:sp>
        <p:nvSpPr>
          <p:cNvPr id="17" name="Rectangle 1">
            <a:extLst>
              <a:ext uri="{FF2B5EF4-FFF2-40B4-BE49-F238E27FC236}">
                <a16:creationId xmlns:a16="http://schemas.microsoft.com/office/drawing/2014/main" id="{9BCB9A8F-4F6D-0C47-612E-49C53350D621}"/>
              </a:ext>
            </a:extLst>
          </p:cNvPr>
          <p:cNvSpPr>
            <a:spLocks noChangeArrowheads="1"/>
          </p:cNvSpPr>
          <p:nvPr/>
        </p:nvSpPr>
        <p:spPr bwMode="auto">
          <a:xfrm>
            <a:off x="128195" y="1927212"/>
            <a:ext cx="606295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rgbClr val="FF0000"/>
                </a:solidFill>
                <a:effectLst/>
                <a:latin typeface="Arial" panose="020B0604020202020204" pitchFamily="34" charset="0"/>
              </a:rPr>
              <a:t>Replaces traffic lights with autonomous intersection control, where Connected and Autonomous Vehicles (CAVs) communicate with a central coordinator to avoid collisions.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20" name="TextBox 19">
            <a:extLst>
              <a:ext uri="{FF2B5EF4-FFF2-40B4-BE49-F238E27FC236}">
                <a16:creationId xmlns:a16="http://schemas.microsoft.com/office/drawing/2014/main" id="{5CAE5733-9605-578F-5840-6D0814757FD2}"/>
              </a:ext>
            </a:extLst>
          </p:cNvPr>
          <p:cNvSpPr txBox="1"/>
          <p:nvPr/>
        </p:nvSpPr>
        <p:spPr>
          <a:xfrm>
            <a:off x="128195" y="4749034"/>
            <a:ext cx="5678902" cy="1600438"/>
          </a:xfrm>
          <a:prstGeom prst="rect">
            <a:avLst/>
          </a:prstGeom>
          <a:noFill/>
        </p:spPr>
        <p:txBody>
          <a:bodyPr wrap="square">
            <a:spAutoFit/>
          </a:bodyPr>
          <a:lstStyle/>
          <a:p>
            <a:r>
              <a:rPr lang="en-US" sz="1600" dirty="0">
                <a:solidFill>
                  <a:srgbClr val="FF0000"/>
                </a:solidFill>
                <a:latin typeface="Times New Roman"/>
                <a:ea typeface="+mn-ea"/>
                <a:cs typeface="+mn-cs"/>
              </a:rPr>
              <a:t>Research Extensions:</a:t>
            </a:r>
          </a:p>
          <a:p>
            <a:pPr marL="285750" indent="-285750">
              <a:buFont typeface="Arial" panose="020B0604020202020204" pitchFamily="34" charset="0"/>
              <a:buChar char="•"/>
            </a:pPr>
            <a:r>
              <a:rPr lang="en-US" sz="1600" dirty="0">
                <a:solidFill>
                  <a:srgbClr val="000000"/>
                </a:solidFill>
                <a:latin typeface="Times New Roman"/>
                <a:ea typeface="+mn-ea"/>
                <a:cs typeface="+mn-cs"/>
              </a:rPr>
              <a:t>Robustness to Communication Delays and Packet Loss</a:t>
            </a:r>
          </a:p>
          <a:p>
            <a:pPr marL="285750" indent="-285750">
              <a:buFont typeface="Arial" panose="020B0604020202020204" pitchFamily="34" charset="0"/>
              <a:buChar char="•"/>
            </a:pPr>
            <a:r>
              <a:rPr lang="en-US" sz="1600" dirty="0">
                <a:solidFill>
                  <a:srgbClr val="000000"/>
                </a:solidFill>
                <a:latin typeface="Times New Roman"/>
                <a:ea typeface="+mn-ea"/>
                <a:cs typeface="+mn-cs"/>
              </a:rPr>
              <a:t>Human-Driven Vehicle (HDV) and CAV Coexistence Models</a:t>
            </a:r>
          </a:p>
          <a:p>
            <a:pPr marL="285750" indent="-285750">
              <a:buFont typeface="Arial" panose="020B0604020202020204" pitchFamily="34" charset="0"/>
              <a:buChar char="•"/>
            </a:pPr>
            <a:r>
              <a:rPr lang="en-US" sz="1600" dirty="0">
                <a:solidFill>
                  <a:srgbClr val="000000"/>
                </a:solidFill>
                <a:latin typeface="Times New Roman"/>
                <a:ea typeface="+mn-ea"/>
                <a:cs typeface="+mn-cs"/>
              </a:rPr>
              <a:t>Integration with Eco-Driving Strategies</a:t>
            </a:r>
          </a:p>
          <a:p>
            <a:pPr marL="285750" indent="-285750">
              <a:buFont typeface="Arial" panose="020B0604020202020204" pitchFamily="34" charset="0"/>
              <a:buChar char="•"/>
            </a:pPr>
            <a:r>
              <a:rPr lang="en-US" sz="1600" dirty="0">
                <a:solidFill>
                  <a:srgbClr val="000000"/>
                </a:solidFill>
                <a:latin typeface="Times New Roman"/>
                <a:ea typeface="+mn-ea"/>
                <a:cs typeface="+mn-cs"/>
              </a:rPr>
              <a:t>Scalability in High-Density Urban Grids</a:t>
            </a:r>
          </a:p>
          <a:p>
            <a:endParaRPr lang="en-US" dirty="0"/>
          </a:p>
        </p:txBody>
      </p:sp>
      <p:sp>
        <p:nvSpPr>
          <p:cNvPr id="21" name="TextBox 20">
            <a:extLst>
              <a:ext uri="{FF2B5EF4-FFF2-40B4-BE49-F238E27FC236}">
                <a16:creationId xmlns:a16="http://schemas.microsoft.com/office/drawing/2014/main" id="{DF1CEFD9-D243-FF8F-5FD3-7B95BD73F14D}"/>
              </a:ext>
            </a:extLst>
          </p:cNvPr>
          <p:cNvSpPr txBox="1"/>
          <p:nvPr/>
        </p:nvSpPr>
        <p:spPr>
          <a:xfrm>
            <a:off x="128195" y="2810284"/>
            <a:ext cx="5678902" cy="1846659"/>
          </a:xfrm>
          <a:prstGeom prst="rect">
            <a:avLst/>
          </a:prstGeom>
          <a:noFill/>
        </p:spPr>
        <p:txBody>
          <a:bodyPr wrap="square">
            <a:spAutoFit/>
          </a:bodyPr>
          <a:lstStyle/>
          <a:p>
            <a:r>
              <a:rPr lang="en-US" sz="1600" dirty="0">
                <a:solidFill>
                  <a:srgbClr val="FF0000"/>
                </a:solidFill>
                <a:latin typeface="Times New Roman"/>
                <a:ea typeface="+mn-ea"/>
                <a:cs typeface="+mn-cs"/>
              </a:rPr>
              <a:t>Benefits: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rgbClr val="000000"/>
                </a:solidFill>
                <a:latin typeface="Times New Roman"/>
                <a:ea typeface="+mn-ea"/>
                <a:cs typeface="+mn-cs"/>
              </a:rPr>
              <a:t>Minimal vehicle waiting time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rgbClr val="000000"/>
                </a:solidFill>
                <a:latin typeface="Times New Roman"/>
                <a:ea typeface="+mn-ea"/>
                <a:cs typeface="+mn-cs"/>
              </a:rPr>
              <a:t>Reduced fuel consumption and emissions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rgbClr val="000000"/>
                </a:solidFill>
                <a:latin typeface="Times New Roman"/>
                <a:ea typeface="+mn-ea"/>
                <a:cs typeface="+mn-cs"/>
              </a:rPr>
              <a:t>Elimination of signal delays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rgbClr val="000000"/>
                </a:solidFill>
                <a:latin typeface="Times New Roman"/>
                <a:ea typeface="+mn-ea"/>
                <a:cs typeface="+mn-cs"/>
              </a:rPr>
              <a:t>Improved intersection throughput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rgbClr val="000000"/>
                </a:solidFill>
                <a:latin typeface="Times New Roman"/>
                <a:ea typeface="+mn-ea"/>
                <a:cs typeface="+mn-cs"/>
              </a:rPr>
              <a:t>Enhanced safety</a:t>
            </a:r>
          </a:p>
          <a:p>
            <a:endParaRPr lang="en-US" dirty="0"/>
          </a:p>
        </p:txBody>
      </p:sp>
    </p:spTree>
    <p:extLst>
      <p:ext uri="{BB962C8B-B14F-4D97-AF65-F5344CB8AC3E}">
        <p14:creationId xmlns:p14="http://schemas.microsoft.com/office/powerpoint/2010/main" val="17354326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1" grpId="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3C87D42-399B-2495-DC4F-2F5399436144}"/>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3C49BE04-A68B-AD01-9C4D-8F25EDE97AAC}"/>
              </a:ext>
            </a:extLst>
          </p:cNvPr>
          <p:cNvSpPr>
            <a:spLocks noGrp="1" noChangeArrowheads="1"/>
          </p:cNvSpPr>
          <p:nvPr>
            <p:ph type="title"/>
          </p:nvPr>
        </p:nvSpPr>
        <p:spPr>
          <a:xfrm>
            <a:off x="-36576" y="1489076"/>
            <a:ext cx="8583168" cy="639062"/>
          </a:xfrm>
        </p:spPr>
        <p:txBody>
          <a:bodyPr/>
          <a:lstStyle/>
          <a:p>
            <a:pPr eaLnBrk="1" hangingPunct="1"/>
            <a:r>
              <a:rPr lang="en-US" altLang="zh-TW" sz="2400" dirty="0">
                <a:solidFill>
                  <a:srgbClr val="FF0000"/>
                </a:solidFill>
              </a:rPr>
              <a:t>Cooperative Perception and Safety Sharing</a:t>
            </a:r>
            <a:br>
              <a:rPr lang="en-US" altLang="zh-TW" sz="2400" dirty="0">
                <a:solidFill>
                  <a:srgbClr val="FF0000"/>
                </a:solidFill>
              </a:rPr>
            </a:br>
            <a:r>
              <a:rPr lang="en-US" altLang="zh-TW" sz="2400" dirty="0">
                <a:solidFill>
                  <a:srgbClr val="FF0000"/>
                </a:solidFill>
              </a:rPr>
              <a:t>Warning!!</a:t>
            </a:r>
          </a:p>
        </p:txBody>
      </p:sp>
      <p:sp>
        <p:nvSpPr>
          <p:cNvPr id="25603" name="Rectangle 3">
            <a:extLst>
              <a:ext uri="{FF2B5EF4-FFF2-40B4-BE49-F238E27FC236}">
                <a16:creationId xmlns:a16="http://schemas.microsoft.com/office/drawing/2014/main" id="{AEFBE28B-BC6E-6B5E-EF69-89FFE86A52BF}"/>
              </a:ext>
            </a:extLst>
          </p:cNvPr>
          <p:cNvSpPr>
            <a:spLocks noGrp="1" noChangeArrowheads="1"/>
          </p:cNvSpPr>
          <p:nvPr>
            <p:ph type="body" idx="1"/>
          </p:nvPr>
        </p:nvSpPr>
        <p:spPr>
          <a:xfrm>
            <a:off x="381000" y="1066800"/>
            <a:ext cx="8229600" cy="403225"/>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pic>
        <p:nvPicPr>
          <p:cNvPr id="30724" name="Picture 4">
            <a:extLst>
              <a:ext uri="{FF2B5EF4-FFF2-40B4-BE49-F238E27FC236}">
                <a16:creationId xmlns:a16="http://schemas.microsoft.com/office/drawing/2014/main" id="{7A976154-122F-9A63-9528-BA088F208C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52" y="2711450"/>
            <a:ext cx="4038600" cy="285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7">
            <a:extLst>
              <a:ext uri="{FF2B5EF4-FFF2-40B4-BE49-F238E27FC236}">
                <a16:creationId xmlns:a16="http://schemas.microsoft.com/office/drawing/2014/main" id="{372165A6-4E2C-1754-6FB2-BAE7422F4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905000"/>
            <a:ext cx="396240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9" name="Picture 9">
            <a:extLst>
              <a:ext uri="{FF2B5EF4-FFF2-40B4-BE49-F238E27FC236}">
                <a16:creationId xmlns:a16="http://schemas.microsoft.com/office/drawing/2014/main" id="{11AB8910-A3B8-1AB3-1D21-89A03550C9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75" y="4140867"/>
            <a:ext cx="396240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a:extLst>
              <a:ext uri="{FF2B5EF4-FFF2-40B4-BE49-F238E27FC236}">
                <a16:creationId xmlns:a16="http://schemas.microsoft.com/office/drawing/2014/main" id="{74706216-D03E-ED40-82C2-9EFF67B2BC23}"/>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dirty="0"/>
              <a:t>Car-to-X (C2X) Communication</a:t>
            </a:r>
            <a:endParaRPr kumimoji="0" lang="en-US" sz="3600" b="0" i="0" u="none" strike="noStrike" kern="0" cap="none" spc="0" normalizeH="0" baseline="0" noProof="0" dirty="0">
              <a:ln>
                <a:noFill/>
              </a:ln>
              <a:solidFill>
                <a:srgbClr val="000000"/>
              </a:solidFill>
              <a:effectLst/>
              <a:uLnTx/>
              <a:uFillTx/>
              <a:latin typeface="Times New Roman"/>
              <a:ea typeface="+mj-ea"/>
              <a:cs typeface="+mj-cs"/>
            </a:endParaRPr>
          </a:p>
        </p:txBody>
      </p:sp>
      <p:sp>
        <p:nvSpPr>
          <p:cNvPr id="4" name="Rectangle 4">
            <a:extLst>
              <a:ext uri="{FF2B5EF4-FFF2-40B4-BE49-F238E27FC236}">
                <a16:creationId xmlns:a16="http://schemas.microsoft.com/office/drawing/2014/main" id="{1387777F-F68A-74AF-00E4-141C3035D960}"/>
              </a:ext>
            </a:extLst>
          </p:cNvPr>
          <p:cNvSpPr txBox="1">
            <a:spLocks noChangeArrowheads="1"/>
          </p:cNvSpPr>
          <p:nvPr/>
        </p:nvSpPr>
        <p:spPr bwMode="auto">
          <a:xfrm>
            <a:off x="76200" y="1085850"/>
            <a:ext cx="6858000"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What can Car-to-X (C2X) communication  provide ?</a:t>
            </a:r>
          </a:p>
        </p:txBody>
      </p:sp>
    </p:spTree>
    <p:extLst>
      <p:ext uri="{BB962C8B-B14F-4D97-AF65-F5344CB8AC3E}">
        <p14:creationId xmlns:p14="http://schemas.microsoft.com/office/powerpoint/2010/main" val="2774561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diamond(in)">
                                      <p:cBhvr>
                                        <p:cTn id="7" dur="500"/>
                                        <p:tgtEl>
                                          <p:spTgt spid="307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0727"/>
                                        </p:tgtEl>
                                        <p:attrNameLst>
                                          <p:attrName>style.visibility</p:attrName>
                                        </p:attrNameLst>
                                      </p:cBhvr>
                                      <p:to>
                                        <p:strVal val="visible"/>
                                      </p:to>
                                    </p:set>
                                    <p:animEffect transition="in" filter="diamond(in)">
                                      <p:cBhvr>
                                        <p:cTn id="12" dur="500"/>
                                        <p:tgtEl>
                                          <p:spTgt spid="307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30729"/>
                                        </p:tgtEl>
                                        <p:attrNameLst>
                                          <p:attrName>style.visibility</p:attrName>
                                        </p:attrNameLst>
                                      </p:cBhvr>
                                      <p:to>
                                        <p:strVal val="visible"/>
                                      </p:to>
                                    </p:set>
                                    <p:animEffect transition="in" filter="diamond(in)">
                                      <p:cBhvr>
                                        <p:cTn id="17" dur="500"/>
                                        <p:tgtEl>
                                          <p:spTgt spid="30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F049E7E-FA1A-B213-39C8-3CEB760F3071}"/>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2ECB6584-DD42-4527-D269-5BDC1737E740}"/>
              </a:ext>
            </a:extLst>
          </p:cNvPr>
          <p:cNvSpPr>
            <a:spLocks noGrp="1" noChangeArrowheads="1"/>
          </p:cNvSpPr>
          <p:nvPr>
            <p:ph type="title"/>
          </p:nvPr>
        </p:nvSpPr>
        <p:spPr>
          <a:xfrm>
            <a:off x="4800600" y="2051007"/>
            <a:ext cx="4114799" cy="2368593"/>
          </a:xfrm>
        </p:spPr>
        <p:txBody>
          <a:bodyPr/>
          <a:lstStyle/>
          <a:p>
            <a:r>
              <a:rPr lang="en-US" altLang="zh-TW" sz="2000" dirty="0">
                <a:solidFill>
                  <a:srgbClr val="0070C0"/>
                </a:solidFill>
              </a:rPr>
              <a:t>Warnings!!!</a:t>
            </a:r>
            <a:br>
              <a:rPr lang="en-US" altLang="zh-TW" dirty="0">
                <a:solidFill>
                  <a:srgbClr val="FF0000"/>
                </a:solidFill>
              </a:rPr>
            </a:br>
            <a:r>
              <a:rPr lang="en-US" altLang="en-US" sz="1800" dirty="0">
                <a:solidFill>
                  <a:srgbClr val="FF0000"/>
                </a:solidFill>
                <a:latin typeface="Times New Roman"/>
                <a:ea typeface="+mn-ea"/>
                <a:cs typeface="+mn-cs"/>
              </a:rPr>
              <a:t>Incident Detection and Reporting</a:t>
            </a:r>
            <a:br>
              <a:rPr lang="en-US" altLang="en-US" sz="1800" dirty="0">
                <a:solidFill>
                  <a:srgbClr val="FF0000"/>
                </a:solidFill>
                <a:latin typeface="Times New Roman"/>
                <a:ea typeface="+mn-ea"/>
                <a:cs typeface="+mn-cs"/>
              </a:rPr>
            </a:br>
            <a:endParaRPr lang="en-US" altLang="zh-TW" dirty="0">
              <a:solidFill>
                <a:srgbClr val="FF0000"/>
              </a:solidFill>
            </a:endParaRPr>
          </a:p>
        </p:txBody>
      </p:sp>
      <p:sp>
        <p:nvSpPr>
          <p:cNvPr id="25603" name="Rectangle 3">
            <a:extLst>
              <a:ext uri="{FF2B5EF4-FFF2-40B4-BE49-F238E27FC236}">
                <a16:creationId xmlns:a16="http://schemas.microsoft.com/office/drawing/2014/main" id="{429A7007-86FE-823C-0900-295692038814}"/>
              </a:ext>
            </a:extLst>
          </p:cNvPr>
          <p:cNvSpPr>
            <a:spLocks noGrp="1" noChangeArrowheads="1"/>
          </p:cNvSpPr>
          <p:nvPr>
            <p:ph type="body" idx="1"/>
          </p:nvPr>
        </p:nvSpPr>
        <p:spPr>
          <a:xfrm>
            <a:off x="381000" y="1066800"/>
            <a:ext cx="5638800" cy="481489"/>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2" name="Rectangle 4">
            <a:extLst>
              <a:ext uri="{FF2B5EF4-FFF2-40B4-BE49-F238E27FC236}">
                <a16:creationId xmlns:a16="http://schemas.microsoft.com/office/drawing/2014/main" id="{3E71E6EC-6636-161C-FEC8-3EA073B848F4}"/>
              </a:ext>
            </a:extLst>
          </p:cNvPr>
          <p:cNvSpPr txBox="1">
            <a:spLocks noChangeArrowheads="1"/>
          </p:cNvSpPr>
          <p:nvPr/>
        </p:nvSpPr>
        <p:spPr bwMode="auto">
          <a:xfrm>
            <a:off x="156972" y="1164114"/>
            <a:ext cx="6858000"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What can Car-to-X (C2X) communication  provide ?</a:t>
            </a:r>
          </a:p>
        </p:txBody>
      </p:sp>
      <p:sp>
        <p:nvSpPr>
          <p:cNvPr id="3" name="Title 1">
            <a:extLst>
              <a:ext uri="{FF2B5EF4-FFF2-40B4-BE49-F238E27FC236}">
                <a16:creationId xmlns:a16="http://schemas.microsoft.com/office/drawing/2014/main" id="{482D4DD6-BA73-2F24-A6A3-8FB60692970B}"/>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dirty="0"/>
              <a:t>Car-to-X (C2X) Communication</a:t>
            </a:r>
            <a:endParaRPr kumimoji="0" lang="en-US" sz="3600" b="0" i="0" u="none" strike="noStrike" kern="0" cap="none" spc="0" normalizeH="0" baseline="0" noProof="0" dirty="0">
              <a:ln>
                <a:noFill/>
              </a:ln>
              <a:solidFill>
                <a:srgbClr val="000000"/>
              </a:solidFill>
              <a:effectLst/>
              <a:uLnTx/>
              <a:uFillTx/>
              <a:latin typeface="Times New Roman"/>
              <a:ea typeface="+mj-ea"/>
              <a:cs typeface="+mj-cs"/>
            </a:endParaRPr>
          </a:p>
        </p:txBody>
      </p:sp>
      <p:pic>
        <p:nvPicPr>
          <p:cNvPr id="4" name="Picture 4">
            <a:extLst>
              <a:ext uri="{FF2B5EF4-FFF2-40B4-BE49-F238E27FC236}">
                <a16:creationId xmlns:a16="http://schemas.microsoft.com/office/drawing/2014/main" id="{34588084-0A49-0183-0796-EC94947E5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051007"/>
            <a:ext cx="4267200" cy="361239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213317629"/>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4B98DAE-4643-0F3D-8176-AB250E7B2EC4}"/>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AAC5A6AE-7733-CEA3-1183-3DEC90619D15}"/>
              </a:ext>
            </a:extLst>
          </p:cNvPr>
          <p:cNvSpPr>
            <a:spLocks noGrp="1" noChangeArrowheads="1"/>
          </p:cNvSpPr>
          <p:nvPr>
            <p:ph type="title"/>
          </p:nvPr>
        </p:nvSpPr>
        <p:spPr>
          <a:xfrm>
            <a:off x="4744212" y="1135539"/>
            <a:ext cx="4267200" cy="786289"/>
          </a:xfrm>
        </p:spPr>
        <p:txBody>
          <a:bodyPr/>
          <a:lstStyle/>
          <a:p>
            <a:br>
              <a:rPr lang="en-US" altLang="zh-TW" sz="4000" dirty="0">
                <a:solidFill>
                  <a:srgbClr val="FF0000"/>
                </a:solidFill>
              </a:rPr>
            </a:br>
            <a:r>
              <a:rPr lang="en-US" altLang="en-US" sz="2000" dirty="0">
                <a:solidFill>
                  <a:srgbClr val="FF0000"/>
                </a:solidFill>
                <a:latin typeface="Times New Roman"/>
                <a:ea typeface="+mn-ea"/>
                <a:cs typeface="+mn-cs"/>
              </a:rPr>
              <a:t>Vehicle Platooning :: </a:t>
            </a:r>
            <a:r>
              <a:rPr lang="en-US" altLang="en-US" sz="2000" dirty="0">
                <a:solidFill>
                  <a:srgbClr val="000000"/>
                </a:solidFill>
                <a:latin typeface="Times New Roman"/>
                <a:ea typeface="+mn-ea"/>
                <a:cs typeface="+mn-cs"/>
              </a:rPr>
              <a:t>Eco-Driving </a:t>
            </a:r>
            <a:br>
              <a:rPr lang="en-US" altLang="en-US" sz="2000" dirty="0">
                <a:solidFill>
                  <a:srgbClr val="FF0000"/>
                </a:solidFill>
                <a:latin typeface="Times New Roman"/>
                <a:ea typeface="+mn-ea"/>
                <a:cs typeface="+mn-cs"/>
              </a:rPr>
            </a:br>
            <a:endParaRPr lang="en-US" altLang="zh-TW" sz="4000" dirty="0">
              <a:solidFill>
                <a:srgbClr val="FF0000"/>
              </a:solidFill>
            </a:endParaRPr>
          </a:p>
        </p:txBody>
      </p:sp>
      <p:sp>
        <p:nvSpPr>
          <p:cNvPr id="25603" name="Rectangle 3">
            <a:extLst>
              <a:ext uri="{FF2B5EF4-FFF2-40B4-BE49-F238E27FC236}">
                <a16:creationId xmlns:a16="http://schemas.microsoft.com/office/drawing/2014/main" id="{44B121FE-6EA4-D3F2-014C-42A9E1EF3077}"/>
              </a:ext>
            </a:extLst>
          </p:cNvPr>
          <p:cNvSpPr>
            <a:spLocks noGrp="1" noChangeArrowheads="1"/>
          </p:cNvSpPr>
          <p:nvPr>
            <p:ph type="body" idx="1"/>
          </p:nvPr>
        </p:nvSpPr>
        <p:spPr>
          <a:xfrm>
            <a:off x="381000" y="1066800"/>
            <a:ext cx="5638800" cy="481489"/>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2" name="Rectangle 4">
            <a:extLst>
              <a:ext uri="{FF2B5EF4-FFF2-40B4-BE49-F238E27FC236}">
                <a16:creationId xmlns:a16="http://schemas.microsoft.com/office/drawing/2014/main" id="{B03D3542-34A2-A265-539D-EAAAC15ADF93}"/>
              </a:ext>
            </a:extLst>
          </p:cNvPr>
          <p:cNvSpPr txBox="1">
            <a:spLocks noChangeArrowheads="1"/>
          </p:cNvSpPr>
          <p:nvPr/>
        </p:nvSpPr>
        <p:spPr bwMode="auto">
          <a:xfrm>
            <a:off x="132588" y="1024850"/>
            <a:ext cx="6858000"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What can Car-to-X (C2X) communication  provide ?</a:t>
            </a:r>
          </a:p>
        </p:txBody>
      </p:sp>
      <p:sp>
        <p:nvSpPr>
          <p:cNvPr id="3" name="Title 1">
            <a:extLst>
              <a:ext uri="{FF2B5EF4-FFF2-40B4-BE49-F238E27FC236}">
                <a16:creationId xmlns:a16="http://schemas.microsoft.com/office/drawing/2014/main" id="{07F31FF2-F74D-F66F-3EFC-F30CC52E8B4E}"/>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dirty="0"/>
              <a:t>Car-to-X (C2X) Communication</a:t>
            </a:r>
            <a:endParaRPr kumimoji="0" lang="en-US" sz="3600" b="0" i="0" u="none" strike="noStrike" kern="0" cap="none" spc="0" normalizeH="0" baseline="0" noProof="0" dirty="0">
              <a:ln>
                <a:noFill/>
              </a:ln>
              <a:solidFill>
                <a:srgbClr val="000000"/>
              </a:solidFill>
              <a:effectLst/>
              <a:uLnTx/>
              <a:uFillTx/>
              <a:latin typeface="Times New Roman"/>
              <a:ea typeface="+mj-ea"/>
              <a:cs typeface="+mj-cs"/>
            </a:endParaRPr>
          </a:p>
        </p:txBody>
      </p:sp>
      <p:pic>
        <p:nvPicPr>
          <p:cNvPr id="14" name="Picture 13" descr="A group of cars driving on a road&#10;&#10;AI-generated content may be incorrect.">
            <a:extLst>
              <a:ext uri="{FF2B5EF4-FFF2-40B4-BE49-F238E27FC236}">
                <a16:creationId xmlns:a16="http://schemas.microsoft.com/office/drawing/2014/main" id="{07DBC07D-A214-47ED-7F7A-9E5B1BB3A2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036" y="1782564"/>
            <a:ext cx="6172200" cy="4286250"/>
          </a:xfrm>
          <a:prstGeom prst="rect">
            <a:avLst/>
          </a:prstGeom>
        </p:spPr>
      </p:pic>
      <p:sp>
        <p:nvSpPr>
          <p:cNvPr id="4" name="object 2">
            <a:extLst>
              <a:ext uri="{FF2B5EF4-FFF2-40B4-BE49-F238E27FC236}">
                <a16:creationId xmlns:a16="http://schemas.microsoft.com/office/drawing/2014/main" id="{DAE44E91-D979-2399-FA59-BF4AFD853A5D}"/>
              </a:ext>
            </a:extLst>
          </p:cNvPr>
          <p:cNvSpPr txBox="1">
            <a:spLocks/>
          </p:cNvSpPr>
          <p:nvPr/>
        </p:nvSpPr>
        <p:spPr>
          <a:xfrm>
            <a:off x="551814" y="108744"/>
            <a:ext cx="8058785" cy="695325"/>
          </a:xfrm>
          <a:prstGeom prst="rect">
            <a:avLst/>
          </a:prstGeom>
          <a:ln w="28575">
            <a:solidFill>
              <a:srgbClr val="00B05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1599172263"/>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2F3AE3D-3381-05A8-448B-3195F1DBC5DE}"/>
            </a:ext>
          </a:extLst>
        </p:cNvPr>
        <p:cNvGrpSpPr/>
        <p:nvPr/>
      </p:nvGrpSpPr>
      <p:grpSpPr>
        <a:xfrm>
          <a:off x="0" y="0"/>
          <a:ext cx="0" cy="0"/>
          <a:chOff x="0" y="0"/>
          <a:chExt cx="0" cy="0"/>
        </a:xfrm>
      </p:grpSpPr>
      <p:sp>
        <p:nvSpPr>
          <p:cNvPr id="25603" name="Rectangle 3">
            <a:extLst>
              <a:ext uri="{FF2B5EF4-FFF2-40B4-BE49-F238E27FC236}">
                <a16:creationId xmlns:a16="http://schemas.microsoft.com/office/drawing/2014/main" id="{69DF5618-5A2B-CD42-C623-C70C0248A613}"/>
              </a:ext>
            </a:extLst>
          </p:cNvPr>
          <p:cNvSpPr>
            <a:spLocks noGrp="1" noChangeArrowheads="1"/>
          </p:cNvSpPr>
          <p:nvPr>
            <p:ph type="body" idx="1"/>
          </p:nvPr>
        </p:nvSpPr>
        <p:spPr>
          <a:xfrm>
            <a:off x="381000" y="1066800"/>
            <a:ext cx="5638800" cy="481489"/>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2" name="Rectangle 4">
            <a:extLst>
              <a:ext uri="{FF2B5EF4-FFF2-40B4-BE49-F238E27FC236}">
                <a16:creationId xmlns:a16="http://schemas.microsoft.com/office/drawing/2014/main" id="{2A4867CD-E57A-6123-D36E-D77E493D910A}"/>
              </a:ext>
            </a:extLst>
          </p:cNvPr>
          <p:cNvSpPr txBox="1">
            <a:spLocks noChangeArrowheads="1"/>
          </p:cNvSpPr>
          <p:nvPr/>
        </p:nvSpPr>
        <p:spPr bwMode="auto">
          <a:xfrm>
            <a:off x="152400" y="1066800"/>
            <a:ext cx="89916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lvl="0" algn="l">
              <a:defRPr/>
            </a:pPr>
            <a:r>
              <a:rPr lang="en-US" altLang="zh-TW" sz="1800" dirty="0">
                <a:solidFill>
                  <a:srgbClr val="000000"/>
                </a:solidFill>
              </a:rPr>
              <a:t>Vehicle-to-Vehicle (V2V) communication enables direct wireless data exchange between vehicles, allowing them to share real-time information such as position, speed, and braking status.</a:t>
            </a:r>
            <a:endParaRPr kumimoji="0" lang="en-US" altLang="zh-TW" sz="1800" b="0" i="0" u="none" strike="noStrike" kern="0" cap="none" spc="0" normalizeH="0" baseline="0" noProof="0" dirty="0">
              <a:ln>
                <a:noFill/>
              </a:ln>
              <a:solidFill>
                <a:srgbClr val="000000"/>
              </a:solidFill>
              <a:effectLst/>
              <a:uLnTx/>
              <a:uFillTx/>
              <a:latin typeface="Times New Roman"/>
              <a:ea typeface="+mj-ea"/>
              <a:cs typeface="+mj-cs"/>
            </a:endParaRPr>
          </a:p>
        </p:txBody>
      </p:sp>
      <p:sp>
        <p:nvSpPr>
          <p:cNvPr id="3" name="Title 1">
            <a:extLst>
              <a:ext uri="{FF2B5EF4-FFF2-40B4-BE49-F238E27FC236}">
                <a16:creationId xmlns:a16="http://schemas.microsoft.com/office/drawing/2014/main" id="{CB206E4F-4631-E4A0-C5F4-CEE7805DD35E}"/>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lvl="0">
              <a:defRPr/>
            </a:pPr>
            <a:r>
              <a:rPr lang="en-US" dirty="0"/>
              <a:t>Vehicle-to-Vehicle (V2V) Communication</a:t>
            </a:r>
            <a:endParaRPr kumimoji="0" lang="en-US" sz="3600" b="0" i="0" u="none" strike="noStrike" kern="0" cap="none" spc="0" normalizeH="0" baseline="0" noProof="0" dirty="0">
              <a:ln>
                <a:noFill/>
              </a:ln>
              <a:solidFill>
                <a:srgbClr val="000000"/>
              </a:solidFill>
              <a:effectLst/>
              <a:uLnTx/>
              <a:uFillTx/>
              <a:latin typeface="Times New Roman"/>
              <a:ea typeface="+mj-ea"/>
              <a:cs typeface="+mj-cs"/>
            </a:endParaRPr>
          </a:p>
        </p:txBody>
      </p:sp>
      <p:pic>
        <p:nvPicPr>
          <p:cNvPr id="5" name="Picture 4" descr="A diagram of a truck&#10;&#10;AI-generated content may be incorrect.">
            <a:extLst>
              <a:ext uri="{FF2B5EF4-FFF2-40B4-BE49-F238E27FC236}">
                <a16:creationId xmlns:a16="http://schemas.microsoft.com/office/drawing/2014/main" id="{00558131-E3CC-CED1-6744-6E11618E9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733800"/>
            <a:ext cx="6607128" cy="2301358"/>
          </a:xfrm>
          <a:prstGeom prst="rect">
            <a:avLst/>
          </a:prstGeom>
        </p:spPr>
      </p:pic>
      <p:sp>
        <p:nvSpPr>
          <p:cNvPr id="9" name="Rectangle 2">
            <a:extLst>
              <a:ext uri="{FF2B5EF4-FFF2-40B4-BE49-F238E27FC236}">
                <a16:creationId xmlns:a16="http://schemas.microsoft.com/office/drawing/2014/main" id="{80B00A70-A62F-1549-BDFE-C2A3F85949B9}"/>
              </a:ext>
            </a:extLst>
          </p:cNvPr>
          <p:cNvSpPr txBox="1">
            <a:spLocks noChangeArrowheads="1"/>
          </p:cNvSpPr>
          <p:nvPr/>
        </p:nvSpPr>
        <p:spPr bwMode="auto">
          <a:xfrm>
            <a:off x="140208" y="2028825"/>
            <a:ext cx="8315325" cy="153650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algn="l"/>
            <a:r>
              <a:rPr lang="en-US" altLang="zh-TW" sz="2800" dirty="0">
                <a:solidFill>
                  <a:srgbClr val="0070C0"/>
                </a:solidFill>
              </a:rPr>
              <a:t>Vehicle Platooning:: </a:t>
            </a:r>
            <a:r>
              <a:rPr lang="en-US" altLang="en-US" sz="2800" dirty="0">
                <a:solidFill>
                  <a:srgbClr val="000000"/>
                </a:solidFill>
              </a:rPr>
              <a:t>Eco-Driving </a:t>
            </a:r>
            <a:endParaRPr lang="en-US" altLang="zh-TW" sz="2800" dirty="0">
              <a:solidFill>
                <a:srgbClr val="0070C0"/>
              </a:solidFill>
            </a:endParaRPr>
          </a:p>
          <a:p>
            <a:pPr algn="l"/>
            <a:r>
              <a:rPr lang="en-US" sz="1800" b="1" dirty="0">
                <a:solidFill>
                  <a:srgbClr val="FF0000"/>
                </a:solidFill>
              </a:rPr>
              <a:t>Faster and more synchronized braking response</a:t>
            </a:r>
            <a:r>
              <a:rPr lang="en-US" sz="1800" dirty="0">
                <a:solidFill>
                  <a:srgbClr val="FF0000"/>
                </a:solidFill>
              </a:rPr>
              <a:t> </a:t>
            </a:r>
          </a:p>
          <a:p>
            <a:pPr marL="285750" indent="-285750" algn="l">
              <a:buFont typeface="Arial" panose="020B0604020202020204" pitchFamily="34" charset="0"/>
              <a:buChar char="•"/>
            </a:pPr>
            <a:r>
              <a:rPr lang="en-US" sz="1800" dirty="0">
                <a:solidFill>
                  <a:srgbClr val="FF0000"/>
                </a:solidFill>
              </a:rPr>
              <a:t>enhancing safety</a:t>
            </a:r>
          </a:p>
          <a:p>
            <a:pPr marL="285750" indent="-285750" algn="l">
              <a:buFont typeface="Arial" panose="020B0604020202020204" pitchFamily="34" charset="0"/>
              <a:buChar char="•"/>
            </a:pPr>
            <a:r>
              <a:rPr lang="en-US" sz="1800" dirty="0">
                <a:solidFill>
                  <a:srgbClr val="FF0000"/>
                </a:solidFill>
              </a:rPr>
              <a:t>enabling closer following distances</a:t>
            </a:r>
          </a:p>
          <a:p>
            <a:pPr marL="285750" indent="-285750" algn="l">
              <a:buFont typeface="Arial" panose="020B0604020202020204" pitchFamily="34" charset="0"/>
              <a:buChar char="•"/>
            </a:pPr>
            <a:r>
              <a:rPr lang="en-US" sz="1800" dirty="0">
                <a:solidFill>
                  <a:srgbClr val="FF0000"/>
                </a:solidFill>
              </a:rPr>
              <a:t>improving traffic flow efficiency</a:t>
            </a:r>
            <a:endParaRPr lang="en-US" altLang="zh-TW" sz="2800" dirty="0">
              <a:solidFill>
                <a:srgbClr val="FF0000"/>
              </a:solidFill>
            </a:endParaRPr>
          </a:p>
        </p:txBody>
      </p:sp>
      <p:sp>
        <p:nvSpPr>
          <p:cNvPr id="4" name="object 2">
            <a:extLst>
              <a:ext uri="{FF2B5EF4-FFF2-40B4-BE49-F238E27FC236}">
                <a16:creationId xmlns:a16="http://schemas.microsoft.com/office/drawing/2014/main" id="{548649F7-2B5F-AC18-A72C-15AC8C812965}"/>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0459090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177B40D-C594-3021-2ED5-11A27BB6D049}"/>
            </a:ext>
          </a:extLst>
        </p:cNvPr>
        <p:cNvGrpSpPr/>
        <p:nvPr/>
      </p:nvGrpSpPr>
      <p:grpSpPr>
        <a:xfrm>
          <a:off x="0" y="0"/>
          <a:ext cx="0" cy="0"/>
          <a:chOff x="0" y="0"/>
          <a:chExt cx="0" cy="0"/>
        </a:xfrm>
      </p:grpSpPr>
      <p:sp>
        <p:nvSpPr>
          <p:cNvPr id="25603" name="Rectangle 3">
            <a:extLst>
              <a:ext uri="{FF2B5EF4-FFF2-40B4-BE49-F238E27FC236}">
                <a16:creationId xmlns:a16="http://schemas.microsoft.com/office/drawing/2014/main" id="{89448DD8-E09B-64FE-5999-9B039490EAE0}"/>
              </a:ext>
            </a:extLst>
          </p:cNvPr>
          <p:cNvSpPr>
            <a:spLocks noGrp="1" noChangeArrowheads="1"/>
          </p:cNvSpPr>
          <p:nvPr>
            <p:ph type="body" idx="1"/>
          </p:nvPr>
        </p:nvSpPr>
        <p:spPr>
          <a:xfrm>
            <a:off x="762000" y="1194642"/>
            <a:ext cx="2209800" cy="481489"/>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3" name="Title 1">
            <a:extLst>
              <a:ext uri="{FF2B5EF4-FFF2-40B4-BE49-F238E27FC236}">
                <a16:creationId xmlns:a16="http://schemas.microsoft.com/office/drawing/2014/main" id="{6E6DE50C-5428-099A-B14E-CE02BF0325F6}"/>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lvl="0">
              <a:defRPr/>
            </a:pPr>
            <a:r>
              <a:rPr lang="en-US" dirty="0"/>
              <a:t>Vehicle-to-Vehicle (V2V) Communication</a:t>
            </a:r>
            <a:endParaRPr kumimoji="0" lang="en-US" sz="3600" b="0" i="0" u="none" strike="noStrike" kern="0" cap="none" spc="0" normalizeH="0" baseline="0" noProof="0" dirty="0">
              <a:ln>
                <a:noFill/>
              </a:ln>
              <a:solidFill>
                <a:srgbClr val="000000"/>
              </a:solidFill>
              <a:effectLst/>
              <a:uLnTx/>
              <a:uFillTx/>
              <a:latin typeface="Times New Roman"/>
              <a:ea typeface="+mj-ea"/>
              <a:cs typeface="+mj-cs"/>
            </a:endParaRPr>
          </a:p>
        </p:txBody>
      </p:sp>
      <p:pic>
        <p:nvPicPr>
          <p:cNvPr id="5" name="Picture 4" descr="A diagram of a truck&#10;&#10;AI-generated content may be incorrect.">
            <a:extLst>
              <a:ext uri="{FF2B5EF4-FFF2-40B4-BE49-F238E27FC236}">
                <a16:creationId xmlns:a16="http://schemas.microsoft.com/office/drawing/2014/main" id="{23134E7F-4F97-0B0F-0777-C8EABEA5CB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733800"/>
            <a:ext cx="4812893" cy="1676400"/>
          </a:xfrm>
          <a:prstGeom prst="rect">
            <a:avLst/>
          </a:prstGeom>
        </p:spPr>
      </p:pic>
      <p:sp>
        <p:nvSpPr>
          <p:cNvPr id="6" name="Rectangle 1">
            <a:extLst>
              <a:ext uri="{FF2B5EF4-FFF2-40B4-BE49-F238E27FC236}">
                <a16:creationId xmlns:a16="http://schemas.microsoft.com/office/drawing/2014/main" id="{4E4E6C6C-47EC-C148-EC62-E33A609FEC72}"/>
              </a:ext>
            </a:extLst>
          </p:cNvPr>
          <p:cNvSpPr>
            <a:spLocks noChangeArrowheads="1"/>
          </p:cNvSpPr>
          <p:nvPr/>
        </p:nvSpPr>
        <p:spPr bwMode="auto">
          <a:xfrm>
            <a:off x="3133725" y="1143000"/>
            <a:ext cx="60102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Depends on </a:t>
            </a:r>
            <a:r>
              <a:rPr kumimoji="0" lang="en-US" altLang="en-US" sz="1600" b="1" i="0" u="none" strike="noStrike" cap="none" normalizeH="0" baseline="0" dirty="0">
                <a:ln>
                  <a:noFill/>
                </a:ln>
                <a:solidFill>
                  <a:schemeClr val="tx1"/>
                </a:solidFill>
                <a:effectLst/>
                <a:latin typeface="Arial" panose="020B0604020202020204" pitchFamily="34" charset="0"/>
              </a:rPr>
              <a:t>human perception and reaction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Causes </a:t>
            </a:r>
            <a:r>
              <a:rPr kumimoji="0" lang="en-US" altLang="en-US" sz="1600" b="1" i="0" u="none" strike="noStrike" cap="none" normalizeH="0" baseline="0" dirty="0">
                <a:ln>
                  <a:noFill/>
                </a:ln>
                <a:solidFill>
                  <a:schemeClr val="tx1"/>
                </a:solidFill>
                <a:effectLst/>
                <a:latin typeface="Arial" panose="020B0604020202020204" pitchFamily="34" charset="0"/>
              </a:rPr>
              <a:t>significant brake lag</a:t>
            </a:r>
            <a:r>
              <a:rPr kumimoji="0" lang="en-US" altLang="en-US" sz="1600" b="0" i="0" u="none" strike="noStrike" cap="none" normalizeH="0" baseline="0" dirty="0">
                <a:ln>
                  <a:noFill/>
                </a:ln>
                <a:solidFill>
                  <a:schemeClr val="tx1"/>
                </a:solidFill>
                <a:effectLst/>
                <a:latin typeface="Arial" panose="020B0604020202020204" pitchFamily="34" charset="0"/>
              </a:rPr>
              <a:t> and larger following distances.</a:t>
            </a:r>
          </a:p>
        </p:txBody>
      </p:sp>
      <p:sp>
        <p:nvSpPr>
          <p:cNvPr id="7" name="TextBox 6">
            <a:extLst>
              <a:ext uri="{FF2B5EF4-FFF2-40B4-BE49-F238E27FC236}">
                <a16:creationId xmlns:a16="http://schemas.microsoft.com/office/drawing/2014/main" id="{075FFA37-95FE-B9FC-0BB4-FD1FD2AACD89}"/>
              </a:ext>
            </a:extLst>
          </p:cNvPr>
          <p:cNvSpPr txBox="1"/>
          <p:nvPr/>
        </p:nvSpPr>
        <p:spPr>
          <a:xfrm>
            <a:off x="1295400" y="1009976"/>
            <a:ext cx="1976628" cy="369332"/>
          </a:xfrm>
          <a:prstGeom prst="rect">
            <a:avLst/>
          </a:prstGeom>
          <a:noFill/>
        </p:spPr>
        <p:txBody>
          <a:bodyPr wrap="square">
            <a:spAutoFit/>
          </a:bodyPr>
          <a:lstStyle/>
          <a:p>
            <a:r>
              <a:rPr lang="en-US" dirty="0">
                <a:solidFill>
                  <a:srgbClr val="FF0000"/>
                </a:solidFill>
              </a:rPr>
              <a:t>Manual Driving:</a:t>
            </a:r>
          </a:p>
        </p:txBody>
      </p:sp>
      <p:sp>
        <p:nvSpPr>
          <p:cNvPr id="8" name="Rectangle 1">
            <a:extLst>
              <a:ext uri="{FF2B5EF4-FFF2-40B4-BE49-F238E27FC236}">
                <a16:creationId xmlns:a16="http://schemas.microsoft.com/office/drawing/2014/main" id="{D65A6A49-3051-3D3A-2752-37608DF577B1}"/>
              </a:ext>
            </a:extLst>
          </p:cNvPr>
          <p:cNvSpPr>
            <a:spLocks noChangeArrowheads="1"/>
          </p:cNvSpPr>
          <p:nvPr/>
        </p:nvSpPr>
        <p:spPr bwMode="auto">
          <a:xfrm>
            <a:off x="3133725" y="1946641"/>
            <a:ext cx="57816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Uses sensors to detect deceleration.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Reduces reaction time but still has </a:t>
            </a:r>
            <a:r>
              <a:rPr kumimoji="0" lang="en-US" altLang="en-US" sz="1600" b="1" i="0" u="none" strike="noStrike" cap="none" normalizeH="0" baseline="0" dirty="0">
                <a:ln>
                  <a:noFill/>
                </a:ln>
                <a:solidFill>
                  <a:schemeClr val="tx1"/>
                </a:solidFill>
                <a:effectLst/>
                <a:latin typeface="Arial" panose="020B0604020202020204" pitchFamily="34" charset="0"/>
              </a:rPr>
              <a:t>processing delays</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sp>
        <p:nvSpPr>
          <p:cNvPr id="11" name="TextBox 10">
            <a:extLst>
              <a:ext uri="{FF2B5EF4-FFF2-40B4-BE49-F238E27FC236}">
                <a16:creationId xmlns:a16="http://schemas.microsoft.com/office/drawing/2014/main" id="{1BEE536C-086E-9C6A-E8DE-6CAD3311BFC4}"/>
              </a:ext>
            </a:extLst>
          </p:cNvPr>
          <p:cNvSpPr txBox="1"/>
          <p:nvPr/>
        </p:nvSpPr>
        <p:spPr>
          <a:xfrm>
            <a:off x="466535" y="1727775"/>
            <a:ext cx="2586228" cy="369332"/>
          </a:xfrm>
          <a:prstGeom prst="rect">
            <a:avLst/>
          </a:prstGeom>
          <a:noFill/>
        </p:spPr>
        <p:txBody>
          <a:bodyPr wrap="square">
            <a:spAutoFit/>
          </a:bodyPr>
          <a:lstStyle/>
          <a:p>
            <a:r>
              <a:rPr lang="en-US" dirty="0">
                <a:solidFill>
                  <a:srgbClr val="0070C0"/>
                </a:solidFill>
              </a:rPr>
              <a:t>Radar-Based Systems:</a:t>
            </a:r>
          </a:p>
        </p:txBody>
      </p:sp>
      <p:sp>
        <p:nvSpPr>
          <p:cNvPr id="13" name="TextBox 12">
            <a:extLst>
              <a:ext uri="{FF2B5EF4-FFF2-40B4-BE49-F238E27FC236}">
                <a16:creationId xmlns:a16="http://schemas.microsoft.com/office/drawing/2014/main" id="{44C8B59C-AE7A-7CE4-CAF4-A91A25C6308B}"/>
              </a:ext>
            </a:extLst>
          </p:cNvPr>
          <p:cNvSpPr txBox="1"/>
          <p:nvPr/>
        </p:nvSpPr>
        <p:spPr>
          <a:xfrm>
            <a:off x="535686" y="2628399"/>
            <a:ext cx="2662428" cy="369332"/>
          </a:xfrm>
          <a:prstGeom prst="rect">
            <a:avLst/>
          </a:prstGeom>
          <a:noFill/>
        </p:spPr>
        <p:txBody>
          <a:bodyPr wrap="square">
            <a:spAutoFit/>
          </a:bodyPr>
          <a:lstStyle/>
          <a:p>
            <a:r>
              <a:rPr lang="en-US" dirty="0">
                <a:solidFill>
                  <a:srgbClr val="7030A0"/>
                </a:solidFill>
              </a:rPr>
              <a:t>V2V-Based Platooning:</a:t>
            </a:r>
          </a:p>
        </p:txBody>
      </p:sp>
      <p:sp>
        <p:nvSpPr>
          <p:cNvPr id="15" name="TextBox 14">
            <a:extLst>
              <a:ext uri="{FF2B5EF4-FFF2-40B4-BE49-F238E27FC236}">
                <a16:creationId xmlns:a16="http://schemas.microsoft.com/office/drawing/2014/main" id="{F3939F41-F224-07FA-39D9-989222CC21A3}"/>
              </a:ext>
            </a:extLst>
          </p:cNvPr>
          <p:cNvSpPr txBox="1"/>
          <p:nvPr/>
        </p:nvSpPr>
        <p:spPr>
          <a:xfrm>
            <a:off x="2667000" y="2495698"/>
            <a:ext cx="6396228" cy="1077218"/>
          </a:xfrm>
          <a:prstGeom prst="rect">
            <a:avLst/>
          </a:prstGeom>
          <a:noFill/>
        </p:spPr>
        <p:txBody>
          <a:bodyPr wrap="square">
            <a:spAutoFit/>
          </a:bodyPr>
          <a:lstStyle/>
          <a:p>
            <a:pPr>
              <a:buFont typeface="+mj-lt"/>
              <a:buAutoNum type="arabicPeriod"/>
            </a:pPr>
            <a:endParaRPr lang="en-US" sz="1600" dirty="0"/>
          </a:p>
          <a:p>
            <a:pPr marL="742950" lvl="1" indent="-285750">
              <a:buFont typeface="Arial" panose="020B0604020202020204" pitchFamily="34" charset="0"/>
              <a:buChar char="•"/>
            </a:pPr>
            <a:r>
              <a:rPr lang="en-US" sz="1600" dirty="0"/>
              <a:t>Shares braking information </a:t>
            </a:r>
            <a:r>
              <a:rPr lang="en-US" sz="1600" b="1" dirty="0"/>
              <a:t>wirelessly and instantly</a:t>
            </a:r>
            <a:r>
              <a:rPr lang="en-US" sz="1600" dirty="0"/>
              <a:t>.</a:t>
            </a:r>
          </a:p>
          <a:p>
            <a:pPr marL="742950" lvl="1" indent="-285750">
              <a:buFont typeface="Arial" panose="020B0604020202020204" pitchFamily="34" charset="0"/>
              <a:buChar char="•"/>
            </a:pPr>
            <a:r>
              <a:rPr lang="en-US" sz="1600" dirty="0"/>
              <a:t>Enables </a:t>
            </a:r>
            <a:r>
              <a:rPr lang="en-US" sz="1600" b="1" dirty="0"/>
              <a:t>simultaneous braking</a:t>
            </a:r>
            <a:r>
              <a:rPr lang="en-US" sz="1600" dirty="0"/>
              <a:t>, minimizing brake lag and allowing </a:t>
            </a:r>
            <a:r>
              <a:rPr lang="en-US" sz="1600" b="1" dirty="0"/>
              <a:t>closer spacing</a:t>
            </a:r>
            <a:r>
              <a:rPr lang="en-US" sz="1600" dirty="0"/>
              <a:t>.</a:t>
            </a:r>
          </a:p>
        </p:txBody>
      </p:sp>
      <p:sp>
        <p:nvSpPr>
          <p:cNvPr id="17" name="TextBox 16">
            <a:extLst>
              <a:ext uri="{FF2B5EF4-FFF2-40B4-BE49-F238E27FC236}">
                <a16:creationId xmlns:a16="http://schemas.microsoft.com/office/drawing/2014/main" id="{B2FB0E44-D7AF-DB9C-9208-B3C1DD299110}"/>
              </a:ext>
            </a:extLst>
          </p:cNvPr>
          <p:cNvSpPr txBox="1"/>
          <p:nvPr/>
        </p:nvSpPr>
        <p:spPr>
          <a:xfrm>
            <a:off x="228600" y="5455306"/>
            <a:ext cx="8834628" cy="830997"/>
          </a:xfrm>
          <a:prstGeom prst="rect">
            <a:avLst/>
          </a:prstGeom>
          <a:noFill/>
        </p:spPr>
        <p:txBody>
          <a:bodyPr wrap="square">
            <a:spAutoFit/>
          </a:bodyPr>
          <a:lstStyle/>
          <a:p>
            <a:pPr algn="just"/>
            <a:r>
              <a:rPr lang="en-US" sz="1600" dirty="0"/>
              <a:t>Vehicle-to-Vehicle (V2V) communication enhances emergency braking in truck platooning by enabling </a:t>
            </a:r>
            <a:r>
              <a:rPr lang="en-US" sz="1600" b="1" dirty="0"/>
              <a:t>faster and synchronized braking responses</a:t>
            </a:r>
            <a:r>
              <a:rPr lang="en-US" sz="1600" dirty="0"/>
              <a:t> across all vehicles, improving both </a:t>
            </a:r>
            <a:r>
              <a:rPr lang="en-US" sz="1600" b="1" dirty="0"/>
              <a:t>safety</a:t>
            </a:r>
            <a:r>
              <a:rPr lang="en-US" sz="1600" dirty="0"/>
              <a:t> and </a:t>
            </a:r>
            <a:r>
              <a:rPr lang="en-US" sz="1600" b="1" dirty="0"/>
              <a:t>traffic flow efficiency</a:t>
            </a:r>
            <a:r>
              <a:rPr lang="en-US" sz="1600" dirty="0"/>
              <a:t> compared to traditional systems.</a:t>
            </a:r>
          </a:p>
        </p:txBody>
      </p:sp>
      <p:sp>
        <p:nvSpPr>
          <p:cNvPr id="2" name="object 2">
            <a:extLst>
              <a:ext uri="{FF2B5EF4-FFF2-40B4-BE49-F238E27FC236}">
                <a16:creationId xmlns:a16="http://schemas.microsoft.com/office/drawing/2014/main" id="{3FC5C12D-DD98-8C4A-4035-8A9C42EECD00}"/>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36718766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1" grpId="0"/>
      <p:bldP spid="13" grpId="0"/>
      <p:bldP spid="15" grpId="0"/>
      <p:bldP spid="17" grpId="0"/>
    </p:bld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695F0F4-2766-5282-B26F-07237C1C2137}"/>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30B4E31E-0756-E9AF-ECCD-C063A32924D7}"/>
              </a:ext>
            </a:extLst>
          </p:cNvPr>
          <p:cNvSpPr>
            <a:spLocks noGrp="1" noChangeArrowheads="1"/>
          </p:cNvSpPr>
          <p:nvPr>
            <p:ph type="title"/>
          </p:nvPr>
        </p:nvSpPr>
        <p:spPr>
          <a:xfrm>
            <a:off x="447675" y="1809052"/>
            <a:ext cx="7858125" cy="786289"/>
          </a:xfrm>
        </p:spPr>
        <p:txBody>
          <a:bodyPr/>
          <a:lstStyle/>
          <a:p>
            <a:r>
              <a:rPr lang="en-US" altLang="zh-TW" sz="2800" dirty="0">
                <a:solidFill>
                  <a:srgbClr val="FF0000"/>
                </a:solidFill>
              </a:rPr>
              <a:t>Vehicle Platooning for Improved Fuel Efficiency through</a:t>
            </a:r>
            <a:r>
              <a:rPr lang="en-US" altLang="zh-TW" sz="2800" dirty="0">
                <a:solidFill>
                  <a:srgbClr val="0070C0"/>
                </a:solidFill>
              </a:rPr>
              <a:t> Reduced Aerodynamic Drag</a:t>
            </a:r>
          </a:p>
        </p:txBody>
      </p:sp>
      <p:sp>
        <p:nvSpPr>
          <p:cNvPr id="25603" name="Rectangle 3">
            <a:extLst>
              <a:ext uri="{FF2B5EF4-FFF2-40B4-BE49-F238E27FC236}">
                <a16:creationId xmlns:a16="http://schemas.microsoft.com/office/drawing/2014/main" id="{648B7D8A-CF8F-AF23-1E27-54D00DCF6853}"/>
              </a:ext>
            </a:extLst>
          </p:cNvPr>
          <p:cNvSpPr>
            <a:spLocks noGrp="1" noChangeArrowheads="1"/>
          </p:cNvSpPr>
          <p:nvPr>
            <p:ph type="body" idx="1"/>
          </p:nvPr>
        </p:nvSpPr>
        <p:spPr>
          <a:xfrm>
            <a:off x="381000" y="1066800"/>
            <a:ext cx="5638800" cy="481489"/>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2" name="Rectangle 4">
            <a:extLst>
              <a:ext uri="{FF2B5EF4-FFF2-40B4-BE49-F238E27FC236}">
                <a16:creationId xmlns:a16="http://schemas.microsoft.com/office/drawing/2014/main" id="{5F23D66A-25E2-764A-6415-BDA38E8C47D1}"/>
              </a:ext>
            </a:extLst>
          </p:cNvPr>
          <p:cNvSpPr txBox="1">
            <a:spLocks noChangeArrowheads="1"/>
          </p:cNvSpPr>
          <p:nvPr/>
        </p:nvSpPr>
        <p:spPr bwMode="auto">
          <a:xfrm>
            <a:off x="156972" y="1164114"/>
            <a:ext cx="8834628"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algn="l">
              <a:defRPr/>
            </a:pP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What can </a:t>
            </a:r>
            <a:r>
              <a:rPr lang="en-US" sz="2000" dirty="0"/>
              <a:t>V2V </a:t>
            </a: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communication  provide ?</a:t>
            </a:r>
          </a:p>
        </p:txBody>
      </p:sp>
      <p:sp>
        <p:nvSpPr>
          <p:cNvPr id="3" name="Title 1">
            <a:extLst>
              <a:ext uri="{FF2B5EF4-FFF2-40B4-BE49-F238E27FC236}">
                <a16:creationId xmlns:a16="http://schemas.microsoft.com/office/drawing/2014/main" id="{8FF3A307-A10F-B1FB-064F-7DB32DD1EF97}"/>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lvl="0">
              <a:defRPr/>
            </a:pPr>
            <a:r>
              <a:rPr lang="en-US" dirty="0"/>
              <a:t>Vehicle-to-Vehicle (V2V) Communication</a:t>
            </a:r>
            <a:endParaRPr lang="en-US" sz="6000" dirty="0">
              <a:solidFill>
                <a:srgbClr val="000000"/>
              </a:solidFill>
            </a:endParaRPr>
          </a:p>
        </p:txBody>
      </p:sp>
      <p:pic>
        <p:nvPicPr>
          <p:cNvPr id="6" name="Picture 5" descr="A drawing of cars and a bus&#10;&#10;AI-generated content may be incorrect.">
            <a:extLst>
              <a:ext uri="{FF2B5EF4-FFF2-40B4-BE49-F238E27FC236}">
                <a16:creationId xmlns:a16="http://schemas.microsoft.com/office/drawing/2014/main" id="{B15ED6FA-3459-6507-532D-788389C7B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156" y="2819400"/>
            <a:ext cx="7948637" cy="3267773"/>
          </a:xfrm>
          <a:prstGeom prst="rect">
            <a:avLst/>
          </a:prstGeom>
        </p:spPr>
      </p:pic>
      <p:sp>
        <p:nvSpPr>
          <p:cNvPr id="4" name="object 2">
            <a:extLst>
              <a:ext uri="{FF2B5EF4-FFF2-40B4-BE49-F238E27FC236}">
                <a16:creationId xmlns:a16="http://schemas.microsoft.com/office/drawing/2014/main" id="{481AA424-7284-B44B-8B9B-28F70235EE2E}"/>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11741048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65F8F7E-CBBF-E07B-8483-89449E41CCFE}"/>
            </a:ext>
          </a:extLst>
        </p:cNvPr>
        <p:cNvGrpSpPr/>
        <p:nvPr/>
      </p:nvGrpSpPr>
      <p:grpSpPr>
        <a:xfrm>
          <a:off x="0" y="0"/>
          <a:ext cx="0" cy="0"/>
          <a:chOff x="0" y="0"/>
          <a:chExt cx="0" cy="0"/>
        </a:xfrm>
      </p:grpSpPr>
      <p:sp>
        <p:nvSpPr>
          <p:cNvPr id="25603" name="Rectangle 3">
            <a:extLst>
              <a:ext uri="{FF2B5EF4-FFF2-40B4-BE49-F238E27FC236}">
                <a16:creationId xmlns:a16="http://schemas.microsoft.com/office/drawing/2014/main" id="{66F89304-D4CD-3DF0-4E9B-DEBAFC4B620B}"/>
              </a:ext>
            </a:extLst>
          </p:cNvPr>
          <p:cNvSpPr>
            <a:spLocks noGrp="1" noChangeArrowheads="1"/>
          </p:cNvSpPr>
          <p:nvPr>
            <p:ph type="body" idx="1"/>
          </p:nvPr>
        </p:nvSpPr>
        <p:spPr>
          <a:xfrm>
            <a:off x="381000" y="1066800"/>
            <a:ext cx="5638800" cy="481489"/>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2" name="Rectangle 4">
            <a:extLst>
              <a:ext uri="{FF2B5EF4-FFF2-40B4-BE49-F238E27FC236}">
                <a16:creationId xmlns:a16="http://schemas.microsoft.com/office/drawing/2014/main" id="{3F3275A9-F93B-19B5-D882-5CE447F0051B}"/>
              </a:ext>
            </a:extLst>
          </p:cNvPr>
          <p:cNvSpPr txBox="1">
            <a:spLocks noChangeArrowheads="1"/>
          </p:cNvSpPr>
          <p:nvPr/>
        </p:nvSpPr>
        <p:spPr bwMode="auto">
          <a:xfrm>
            <a:off x="156972" y="1164114"/>
            <a:ext cx="6858000"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What can V2V communication  provide ?</a:t>
            </a:r>
          </a:p>
        </p:txBody>
      </p:sp>
      <p:sp>
        <p:nvSpPr>
          <p:cNvPr id="3" name="Title 1">
            <a:extLst>
              <a:ext uri="{FF2B5EF4-FFF2-40B4-BE49-F238E27FC236}">
                <a16:creationId xmlns:a16="http://schemas.microsoft.com/office/drawing/2014/main" id="{9D77A8FC-9C0D-BC72-7838-433F906437A2}"/>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lvl="0">
              <a:defRPr/>
            </a:pPr>
            <a:r>
              <a:rPr lang="en-US" dirty="0"/>
              <a:t>Vehicle-to-Vehicle (V2V) Communication</a:t>
            </a:r>
            <a:endParaRPr lang="en-US" sz="6000" dirty="0">
              <a:solidFill>
                <a:srgbClr val="000000"/>
              </a:solidFill>
            </a:endParaRPr>
          </a:p>
        </p:txBody>
      </p:sp>
      <p:pic>
        <p:nvPicPr>
          <p:cNvPr id="9" name="Picture 8" descr="A group of trucks driving on a snowy road&#10;&#10;AI-generated content may be incorrect.">
            <a:extLst>
              <a:ext uri="{FF2B5EF4-FFF2-40B4-BE49-F238E27FC236}">
                <a16:creationId xmlns:a16="http://schemas.microsoft.com/office/drawing/2014/main" id="{5FD4842B-B507-B00A-74F3-CD270091FF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6972" y="2438400"/>
            <a:ext cx="4643628" cy="2316978"/>
          </a:xfrm>
          <a:prstGeom prst="rect">
            <a:avLst/>
          </a:prstGeom>
        </p:spPr>
      </p:pic>
      <p:sp>
        <p:nvSpPr>
          <p:cNvPr id="7" name="Rectangle 2">
            <a:extLst>
              <a:ext uri="{FF2B5EF4-FFF2-40B4-BE49-F238E27FC236}">
                <a16:creationId xmlns:a16="http://schemas.microsoft.com/office/drawing/2014/main" id="{64F49F7E-016C-96D3-5652-6A6101B21F21}"/>
              </a:ext>
            </a:extLst>
          </p:cNvPr>
          <p:cNvSpPr txBox="1">
            <a:spLocks noChangeArrowheads="1"/>
          </p:cNvSpPr>
          <p:nvPr/>
        </p:nvSpPr>
        <p:spPr bwMode="auto">
          <a:xfrm>
            <a:off x="423672" y="1557433"/>
            <a:ext cx="7858125" cy="78628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r>
              <a:rPr lang="en-US" altLang="zh-TW" sz="2800" dirty="0">
                <a:solidFill>
                  <a:srgbClr val="FF0000"/>
                </a:solidFill>
              </a:rPr>
              <a:t>Vehicle Platooning for Improved Fuel Efficiency through</a:t>
            </a:r>
            <a:r>
              <a:rPr lang="en-US" altLang="zh-TW" sz="2800" dirty="0">
                <a:solidFill>
                  <a:srgbClr val="0070C0"/>
                </a:solidFill>
              </a:rPr>
              <a:t> Reduced Aerodynamic Drag</a:t>
            </a:r>
          </a:p>
        </p:txBody>
      </p:sp>
      <p:grpSp>
        <p:nvGrpSpPr>
          <p:cNvPr id="12" name="Group 11">
            <a:extLst>
              <a:ext uri="{FF2B5EF4-FFF2-40B4-BE49-F238E27FC236}">
                <a16:creationId xmlns:a16="http://schemas.microsoft.com/office/drawing/2014/main" id="{A9346FDB-A930-A0ED-AF3C-080F132B16FB}"/>
              </a:ext>
            </a:extLst>
          </p:cNvPr>
          <p:cNvGrpSpPr/>
          <p:nvPr/>
        </p:nvGrpSpPr>
        <p:grpSpPr>
          <a:xfrm>
            <a:off x="3200400" y="4282424"/>
            <a:ext cx="5934075" cy="2036286"/>
            <a:chOff x="213360" y="2418506"/>
            <a:chExt cx="5427405" cy="1781465"/>
          </a:xfrm>
        </p:grpSpPr>
        <p:pic>
          <p:nvPicPr>
            <p:cNvPr id="8" name="Picture 7">
              <a:extLst>
                <a:ext uri="{FF2B5EF4-FFF2-40B4-BE49-F238E27FC236}">
                  <a16:creationId xmlns:a16="http://schemas.microsoft.com/office/drawing/2014/main" id="{7D959ED0-72A6-AA23-A4FD-CEDBB390F23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3360" y="2418506"/>
              <a:ext cx="5427405" cy="1781465"/>
            </a:xfrm>
            <a:prstGeom prst="rect">
              <a:avLst/>
            </a:prstGeom>
          </p:spPr>
        </p:pic>
        <p:sp>
          <p:nvSpPr>
            <p:cNvPr id="11" name="Rectangle 10">
              <a:extLst>
                <a:ext uri="{FF2B5EF4-FFF2-40B4-BE49-F238E27FC236}">
                  <a16:creationId xmlns:a16="http://schemas.microsoft.com/office/drawing/2014/main" id="{01277422-DA01-C890-7296-21696EC24D3C}"/>
                </a:ext>
              </a:extLst>
            </p:cNvPr>
            <p:cNvSpPr/>
            <p:nvPr/>
          </p:nvSpPr>
          <p:spPr>
            <a:xfrm>
              <a:off x="4800600" y="2430698"/>
              <a:ext cx="763965" cy="6737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object 2">
            <a:extLst>
              <a:ext uri="{FF2B5EF4-FFF2-40B4-BE49-F238E27FC236}">
                <a16:creationId xmlns:a16="http://schemas.microsoft.com/office/drawing/2014/main" id="{DA3C2A49-3DE2-B736-DBE6-D5B90BE7D83C}"/>
              </a:ext>
            </a:extLst>
          </p:cNvPr>
          <p:cNvSpPr txBox="1">
            <a:spLocks/>
          </p:cNvSpPr>
          <p:nvPr/>
        </p:nvSpPr>
        <p:spPr>
          <a:xfrm>
            <a:off x="551814" y="108744"/>
            <a:ext cx="8058785" cy="695325"/>
          </a:xfrm>
          <a:prstGeom prst="rect">
            <a:avLst/>
          </a:prstGeom>
          <a:ln w="28575">
            <a:solidFill>
              <a:srgbClr val="FF0000"/>
            </a:solidFill>
          </a:ln>
        </p:spPr>
        <p:txBody>
          <a:bodyPr wrap="square" lIns="0" tIns="12065" rIns="0" bIns="0">
            <a:spAutoFit/>
          </a:bodyPr>
          <a:lstStyle>
            <a:defPPr marR="0" lvl="0" algn="l" rtl="0">
              <a:lnSpc>
                <a:spcPct val="100000"/>
              </a:lnSpc>
              <a:spcBef>
                <a:spcPts val="0"/>
              </a:spcBef>
              <a:spcAft>
                <a:spcPts val="0"/>
              </a:spcAft>
              <a:defRPr lang="en-US"/>
            </a:defPPr>
            <a:lvl1pPr marL="0" marR="0" lvl="0" algn="l" defTabSz="914400" rtl="0" eaLnBrk="1" fontAlgn="base" latinLnBrk="0" hangingPunct="1">
              <a:lnSpc>
                <a:spcPct val="100000"/>
              </a:lnSpc>
              <a:spcBef>
                <a:spcPts val="0"/>
              </a:spcBef>
              <a:spcAft>
                <a:spcPts val="0"/>
              </a:spcAft>
              <a:buClr>
                <a:srgbClr val="000000"/>
              </a:buClr>
              <a:buFont typeface="Arial"/>
              <a:defRPr sz="3600" b="0" i="0" u="none" strike="noStrike" kern="1200" cap="none">
                <a:solidFill>
                  <a:schemeClr val="tx1"/>
                </a:solidFill>
                <a:latin typeface="Trebuchet MS"/>
                <a:ea typeface="+mj-ea"/>
                <a:cs typeface="Trebuchet MS"/>
                <a:sym typeface="Arial"/>
              </a:defRPr>
            </a:lvl1pPr>
            <a:lvl2pPr marL="457200" marR="0" lvl="1"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fontAlgn="base"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pPr marL="12700">
              <a:spcBef>
                <a:spcPts val="95"/>
              </a:spcBef>
              <a:defRPr/>
            </a:pPr>
            <a:endParaRPr lang="en-US" sz="4400" kern="0" dirty="0"/>
          </a:p>
        </p:txBody>
      </p:sp>
    </p:spTree>
    <p:extLst>
      <p:ext uri="{BB962C8B-B14F-4D97-AF65-F5344CB8AC3E}">
        <p14:creationId xmlns:p14="http://schemas.microsoft.com/office/powerpoint/2010/main" val="20542448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CB30F9C-613F-46FF-D3C2-36A868BA3640}"/>
            </a:ext>
          </a:extLst>
        </p:cNvPr>
        <p:cNvGrpSpPr/>
        <p:nvPr/>
      </p:nvGrpSpPr>
      <p:grpSpPr>
        <a:xfrm>
          <a:off x="0" y="0"/>
          <a:ext cx="0" cy="0"/>
          <a:chOff x="0" y="0"/>
          <a:chExt cx="0" cy="0"/>
        </a:xfrm>
      </p:grpSpPr>
      <p:sp>
        <p:nvSpPr>
          <p:cNvPr id="25603" name="Rectangle 3">
            <a:extLst>
              <a:ext uri="{FF2B5EF4-FFF2-40B4-BE49-F238E27FC236}">
                <a16:creationId xmlns:a16="http://schemas.microsoft.com/office/drawing/2014/main" id="{D3B117FC-8400-47C8-EA0E-1982C1AB6E45}"/>
              </a:ext>
            </a:extLst>
          </p:cNvPr>
          <p:cNvSpPr>
            <a:spLocks noGrp="1" noChangeArrowheads="1"/>
          </p:cNvSpPr>
          <p:nvPr>
            <p:ph type="body" idx="1"/>
          </p:nvPr>
        </p:nvSpPr>
        <p:spPr>
          <a:xfrm>
            <a:off x="381000" y="1066800"/>
            <a:ext cx="8229600" cy="5064125"/>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3" name="Title 1">
            <a:extLst>
              <a:ext uri="{FF2B5EF4-FFF2-40B4-BE49-F238E27FC236}">
                <a16:creationId xmlns:a16="http://schemas.microsoft.com/office/drawing/2014/main" id="{C461BDA7-2911-5698-BDAF-DCAF510E9DC2}"/>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dirty="0"/>
              <a:t>Car-to-X (C2X) Communication</a:t>
            </a:r>
            <a:endParaRPr kumimoji="0" lang="en-US" sz="6000" b="0" i="0" u="none" strike="noStrike" kern="0" cap="none" spc="0" normalizeH="0" baseline="0" noProof="0" dirty="0">
              <a:ln>
                <a:noFill/>
              </a:ln>
              <a:solidFill>
                <a:srgbClr val="000000"/>
              </a:solidFill>
              <a:effectLst/>
              <a:uLnTx/>
              <a:uFillTx/>
              <a:latin typeface="Times New Roman"/>
              <a:ea typeface="+mj-ea"/>
              <a:cs typeface="+mj-cs"/>
            </a:endParaRPr>
          </a:p>
        </p:txBody>
      </p:sp>
      <p:pic>
        <p:nvPicPr>
          <p:cNvPr id="5" name="Picture 4">
            <a:extLst>
              <a:ext uri="{FF2B5EF4-FFF2-40B4-BE49-F238E27FC236}">
                <a16:creationId xmlns:a16="http://schemas.microsoft.com/office/drawing/2014/main" id="{7B2195BA-5D85-5F98-EE29-56902324C5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664" y="2461180"/>
            <a:ext cx="4343400" cy="2888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E0454EBB-DCED-CC65-E58D-5F34B95DE5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2674937"/>
            <a:ext cx="3559175" cy="355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a:extLst>
              <a:ext uri="{FF2B5EF4-FFF2-40B4-BE49-F238E27FC236}">
                <a16:creationId xmlns:a16="http://schemas.microsoft.com/office/drawing/2014/main" id="{0CB47DB3-BEF4-A563-4884-77E2A05BB780}"/>
              </a:ext>
            </a:extLst>
          </p:cNvPr>
          <p:cNvSpPr txBox="1">
            <a:spLocks noChangeArrowheads="1"/>
          </p:cNvSpPr>
          <p:nvPr/>
        </p:nvSpPr>
        <p:spPr bwMode="auto">
          <a:xfrm>
            <a:off x="2743200" y="1524001"/>
            <a:ext cx="6110859" cy="8413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r>
              <a:rPr lang="en-US" altLang="zh-TW" sz="2800">
                <a:solidFill>
                  <a:srgbClr val="FF0000"/>
                </a:solidFill>
              </a:rPr>
              <a:t>Intelligent Traffic Flow Management</a:t>
            </a:r>
            <a:endParaRPr lang="en-US" altLang="zh-TW" sz="2800" dirty="0">
              <a:solidFill>
                <a:srgbClr val="FF0000"/>
              </a:solidFill>
            </a:endParaRPr>
          </a:p>
        </p:txBody>
      </p:sp>
      <p:sp>
        <p:nvSpPr>
          <p:cNvPr id="4" name="Rectangle 4">
            <a:extLst>
              <a:ext uri="{FF2B5EF4-FFF2-40B4-BE49-F238E27FC236}">
                <a16:creationId xmlns:a16="http://schemas.microsoft.com/office/drawing/2014/main" id="{137C4F0D-056C-19C9-0541-C474512F8F30}"/>
              </a:ext>
            </a:extLst>
          </p:cNvPr>
          <p:cNvSpPr txBox="1">
            <a:spLocks noChangeArrowheads="1"/>
          </p:cNvSpPr>
          <p:nvPr/>
        </p:nvSpPr>
        <p:spPr bwMode="auto">
          <a:xfrm>
            <a:off x="156972" y="1164114"/>
            <a:ext cx="6858000"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What can Car-to-X (C2X) communication  provide ?</a:t>
            </a:r>
          </a:p>
        </p:txBody>
      </p:sp>
    </p:spTree>
    <p:extLst>
      <p:ext uri="{BB962C8B-B14F-4D97-AF65-F5344CB8AC3E}">
        <p14:creationId xmlns:p14="http://schemas.microsoft.com/office/powerpoint/2010/main" val="20781428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2FE471A-8360-1534-0A79-7E2802E8E155}"/>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D713A010-CC31-7A69-5796-6E167728CDE6}"/>
              </a:ext>
            </a:extLst>
          </p:cNvPr>
          <p:cNvSpPr>
            <a:spLocks noGrp="1" noChangeArrowheads="1"/>
          </p:cNvSpPr>
          <p:nvPr>
            <p:ph type="title"/>
          </p:nvPr>
        </p:nvSpPr>
        <p:spPr>
          <a:xfrm>
            <a:off x="2743200" y="1524001"/>
            <a:ext cx="6110859" cy="841375"/>
          </a:xfrm>
        </p:spPr>
        <p:txBody>
          <a:bodyPr/>
          <a:lstStyle/>
          <a:p>
            <a:r>
              <a:rPr lang="en-GB" sz="2800" dirty="0">
                <a:solidFill>
                  <a:srgbClr val="C00000"/>
                </a:solidFill>
              </a:rPr>
              <a:t>Road Traffic Accidents Avoidance</a:t>
            </a:r>
            <a:endParaRPr lang="en-US" altLang="zh-TW" sz="2800" dirty="0">
              <a:solidFill>
                <a:srgbClr val="C00000"/>
              </a:solidFill>
            </a:endParaRPr>
          </a:p>
        </p:txBody>
      </p:sp>
      <p:sp>
        <p:nvSpPr>
          <p:cNvPr id="25603" name="Rectangle 3">
            <a:extLst>
              <a:ext uri="{FF2B5EF4-FFF2-40B4-BE49-F238E27FC236}">
                <a16:creationId xmlns:a16="http://schemas.microsoft.com/office/drawing/2014/main" id="{52ECF988-D24A-DB24-2C14-C956E06F4F7F}"/>
              </a:ext>
            </a:extLst>
          </p:cNvPr>
          <p:cNvSpPr>
            <a:spLocks noGrp="1" noChangeArrowheads="1"/>
          </p:cNvSpPr>
          <p:nvPr>
            <p:ph type="body" idx="1"/>
          </p:nvPr>
        </p:nvSpPr>
        <p:spPr>
          <a:xfrm>
            <a:off x="381000" y="1066801"/>
            <a:ext cx="8229600" cy="914400"/>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3" name="Title 1">
            <a:extLst>
              <a:ext uri="{FF2B5EF4-FFF2-40B4-BE49-F238E27FC236}">
                <a16:creationId xmlns:a16="http://schemas.microsoft.com/office/drawing/2014/main" id="{192FC9E2-7B93-8996-104D-691FC99F990D}"/>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dirty="0"/>
              <a:t>Car-to-X (C2X) Communication</a:t>
            </a:r>
            <a:endParaRPr kumimoji="0" lang="en-US" sz="6000" b="0" i="0" u="none" strike="noStrike" kern="0" cap="none" spc="0" normalizeH="0" baseline="0" noProof="0" dirty="0">
              <a:ln>
                <a:noFill/>
              </a:ln>
              <a:solidFill>
                <a:srgbClr val="000000"/>
              </a:solidFill>
              <a:effectLst/>
              <a:uLnTx/>
              <a:uFillTx/>
              <a:latin typeface="Times New Roman"/>
              <a:ea typeface="+mj-ea"/>
              <a:cs typeface="+mj-cs"/>
            </a:endParaRPr>
          </a:p>
        </p:txBody>
      </p:sp>
      <p:pic>
        <p:nvPicPr>
          <p:cNvPr id="4" name="Picture 4">
            <a:extLst>
              <a:ext uri="{FF2B5EF4-FFF2-40B4-BE49-F238E27FC236}">
                <a16:creationId xmlns:a16="http://schemas.microsoft.com/office/drawing/2014/main" id="{53CA404D-E592-BA6B-D544-3CE53429EB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438400"/>
            <a:ext cx="302895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D26E48DC-DD2B-DA53-351E-F867F80F5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2465238"/>
            <a:ext cx="4140200" cy="30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0B4557AB-D41B-A466-BBEE-BD72C86DDAF3}"/>
              </a:ext>
            </a:extLst>
          </p:cNvPr>
          <p:cNvSpPr txBox="1">
            <a:spLocks noChangeArrowheads="1"/>
          </p:cNvSpPr>
          <p:nvPr/>
        </p:nvSpPr>
        <p:spPr bwMode="auto">
          <a:xfrm>
            <a:off x="156972" y="1164114"/>
            <a:ext cx="6858000"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What can Car-to-X (C2X) communication  provide ?</a:t>
            </a:r>
          </a:p>
        </p:txBody>
      </p:sp>
    </p:spTree>
    <p:extLst>
      <p:ext uri="{BB962C8B-B14F-4D97-AF65-F5344CB8AC3E}">
        <p14:creationId xmlns:p14="http://schemas.microsoft.com/office/powerpoint/2010/main" val="13690751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6BCB56A-1772-7842-9B0E-E969B533F8AF}"/>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4B03A373-21C6-FD54-AE03-89D3BC46715A}"/>
              </a:ext>
            </a:extLst>
          </p:cNvPr>
          <p:cNvSpPr>
            <a:spLocks noGrp="1" noChangeArrowheads="1"/>
          </p:cNvSpPr>
          <p:nvPr>
            <p:ph type="title"/>
          </p:nvPr>
        </p:nvSpPr>
        <p:spPr>
          <a:xfrm>
            <a:off x="4410075" y="1548289"/>
            <a:ext cx="4267200" cy="786289"/>
          </a:xfrm>
        </p:spPr>
        <p:txBody>
          <a:bodyPr/>
          <a:lstStyle/>
          <a:p>
            <a:br>
              <a:rPr lang="en-US" altLang="zh-TW" sz="4000" dirty="0">
                <a:solidFill>
                  <a:srgbClr val="FF0000"/>
                </a:solidFill>
              </a:rPr>
            </a:br>
            <a:r>
              <a:rPr lang="en-US" altLang="en-US" sz="2000" dirty="0">
                <a:solidFill>
                  <a:srgbClr val="FF0000"/>
                </a:solidFill>
                <a:latin typeface="Times New Roman"/>
                <a:ea typeface="+mn-ea"/>
                <a:cs typeface="+mn-cs"/>
              </a:rPr>
              <a:t>Pedestrian and Cyclist Protection </a:t>
            </a:r>
            <a:br>
              <a:rPr lang="en-US" altLang="en-US" sz="2000" dirty="0">
                <a:solidFill>
                  <a:srgbClr val="FF0000"/>
                </a:solidFill>
                <a:latin typeface="Times New Roman"/>
                <a:ea typeface="+mn-ea"/>
                <a:cs typeface="+mn-cs"/>
              </a:rPr>
            </a:br>
            <a:endParaRPr lang="en-US" altLang="zh-TW" sz="4000" dirty="0">
              <a:solidFill>
                <a:srgbClr val="FF0000"/>
              </a:solidFill>
            </a:endParaRPr>
          </a:p>
        </p:txBody>
      </p:sp>
      <p:sp>
        <p:nvSpPr>
          <p:cNvPr id="25603" name="Rectangle 3">
            <a:extLst>
              <a:ext uri="{FF2B5EF4-FFF2-40B4-BE49-F238E27FC236}">
                <a16:creationId xmlns:a16="http://schemas.microsoft.com/office/drawing/2014/main" id="{B1F61744-CDE0-8C77-0D75-61F5F2811E9F}"/>
              </a:ext>
            </a:extLst>
          </p:cNvPr>
          <p:cNvSpPr>
            <a:spLocks noGrp="1" noChangeArrowheads="1"/>
          </p:cNvSpPr>
          <p:nvPr>
            <p:ph type="body" idx="1"/>
          </p:nvPr>
        </p:nvSpPr>
        <p:spPr>
          <a:xfrm>
            <a:off x="381000" y="1066800"/>
            <a:ext cx="5638800" cy="481489"/>
          </a:xfrm>
        </p:spPr>
        <p:txBody>
          <a:bodyPr/>
          <a:lstStyle/>
          <a:p>
            <a:pPr eaLnBrk="1" hangingPunct="1">
              <a:buFont typeface="Wingdings" panose="05000000000000000000" pitchFamily="2" charset="2"/>
              <a:buNone/>
            </a:pPr>
            <a:endParaRPr lang="en-US" altLang="zh-TW" sz="32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endParaRPr lang="en-US" altLang="zh-TW" sz="2800" dirty="0"/>
          </a:p>
          <a:p>
            <a:pPr eaLnBrk="1" hangingPunct="1">
              <a:buFont typeface="Wingdings" panose="05000000000000000000" pitchFamily="2" charset="2"/>
              <a:buNone/>
            </a:pPr>
            <a:r>
              <a:rPr lang="en-US" altLang="zh-TW" i="1" dirty="0"/>
              <a:t>       </a:t>
            </a:r>
          </a:p>
          <a:p>
            <a:pPr eaLnBrk="1" hangingPunct="1">
              <a:buFont typeface="Wingdings" panose="05000000000000000000" pitchFamily="2" charset="2"/>
              <a:buNone/>
            </a:pPr>
            <a:endParaRPr lang="zh-TW" altLang="en-US" dirty="0"/>
          </a:p>
        </p:txBody>
      </p:sp>
      <p:sp>
        <p:nvSpPr>
          <p:cNvPr id="2" name="Rectangle 4">
            <a:extLst>
              <a:ext uri="{FF2B5EF4-FFF2-40B4-BE49-F238E27FC236}">
                <a16:creationId xmlns:a16="http://schemas.microsoft.com/office/drawing/2014/main" id="{78642470-C3C8-CD39-3209-AF5AA5319888}"/>
              </a:ext>
            </a:extLst>
          </p:cNvPr>
          <p:cNvSpPr txBox="1">
            <a:spLocks noChangeArrowheads="1"/>
          </p:cNvSpPr>
          <p:nvPr/>
        </p:nvSpPr>
        <p:spPr bwMode="auto">
          <a:xfrm>
            <a:off x="156972" y="1164114"/>
            <a:ext cx="6858000" cy="384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000" b="0" i="0" u="none" strike="noStrike" kern="0" cap="none" spc="0" normalizeH="0" baseline="0" noProof="0" dirty="0">
                <a:ln>
                  <a:noFill/>
                </a:ln>
                <a:solidFill>
                  <a:srgbClr val="000000"/>
                </a:solidFill>
                <a:effectLst/>
                <a:uLnTx/>
                <a:uFillTx/>
                <a:latin typeface="Times New Roman"/>
                <a:ea typeface="+mj-ea"/>
                <a:cs typeface="+mj-cs"/>
              </a:rPr>
              <a:t>What can Car-to-X (C2X) communication  provide ?</a:t>
            </a:r>
          </a:p>
        </p:txBody>
      </p:sp>
      <p:sp>
        <p:nvSpPr>
          <p:cNvPr id="3" name="Title 1">
            <a:extLst>
              <a:ext uri="{FF2B5EF4-FFF2-40B4-BE49-F238E27FC236}">
                <a16:creationId xmlns:a16="http://schemas.microsoft.com/office/drawing/2014/main" id="{916D2CB7-BAB5-00CD-5501-8A1B628E20E0}"/>
              </a:ext>
            </a:extLst>
          </p:cNvPr>
          <p:cNvSpPr txBox="1">
            <a:spLocks/>
          </p:cNvSpPr>
          <p:nvPr/>
        </p:nvSpPr>
        <p:spPr bwMode="auto">
          <a:xfrm>
            <a:off x="447675" y="180975"/>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imes New Roman" pitchFamily="18" charset="0"/>
              </a:defRPr>
            </a:lvl2pPr>
            <a:lvl3pPr algn="ctr" rtl="0" eaLnBrk="1" fontAlgn="base" hangingPunct="1">
              <a:spcBef>
                <a:spcPct val="0"/>
              </a:spcBef>
              <a:spcAft>
                <a:spcPct val="0"/>
              </a:spcAft>
              <a:defRPr sz="3600">
                <a:solidFill>
                  <a:schemeClr val="tx2"/>
                </a:solidFill>
                <a:latin typeface="Times New Roman" pitchFamily="18" charset="0"/>
              </a:defRPr>
            </a:lvl3pPr>
            <a:lvl4pPr algn="ctr" rtl="0" eaLnBrk="1" fontAlgn="base" hangingPunct="1">
              <a:spcBef>
                <a:spcPct val="0"/>
              </a:spcBef>
              <a:spcAft>
                <a:spcPct val="0"/>
              </a:spcAft>
              <a:defRPr sz="3600">
                <a:solidFill>
                  <a:schemeClr val="tx2"/>
                </a:solidFill>
                <a:latin typeface="Times New Roman" pitchFamily="18" charset="0"/>
              </a:defRPr>
            </a:lvl4pPr>
            <a:lvl5pPr algn="ctr" rtl="0" eaLnBrk="1" fontAlgn="base" hangingPunct="1">
              <a:spcBef>
                <a:spcPct val="0"/>
              </a:spcBef>
              <a:spcAft>
                <a:spcPct val="0"/>
              </a:spcAft>
              <a:defRPr sz="3600">
                <a:solidFill>
                  <a:schemeClr val="tx2"/>
                </a:solidFill>
                <a:latin typeface="Times New Roman" pitchFamily="18" charset="0"/>
              </a:defRPr>
            </a:lvl5pPr>
            <a:lvl6pPr marL="457200" algn="ctr" rtl="0" eaLnBrk="1" fontAlgn="base" hangingPunct="1">
              <a:spcBef>
                <a:spcPct val="0"/>
              </a:spcBef>
              <a:spcAft>
                <a:spcPct val="0"/>
              </a:spcAft>
              <a:defRPr sz="3600">
                <a:solidFill>
                  <a:schemeClr val="tx2"/>
                </a:solidFill>
                <a:latin typeface="Times New Roman" pitchFamily="18" charset="0"/>
              </a:defRPr>
            </a:lvl6pPr>
            <a:lvl7pPr marL="914400" algn="ctr" rtl="0" eaLnBrk="1" fontAlgn="base" hangingPunct="1">
              <a:spcBef>
                <a:spcPct val="0"/>
              </a:spcBef>
              <a:spcAft>
                <a:spcPct val="0"/>
              </a:spcAft>
              <a:defRPr sz="3600">
                <a:solidFill>
                  <a:schemeClr val="tx2"/>
                </a:solidFill>
                <a:latin typeface="Times New Roman" pitchFamily="18" charset="0"/>
              </a:defRPr>
            </a:lvl7pPr>
            <a:lvl8pPr marL="1371600" algn="ctr" rtl="0" eaLnBrk="1" fontAlgn="base" hangingPunct="1">
              <a:spcBef>
                <a:spcPct val="0"/>
              </a:spcBef>
              <a:spcAft>
                <a:spcPct val="0"/>
              </a:spcAft>
              <a:defRPr sz="3600">
                <a:solidFill>
                  <a:schemeClr val="tx2"/>
                </a:solidFill>
                <a:latin typeface="Times New Roman" pitchFamily="18" charset="0"/>
              </a:defRPr>
            </a:lvl8pPr>
            <a:lvl9pPr marL="1828800" algn="ctr" rtl="0" eaLnBrk="1" fontAlgn="base" hangingPunct="1">
              <a:spcBef>
                <a:spcPct val="0"/>
              </a:spcBef>
              <a:spcAft>
                <a:spcPct val="0"/>
              </a:spcAft>
              <a:defRPr sz="3600">
                <a:solidFill>
                  <a:schemeClr val="tx2"/>
                </a:solidFill>
                <a:latin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dirty="0"/>
              <a:t>Car-to-X (C2X) Communication</a:t>
            </a:r>
            <a:endParaRPr kumimoji="0" lang="en-US" sz="3600" b="0" i="0" u="none" strike="noStrike" kern="0" cap="none" spc="0" normalizeH="0" baseline="0" noProof="0" dirty="0">
              <a:ln>
                <a:noFill/>
              </a:ln>
              <a:solidFill>
                <a:srgbClr val="000000"/>
              </a:solidFill>
              <a:effectLst/>
              <a:uLnTx/>
              <a:uFillTx/>
              <a:latin typeface="Times New Roman"/>
              <a:ea typeface="+mj-ea"/>
              <a:cs typeface="+mj-cs"/>
            </a:endParaRPr>
          </a:p>
        </p:txBody>
      </p:sp>
      <p:pic>
        <p:nvPicPr>
          <p:cNvPr id="6" name="Picture 5" descr="A person standing at a crosswalk&#10;&#10;AI-generated content may be incorrect.">
            <a:extLst>
              <a:ext uri="{FF2B5EF4-FFF2-40B4-BE49-F238E27FC236}">
                <a16:creationId xmlns:a16="http://schemas.microsoft.com/office/drawing/2014/main" id="{4858D633-47AB-7F0E-1F22-8A35CFE5A6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33800" y="4439494"/>
            <a:ext cx="2521065" cy="1879994"/>
          </a:xfrm>
          <a:prstGeom prst="rect">
            <a:avLst/>
          </a:prstGeom>
        </p:spPr>
      </p:pic>
      <p:pic>
        <p:nvPicPr>
          <p:cNvPr id="8" name="Picture 7" descr="A person lying on the ground next to a bicycle&#10;&#10;AI-generated content may be incorrect.">
            <a:extLst>
              <a:ext uri="{FF2B5EF4-FFF2-40B4-BE49-F238E27FC236}">
                <a16:creationId xmlns:a16="http://schemas.microsoft.com/office/drawing/2014/main" id="{5627EFF0-C288-0B5F-33F0-26D639CD13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675" y="1821544"/>
            <a:ext cx="3782785" cy="2521856"/>
          </a:xfrm>
          <a:prstGeom prst="rect">
            <a:avLst/>
          </a:prstGeom>
        </p:spPr>
      </p:pic>
      <p:pic>
        <p:nvPicPr>
          <p:cNvPr id="10" name="Picture 9" descr="A person walking across a crosswalk&#10;&#10;AI-generated content may be incorrect.">
            <a:extLst>
              <a:ext uri="{FF2B5EF4-FFF2-40B4-BE49-F238E27FC236}">
                <a16:creationId xmlns:a16="http://schemas.microsoft.com/office/drawing/2014/main" id="{289C0634-95DD-D626-B404-EFB60E7BB9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13542" y="2372107"/>
            <a:ext cx="3419475" cy="1923455"/>
          </a:xfrm>
          <a:prstGeom prst="rect">
            <a:avLst/>
          </a:prstGeom>
        </p:spPr>
      </p:pic>
    </p:spTree>
    <p:extLst>
      <p:ext uri="{BB962C8B-B14F-4D97-AF65-F5344CB8AC3E}">
        <p14:creationId xmlns:p14="http://schemas.microsoft.com/office/powerpoint/2010/main" val="1391003850"/>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3360" y="-18288"/>
            <a:ext cx="9144000" cy="731838"/>
          </a:xfrm>
        </p:spPr>
        <p:txBody>
          <a:bodyPr>
            <a:normAutofit fontScale="90000"/>
          </a:bodyPr>
          <a:lstStyle/>
          <a:p>
            <a:r>
              <a:rPr lang="en-US" dirty="0"/>
              <a:t>Car-to-X (C2X) Communication:: Taxonomy of Use Cases</a:t>
            </a:r>
          </a:p>
        </p:txBody>
      </p:sp>
      <p:sp>
        <p:nvSpPr>
          <p:cNvPr id="4" name="Footer Placeholder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Vehicular Networking</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ED8BC7-2E15-43DB-8EF0-8ED7667633CE}"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119</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graphicFrame>
        <p:nvGraphicFramePr>
          <p:cNvPr id="8" name="Inhaltsplatzhalter 3"/>
          <p:cNvGraphicFramePr>
            <a:graphicFrameLocks noGrp="1"/>
          </p:cNvGraphicFramePr>
          <p:nvPr>
            <p:ph idx="1"/>
          </p:nvPr>
        </p:nvGraphicFramePr>
        <p:xfrm>
          <a:off x="228600" y="1600200"/>
          <a:ext cx="8686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0476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graphicEl>
                                              <a:dgm id="{27D97F64-6902-E344-994B-79B95AFA869D}"/>
                                            </p:graphicEl>
                                          </p:spTgt>
                                        </p:tgtEl>
                                        <p:attrNameLst>
                                          <p:attrName>style.visibility</p:attrName>
                                        </p:attrNameLst>
                                      </p:cBhvr>
                                      <p:to>
                                        <p:strVal val="visible"/>
                                      </p:to>
                                    </p:set>
                                    <p:animEffect transition="in" filter="wipe(down)">
                                      <p:cBhvr>
                                        <p:cTn id="7" dur="250"/>
                                        <p:tgtEl>
                                          <p:spTgt spid="8">
                                            <p:graphicEl>
                                              <a:dgm id="{27D97F64-6902-E344-994B-79B95AFA869D}"/>
                                            </p:graphic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graphicEl>
                                              <a:dgm id="{BFD708D9-0A5C-5340-B66B-160BB616685D}"/>
                                            </p:graphicEl>
                                          </p:spTgt>
                                        </p:tgtEl>
                                        <p:attrNameLst>
                                          <p:attrName>style.visibility</p:attrName>
                                        </p:attrNameLst>
                                      </p:cBhvr>
                                      <p:to>
                                        <p:strVal val="visible"/>
                                      </p:to>
                                    </p:set>
                                    <p:animEffect transition="in" filter="wipe(down)">
                                      <p:cBhvr>
                                        <p:cTn id="10" dur="250"/>
                                        <p:tgtEl>
                                          <p:spTgt spid="8">
                                            <p:graphicEl>
                                              <a:dgm id="{BFD708D9-0A5C-5340-B66B-160BB616685D}"/>
                                            </p:graphic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graphicEl>
                                              <a:dgm id="{1DAE6A80-999C-1E47-9BC6-F411B8C54555}"/>
                                            </p:graphicEl>
                                          </p:spTgt>
                                        </p:tgtEl>
                                        <p:attrNameLst>
                                          <p:attrName>style.visibility</p:attrName>
                                        </p:attrNameLst>
                                      </p:cBhvr>
                                      <p:to>
                                        <p:strVal val="visible"/>
                                      </p:to>
                                    </p:set>
                                    <p:animEffect transition="in" filter="wipe(down)">
                                      <p:cBhvr>
                                        <p:cTn id="13" dur="250"/>
                                        <p:tgtEl>
                                          <p:spTgt spid="8">
                                            <p:graphicEl>
                                              <a:dgm id="{1DAE6A80-999C-1E47-9BC6-F411B8C54555}"/>
                                            </p:graphic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graphicEl>
                                              <a:dgm id="{2370C0BA-41DF-8E4E-A0F5-C7DD7412C71B}"/>
                                            </p:graphicEl>
                                          </p:spTgt>
                                        </p:tgtEl>
                                        <p:attrNameLst>
                                          <p:attrName>style.visibility</p:attrName>
                                        </p:attrNameLst>
                                      </p:cBhvr>
                                      <p:to>
                                        <p:strVal val="visible"/>
                                      </p:to>
                                    </p:set>
                                    <p:animEffect transition="in" filter="wipe(down)">
                                      <p:cBhvr>
                                        <p:cTn id="16" dur="250"/>
                                        <p:tgtEl>
                                          <p:spTgt spid="8">
                                            <p:graphicEl>
                                              <a:dgm id="{2370C0BA-41DF-8E4E-A0F5-C7DD7412C71B}"/>
                                            </p:graphic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
                                            <p:graphicEl>
                                              <a:dgm id="{7C430CE8-9E0F-BE41-A6AE-A333D2FF63BE}"/>
                                            </p:graphicEl>
                                          </p:spTgt>
                                        </p:tgtEl>
                                        <p:attrNameLst>
                                          <p:attrName>style.visibility</p:attrName>
                                        </p:attrNameLst>
                                      </p:cBhvr>
                                      <p:to>
                                        <p:strVal val="visible"/>
                                      </p:to>
                                    </p:set>
                                    <p:animEffect transition="in" filter="wipe(down)">
                                      <p:cBhvr>
                                        <p:cTn id="19" dur="250"/>
                                        <p:tgtEl>
                                          <p:spTgt spid="8">
                                            <p:graphicEl>
                                              <a:dgm id="{7C430CE8-9E0F-BE41-A6AE-A333D2FF63BE}"/>
                                            </p:graphic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8">
                                            <p:graphicEl>
                                              <a:dgm id="{4D42E0F1-0A23-E24B-9DF1-354A4F12A5CD}"/>
                                            </p:graphicEl>
                                          </p:spTgt>
                                        </p:tgtEl>
                                        <p:attrNameLst>
                                          <p:attrName>style.visibility</p:attrName>
                                        </p:attrNameLst>
                                      </p:cBhvr>
                                      <p:to>
                                        <p:strVal val="visible"/>
                                      </p:to>
                                    </p:set>
                                    <p:animEffect transition="in" filter="wipe(down)">
                                      <p:cBhvr>
                                        <p:cTn id="22" dur="250"/>
                                        <p:tgtEl>
                                          <p:spTgt spid="8">
                                            <p:graphicEl>
                                              <a:dgm id="{4D42E0F1-0A23-E24B-9DF1-354A4F12A5CD}"/>
                                            </p:graphic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8">
                                            <p:graphicEl>
                                              <a:dgm id="{F0219164-AD4F-394D-AB1A-62FDFF059E4B}"/>
                                            </p:graphicEl>
                                          </p:spTgt>
                                        </p:tgtEl>
                                        <p:attrNameLst>
                                          <p:attrName>style.visibility</p:attrName>
                                        </p:attrNameLst>
                                      </p:cBhvr>
                                      <p:to>
                                        <p:strVal val="visible"/>
                                      </p:to>
                                    </p:set>
                                    <p:animEffect transition="in" filter="wipe(down)">
                                      <p:cBhvr>
                                        <p:cTn id="25" dur="250"/>
                                        <p:tgtEl>
                                          <p:spTgt spid="8">
                                            <p:graphicEl>
                                              <a:dgm id="{F0219164-AD4F-394D-AB1A-62FDFF059E4B}"/>
                                            </p:graphic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8">
                                            <p:graphicEl>
                                              <a:dgm id="{6483B6A3-6EE5-8A48-A184-1B36266D9B50}"/>
                                            </p:graphicEl>
                                          </p:spTgt>
                                        </p:tgtEl>
                                        <p:attrNameLst>
                                          <p:attrName>style.visibility</p:attrName>
                                        </p:attrNameLst>
                                      </p:cBhvr>
                                      <p:to>
                                        <p:strVal val="visible"/>
                                      </p:to>
                                    </p:set>
                                    <p:animEffect transition="in" filter="wipe(down)">
                                      <p:cBhvr>
                                        <p:cTn id="28" dur="250"/>
                                        <p:tgtEl>
                                          <p:spTgt spid="8">
                                            <p:graphicEl>
                                              <a:dgm id="{6483B6A3-6EE5-8A48-A184-1B36266D9B50}"/>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8">
                                            <p:graphicEl>
                                              <a:dgm id="{B4B73E60-A300-9F4B-9EE2-892D0EDE1821}"/>
                                            </p:graphicEl>
                                          </p:spTgt>
                                        </p:tgtEl>
                                        <p:attrNameLst>
                                          <p:attrName>style.visibility</p:attrName>
                                        </p:attrNameLst>
                                      </p:cBhvr>
                                      <p:to>
                                        <p:strVal val="visible"/>
                                      </p:to>
                                    </p:set>
                                    <p:animEffect transition="in" filter="wipe(down)">
                                      <p:cBhvr>
                                        <p:cTn id="33" dur="250"/>
                                        <p:tgtEl>
                                          <p:spTgt spid="8">
                                            <p:graphicEl>
                                              <a:dgm id="{B4B73E60-A300-9F4B-9EE2-892D0EDE1821}"/>
                                            </p:graphic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8">
                                            <p:graphicEl>
                                              <a:dgm id="{20D2169B-5F4C-434A-AEEB-7895E1EA3C5A}"/>
                                            </p:graphicEl>
                                          </p:spTgt>
                                        </p:tgtEl>
                                        <p:attrNameLst>
                                          <p:attrName>style.visibility</p:attrName>
                                        </p:attrNameLst>
                                      </p:cBhvr>
                                      <p:to>
                                        <p:strVal val="visible"/>
                                      </p:to>
                                    </p:set>
                                    <p:animEffect transition="in" filter="wipe(down)">
                                      <p:cBhvr>
                                        <p:cTn id="36" dur="250"/>
                                        <p:tgtEl>
                                          <p:spTgt spid="8">
                                            <p:graphicEl>
                                              <a:dgm id="{20D2169B-5F4C-434A-AEEB-7895E1EA3C5A}"/>
                                            </p:graphic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8">
                                            <p:graphicEl>
                                              <a:dgm id="{67E6D66D-F025-DA42-A88C-773E18CFCFBD}"/>
                                            </p:graphicEl>
                                          </p:spTgt>
                                        </p:tgtEl>
                                        <p:attrNameLst>
                                          <p:attrName>style.visibility</p:attrName>
                                        </p:attrNameLst>
                                      </p:cBhvr>
                                      <p:to>
                                        <p:strVal val="visible"/>
                                      </p:to>
                                    </p:set>
                                    <p:animEffect transition="in" filter="wipe(down)">
                                      <p:cBhvr>
                                        <p:cTn id="39" dur="250"/>
                                        <p:tgtEl>
                                          <p:spTgt spid="8">
                                            <p:graphicEl>
                                              <a:dgm id="{67E6D66D-F025-DA42-A88C-773E18CFCFBD}"/>
                                            </p:graphic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8">
                                            <p:graphicEl>
                                              <a:dgm id="{ABA769A8-9F72-6241-BCEC-E3CC66C0B3FD}"/>
                                            </p:graphicEl>
                                          </p:spTgt>
                                        </p:tgtEl>
                                        <p:attrNameLst>
                                          <p:attrName>style.visibility</p:attrName>
                                        </p:attrNameLst>
                                      </p:cBhvr>
                                      <p:to>
                                        <p:strVal val="visible"/>
                                      </p:to>
                                    </p:set>
                                    <p:animEffect transition="in" filter="wipe(down)">
                                      <p:cBhvr>
                                        <p:cTn id="42" dur="250"/>
                                        <p:tgtEl>
                                          <p:spTgt spid="8">
                                            <p:graphicEl>
                                              <a:dgm id="{ABA769A8-9F72-6241-BCEC-E3CC66C0B3FD}"/>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
                                            <p:graphicEl>
                                              <a:dgm id="{79FA0E43-2570-4B47-A9DE-303032675AB9}"/>
                                            </p:graphicEl>
                                          </p:spTgt>
                                        </p:tgtEl>
                                        <p:attrNameLst>
                                          <p:attrName>style.visibility</p:attrName>
                                        </p:attrNameLst>
                                      </p:cBhvr>
                                      <p:to>
                                        <p:strVal val="visible"/>
                                      </p:to>
                                    </p:set>
                                    <p:animEffect transition="in" filter="wipe(down)">
                                      <p:cBhvr>
                                        <p:cTn id="47" dur="250"/>
                                        <p:tgtEl>
                                          <p:spTgt spid="8">
                                            <p:graphicEl>
                                              <a:dgm id="{79FA0E43-2570-4B47-A9DE-303032675AB9}"/>
                                            </p:graphicEl>
                                          </p:spTgt>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8">
                                            <p:graphicEl>
                                              <a:dgm id="{468E4027-285D-0B42-B57B-5D8E7E478E95}"/>
                                            </p:graphicEl>
                                          </p:spTgt>
                                        </p:tgtEl>
                                        <p:attrNameLst>
                                          <p:attrName>style.visibility</p:attrName>
                                        </p:attrNameLst>
                                      </p:cBhvr>
                                      <p:to>
                                        <p:strVal val="visible"/>
                                      </p:to>
                                    </p:set>
                                    <p:animEffect transition="in" filter="wipe(down)">
                                      <p:cBhvr>
                                        <p:cTn id="50" dur="250"/>
                                        <p:tgtEl>
                                          <p:spTgt spid="8">
                                            <p:graphicEl>
                                              <a:dgm id="{468E4027-285D-0B42-B57B-5D8E7E478E95}"/>
                                            </p:graphic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8">
                                            <p:graphicEl>
                                              <a:dgm id="{E0054302-A87D-7A48-98D2-5FA733B32592}"/>
                                            </p:graphicEl>
                                          </p:spTgt>
                                        </p:tgtEl>
                                        <p:attrNameLst>
                                          <p:attrName>style.visibility</p:attrName>
                                        </p:attrNameLst>
                                      </p:cBhvr>
                                      <p:to>
                                        <p:strVal val="visible"/>
                                      </p:to>
                                    </p:set>
                                    <p:animEffect transition="in" filter="wipe(down)">
                                      <p:cBhvr>
                                        <p:cTn id="55" dur="250"/>
                                        <p:tgtEl>
                                          <p:spTgt spid="8">
                                            <p:graphicEl>
                                              <a:dgm id="{E0054302-A87D-7A48-98D2-5FA733B3259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lvlAtOnce" rev="1"/>
        </p:bldSub>
      </p:bldGraphic>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Inhaltsplatzhalter 3"/>
          <p:cNvGraphicFramePr>
            <a:graphicFrameLocks noGrp="1"/>
          </p:cNvGraphicFramePr>
          <p:nvPr>
            <p:ph idx="1"/>
          </p:nvPr>
        </p:nvGraphicFramePr>
        <p:xfrm>
          <a:off x="228600" y="1600200"/>
          <a:ext cx="8686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Vehicular Networking</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ED8BC7-2E15-43DB-8EF0-8ED7667633CE}"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3" name="Titel 1">
            <a:extLst>
              <a:ext uri="{FF2B5EF4-FFF2-40B4-BE49-F238E27FC236}">
                <a16:creationId xmlns:a16="http://schemas.microsoft.com/office/drawing/2014/main" id="{CD60BD3D-D288-3206-378E-D18B4CF6A02C}"/>
              </a:ext>
            </a:extLst>
          </p:cNvPr>
          <p:cNvSpPr txBox="1">
            <a:spLocks/>
          </p:cNvSpPr>
          <p:nvPr/>
        </p:nvSpPr>
        <p:spPr>
          <a:xfrm>
            <a:off x="213360" y="-18288"/>
            <a:ext cx="9144000" cy="731838"/>
          </a:xfrm>
          <a:prstGeom prst="rect">
            <a:avLst/>
          </a:prstGeom>
        </p:spPr>
        <p:txBody>
          <a:bodyPr vert="horz" lIns="182880" tIns="45720" rIns="182880" bIns="45720" rtlCol="0" anchor="ctr">
            <a:normAutofit fontScale="90000"/>
          </a:bodyPr>
          <a:lstStyle>
            <a:lvl1pPr algn="l" defTabSz="914400" rtl="0" eaLnBrk="1" latinLnBrk="0" hangingPunct="1">
              <a:spcBef>
                <a:spcPct val="0"/>
              </a:spcBef>
              <a:buNone/>
              <a:defRPr sz="3200" kern="1200">
                <a:solidFill>
                  <a:schemeClr val="tx1"/>
                </a:solidFill>
                <a:latin typeface="+mj-lt"/>
                <a:ea typeface="+mj-ea"/>
                <a:cs typeface="+mj-cs"/>
              </a:defRPr>
            </a:lvl1pPr>
          </a:lstStyle>
          <a:p>
            <a:r>
              <a:rPr lang="en-US" dirty="0"/>
              <a:t>Car-to-X (C2X) Communication:: Taxonomy of Use Cases</a:t>
            </a:r>
          </a:p>
        </p:txBody>
      </p:sp>
    </p:spTree>
    <p:extLst>
      <p:ext uri="{BB962C8B-B14F-4D97-AF65-F5344CB8AC3E}">
        <p14:creationId xmlns:p14="http://schemas.microsoft.com/office/powerpoint/2010/main" val="348188077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07818" y="0"/>
            <a:ext cx="9144000" cy="731838"/>
          </a:xfrm>
        </p:spPr>
        <p:txBody>
          <a:bodyPr/>
          <a:lstStyle/>
          <a:p>
            <a:r>
              <a:rPr lang="en-US" dirty="0"/>
              <a:t>Challenges of C2X Communication</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121</a:t>
            </a:fld>
            <a:endParaRPr lang="en-US" dirty="0">
              <a:solidFill>
                <a:prstClr val="black"/>
              </a:solidFill>
            </a:endParaRPr>
          </a:p>
        </p:txBody>
      </p:sp>
      <p:graphicFrame>
        <p:nvGraphicFramePr>
          <p:cNvPr id="8" name="Inhaltsplatzhalter 3"/>
          <p:cNvGraphicFramePr>
            <a:graphicFrameLocks noGrp="1"/>
          </p:cNvGraphicFramePr>
          <p:nvPr>
            <p:ph idx="1"/>
          </p:nvPr>
        </p:nvGraphicFramePr>
        <p:xfrm>
          <a:off x="228600" y="1600200"/>
          <a:ext cx="8686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925179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46522-D326-B3D0-A0A6-F7AB7625FE84}"/>
            </a:ext>
          </a:extLst>
        </p:cNvPr>
        <p:cNvGrpSpPr/>
        <p:nvPr/>
      </p:nvGrpSpPr>
      <p:grpSpPr>
        <a:xfrm>
          <a:off x="0" y="0"/>
          <a:ext cx="0" cy="0"/>
          <a:chOff x="0" y="0"/>
          <a:chExt cx="0" cy="0"/>
        </a:xfrm>
      </p:grpSpPr>
      <p:sp>
        <p:nvSpPr>
          <p:cNvPr id="117762" name="Rectangle 2">
            <a:extLst>
              <a:ext uri="{FF2B5EF4-FFF2-40B4-BE49-F238E27FC236}">
                <a16:creationId xmlns:a16="http://schemas.microsoft.com/office/drawing/2014/main" id="{D486AC78-E19A-827B-AE61-4DED8E6C58F9}"/>
              </a:ext>
            </a:extLst>
          </p:cNvPr>
          <p:cNvSpPr>
            <a:spLocks noGrp="1" noChangeArrowheads="1"/>
          </p:cNvSpPr>
          <p:nvPr>
            <p:ph type="title"/>
          </p:nvPr>
        </p:nvSpPr>
        <p:spPr/>
        <p:txBody>
          <a:bodyPr/>
          <a:lstStyle/>
          <a:p>
            <a:pPr>
              <a:lnSpc>
                <a:spcPct val="80000"/>
              </a:lnSpc>
            </a:pPr>
            <a:r>
              <a:rPr lang="en-US" altLang="en-US" sz="4400" b="0" dirty="0"/>
              <a:t>Distributed Control over Wireless Links</a:t>
            </a:r>
            <a:endParaRPr lang="en-US" altLang="en-US" b="0" dirty="0"/>
          </a:p>
        </p:txBody>
      </p:sp>
      <p:sp>
        <p:nvSpPr>
          <p:cNvPr id="117763" name="Rectangle 3">
            <a:extLst>
              <a:ext uri="{FF2B5EF4-FFF2-40B4-BE49-F238E27FC236}">
                <a16:creationId xmlns:a16="http://schemas.microsoft.com/office/drawing/2014/main" id="{B974CD57-CB24-D544-B3B1-05AE05C078FF}"/>
              </a:ext>
            </a:extLst>
          </p:cNvPr>
          <p:cNvSpPr>
            <a:spLocks noGrp="1" noChangeArrowheads="1"/>
          </p:cNvSpPr>
          <p:nvPr>
            <p:ph type="body" idx="1"/>
          </p:nvPr>
        </p:nvSpPr>
        <p:spPr>
          <a:xfrm>
            <a:off x="566738" y="5276850"/>
            <a:ext cx="8291512" cy="1162050"/>
          </a:xfrm>
        </p:spPr>
        <p:txBody>
          <a:bodyPr/>
          <a:lstStyle/>
          <a:p>
            <a:pPr>
              <a:lnSpc>
                <a:spcPct val="110000"/>
              </a:lnSpc>
            </a:pPr>
            <a:r>
              <a:rPr lang="en-US" altLang="en-US" sz="2400"/>
              <a:t>Packet loss and/or delays impacts controller performance.</a:t>
            </a:r>
          </a:p>
          <a:p>
            <a:pPr>
              <a:lnSpc>
                <a:spcPct val="100000"/>
              </a:lnSpc>
            </a:pPr>
            <a:r>
              <a:rPr lang="en-US" altLang="en-US" sz="2400"/>
              <a:t>Controller design should be robust to network faults.</a:t>
            </a:r>
          </a:p>
          <a:p>
            <a:pPr>
              <a:lnSpc>
                <a:spcPct val="100000"/>
              </a:lnSpc>
            </a:pPr>
            <a:r>
              <a:rPr lang="en-US" altLang="en-US" sz="2400"/>
              <a:t>Joint application and communication network design.</a:t>
            </a:r>
          </a:p>
        </p:txBody>
      </p:sp>
      <p:grpSp>
        <p:nvGrpSpPr>
          <p:cNvPr id="117764" name="Group 4">
            <a:extLst>
              <a:ext uri="{FF2B5EF4-FFF2-40B4-BE49-F238E27FC236}">
                <a16:creationId xmlns:a16="http://schemas.microsoft.com/office/drawing/2014/main" id="{76D38EA0-DB5A-8D10-7FF1-CAEAAFFF6507}"/>
              </a:ext>
            </a:extLst>
          </p:cNvPr>
          <p:cNvGrpSpPr>
            <a:grpSpLocks/>
          </p:cNvGrpSpPr>
          <p:nvPr/>
        </p:nvGrpSpPr>
        <p:grpSpPr bwMode="auto">
          <a:xfrm>
            <a:off x="152400" y="1476752"/>
            <a:ext cx="5526088" cy="3489325"/>
            <a:chOff x="743" y="1485"/>
            <a:chExt cx="2735" cy="3698"/>
          </a:xfrm>
        </p:grpSpPr>
        <p:graphicFrame>
          <p:nvGraphicFramePr>
            <p:cNvPr id="117765" name="Object 5">
              <a:extLst>
                <a:ext uri="{FF2B5EF4-FFF2-40B4-BE49-F238E27FC236}">
                  <a16:creationId xmlns:a16="http://schemas.microsoft.com/office/drawing/2014/main" id="{1DB066FD-9CE4-C4EA-5A73-0BF53A8C872D}"/>
                </a:ext>
              </a:extLst>
            </p:cNvPr>
            <p:cNvGraphicFramePr>
              <a:graphicFrameLocks noChangeAspect="1"/>
            </p:cNvGraphicFramePr>
            <p:nvPr/>
          </p:nvGraphicFramePr>
          <p:xfrm>
            <a:off x="1161" y="1485"/>
            <a:ext cx="2041" cy="2524"/>
          </p:xfrm>
          <a:graphic>
            <a:graphicData uri="http://schemas.openxmlformats.org/presentationml/2006/ole">
              <mc:AlternateContent xmlns:mc="http://schemas.openxmlformats.org/markup-compatibility/2006">
                <mc:Choice xmlns:v="urn:schemas-microsoft-com:vml" Requires="v">
                  <p:oleObj name="Clip" r:id="rId2" imgW="2826720" imgH="3497040" progId="MS_ClipArt_Gallery.2">
                    <p:embed/>
                  </p:oleObj>
                </mc:Choice>
                <mc:Fallback>
                  <p:oleObj name="Clip" r:id="rId2" imgW="2826720" imgH="3497040" progId="MS_ClipArt_Gallery.2">
                    <p:embed/>
                    <p:pic>
                      <p:nvPicPr>
                        <p:cNvPr id="117765" name="Object 5">
                          <a:extLst>
                            <a:ext uri="{FF2B5EF4-FFF2-40B4-BE49-F238E27FC236}">
                              <a16:creationId xmlns:a16="http://schemas.microsoft.com/office/drawing/2014/main" id="{0647C6B3-43DE-D985-905A-3FCBFCED7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1" y="1485"/>
                          <a:ext cx="2041" cy="25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66" name="Line 6">
              <a:extLst>
                <a:ext uri="{FF2B5EF4-FFF2-40B4-BE49-F238E27FC236}">
                  <a16:creationId xmlns:a16="http://schemas.microsoft.com/office/drawing/2014/main" id="{1E15D984-CCAA-E3C4-74BC-7335DFA1B999}"/>
                </a:ext>
              </a:extLst>
            </p:cNvPr>
            <p:cNvSpPr>
              <a:spLocks noChangeShapeType="1"/>
            </p:cNvSpPr>
            <p:nvPr/>
          </p:nvSpPr>
          <p:spPr bwMode="auto">
            <a:xfrm flipV="1">
              <a:off x="782" y="5183"/>
              <a:ext cx="2681" cy="0"/>
            </a:xfrm>
            <a:prstGeom prst="line">
              <a:avLst/>
            </a:prstGeom>
            <a:noFill/>
            <a:ln w="28575">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117767" name="Group 7">
              <a:extLst>
                <a:ext uri="{FF2B5EF4-FFF2-40B4-BE49-F238E27FC236}">
                  <a16:creationId xmlns:a16="http://schemas.microsoft.com/office/drawing/2014/main" id="{98CDBF9E-12B0-979C-8EEA-DDC44DC79584}"/>
                </a:ext>
              </a:extLst>
            </p:cNvPr>
            <p:cNvGrpSpPr>
              <a:grpSpLocks/>
            </p:cNvGrpSpPr>
            <p:nvPr/>
          </p:nvGrpSpPr>
          <p:grpSpPr bwMode="auto">
            <a:xfrm>
              <a:off x="877" y="4647"/>
              <a:ext cx="2143" cy="410"/>
              <a:chOff x="656" y="3195"/>
              <a:chExt cx="3330" cy="382"/>
            </a:xfrm>
          </p:grpSpPr>
          <p:grpSp>
            <p:nvGrpSpPr>
              <p:cNvPr id="117768" name="Group 8">
                <a:extLst>
                  <a:ext uri="{FF2B5EF4-FFF2-40B4-BE49-F238E27FC236}">
                    <a16:creationId xmlns:a16="http://schemas.microsoft.com/office/drawing/2014/main" id="{B19BAD37-0954-42CA-869B-0C9C055CF79A}"/>
                  </a:ext>
                </a:extLst>
              </p:cNvPr>
              <p:cNvGrpSpPr>
                <a:grpSpLocks/>
              </p:cNvGrpSpPr>
              <p:nvPr/>
            </p:nvGrpSpPr>
            <p:grpSpPr bwMode="auto">
              <a:xfrm>
                <a:off x="656" y="3380"/>
                <a:ext cx="3330" cy="197"/>
                <a:chOff x="656" y="3380"/>
                <a:chExt cx="3330" cy="197"/>
              </a:xfrm>
            </p:grpSpPr>
            <p:graphicFrame>
              <p:nvGraphicFramePr>
                <p:cNvPr id="117769" name="Object 9">
                  <a:extLst>
                    <a:ext uri="{FF2B5EF4-FFF2-40B4-BE49-F238E27FC236}">
                      <a16:creationId xmlns:a16="http://schemas.microsoft.com/office/drawing/2014/main" id="{5A1D2D74-D5E4-D66C-E685-ED301CB57DFA}"/>
                    </a:ext>
                  </a:extLst>
                </p:cNvPr>
                <p:cNvGraphicFramePr>
                  <a:graphicFrameLocks noChangeAspect="1"/>
                </p:cNvGraphicFramePr>
                <p:nvPr/>
              </p:nvGraphicFramePr>
              <p:xfrm>
                <a:off x="656" y="3380"/>
                <a:ext cx="756" cy="197"/>
              </p:xfrm>
              <a:graphic>
                <a:graphicData uri="http://schemas.openxmlformats.org/presentationml/2006/ole">
                  <mc:AlternateContent xmlns:mc="http://schemas.openxmlformats.org/markup-compatibility/2006">
                    <mc:Choice xmlns:v="urn:schemas-microsoft-com:vml" Requires="v">
                      <p:oleObj name="Clip" r:id="rId4" imgW="6544800" imgH="1706400" progId="MS_ClipArt_Gallery.2">
                        <p:embed/>
                      </p:oleObj>
                    </mc:Choice>
                    <mc:Fallback>
                      <p:oleObj name="Clip" r:id="rId4" imgW="6544800" imgH="1706400" progId="MS_ClipArt_Gallery.2">
                        <p:embed/>
                        <p:pic>
                          <p:nvPicPr>
                            <p:cNvPr id="117769" name="Object 9">
                              <a:extLst>
                                <a:ext uri="{FF2B5EF4-FFF2-40B4-BE49-F238E27FC236}">
                                  <a16:creationId xmlns:a16="http://schemas.microsoft.com/office/drawing/2014/main" id="{CB5C4176-4407-3E0D-917C-332CD5B39C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 y="3380"/>
                              <a:ext cx="756"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0" name="Object 10">
                  <a:extLst>
                    <a:ext uri="{FF2B5EF4-FFF2-40B4-BE49-F238E27FC236}">
                      <a16:creationId xmlns:a16="http://schemas.microsoft.com/office/drawing/2014/main" id="{B4F747F4-3FEE-608C-2608-C9094499A17E}"/>
                    </a:ext>
                  </a:extLst>
                </p:cNvPr>
                <p:cNvGraphicFramePr>
                  <a:graphicFrameLocks noChangeAspect="1"/>
                </p:cNvGraphicFramePr>
                <p:nvPr/>
              </p:nvGraphicFramePr>
              <p:xfrm>
                <a:off x="2356" y="3380"/>
                <a:ext cx="756" cy="197"/>
              </p:xfrm>
              <a:graphic>
                <a:graphicData uri="http://schemas.openxmlformats.org/presentationml/2006/ole">
                  <mc:AlternateContent xmlns:mc="http://schemas.openxmlformats.org/markup-compatibility/2006">
                    <mc:Choice xmlns:v="urn:schemas-microsoft-com:vml" Requires="v">
                      <p:oleObj name="Clip" r:id="rId6" imgW="6544800" imgH="1706400" progId="MS_ClipArt_Gallery.2">
                        <p:embed/>
                      </p:oleObj>
                    </mc:Choice>
                    <mc:Fallback>
                      <p:oleObj name="Clip" r:id="rId6" imgW="6544800" imgH="1706400" progId="MS_ClipArt_Gallery.2">
                        <p:embed/>
                        <p:pic>
                          <p:nvPicPr>
                            <p:cNvPr id="117770" name="Object 10">
                              <a:extLst>
                                <a:ext uri="{FF2B5EF4-FFF2-40B4-BE49-F238E27FC236}">
                                  <a16:creationId xmlns:a16="http://schemas.microsoft.com/office/drawing/2014/main" id="{8E704B25-6891-0897-E50C-9A28974476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6" y="3380"/>
                              <a:ext cx="756"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1" name="Object 11">
                  <a:extLst>
                    <a:ext uri="{FF2B5EF4-FFF2-40B4-BE49-F238E27FC236}">
                      <a16:creationId xmlns:a16="http://schemas.microsoft.com/office/drawing/2014/main" id="{A95B0A79-9F22-5A6C-8268-7E72A97D0083}"/>
                    </a:ext>
                  </a:extLst>
                </p:cNvPr>
                <p:cNvGraphicFramePr>
                  <a:graphicFrameLocks noChangeAspect="1"/>
                </p:cNvGraphicFramePr>
                <p:nvPr/>
              </p:nvGraphicFramePr>
              <p:xfrm>
                <a:off x="1500" y="3380"/>
                <a:ext cx="756" cy="197"/>
              </p:xfrm>
              <a:graphic>
                <a:graphicData uri="http://schemas.openxmlformats.org/presentationml/2006/ole">
                  <mc:AlternateContent xmlns:mc="http://schemas.openxmlformats.org/markup-compatibility/2006">
                    <mc:Choice xmlns:v="urn:schemas-microsoft-com:vml" Requires="v">
                      <p:oleObj name="Clip" r:id="rId7" imgW="6544800" imgH="1706400" progId="MS_ClipArt_Gallery.2">
                        <p:embed/>
                      </p:oleObj>
                    </mc:Choice>
                    <mc:Fallback>
                      <p:oleObj name="Clip" r:id="rId7" imgW="6544800" imgH="1706400" progId="MS_ClipArt_Gallery.2">
                        <p:embed/>
                        <p:pic>
                          <p:nvPicPr>
                            <p:cNvPr id="117771" name="Object 11">
                              <a:extLst>
                                <a:ext uri="{FF2B5EF4-FFF2-40B4-BE49-F238E27FC236}">
                                  <a16:creationId xmlns:a16="http://schemas.microsoft.com/office/drawing/2014/main" id="{6969FB1B-60D1-3850-799C-38B16AE1AA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 y="3380"/>
                              <a:ext cx="756"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2" name="Object 12">
                  <a:extLst>
                    <a:ext uri="{FF2B5EF4-FFF2-40B4-BE49-F238E27FC236}">
                      <a16:creationId xmlns:a16="http://schemas.microsoft.com/office/drawing/2014/main" id="{2CF30B43-BCE1-3F01-B6F4-A9DACAABFFA6}"/>
                    </a:ext>
                  </a:extLst>
                </p:cNvPr>
                <p:cNvGraphicFramePr>
                  <a:graphicFrameLocks noChangeAspect="1"/>
                </p:cNvGraphicFramePr>
                <p:nvPr/>
              </p:nvGraphicFramePr>
              <p:xfrm>
                <a:off x="3230" y="3380"/>
                <a:ext cx="756" cy="197"/>
              </p:xfrm>
              <a:graphic>
                <a:graphicData uri="http://schemas.openxmlformats.org/presentationml/2006/ole">
                  <mc:AlternateContent xmlns:mc="http://schemas.openxmlformats.org/markup-compatibility/2006">
                    <mc:Choice xmlns:v="urn:schemas-microsoft-com:vml" Requires="v">
                      <p:oleObj name="Clip" r:id="rId8" imgW="6544800" imgH="1706400" progId="MS_ClipArt_Gallery.2">
                        <p:embed/>
                      </p:oleObj>
                    </mc:Choice>
                    <mc:Fallback>
                      <p:oleObj name="Clip" r:id="rId8" imgW="6544800" imgH="1706400" progId="MS_ClipArt_Gallery.2">
                        <p:embed/>
                        <p:pic>
                          <p:nvPicPr>
                            <p:cNvPr id="117772" name="Object 12">
                              <a:extLst>
                                <a:ext uri="{FF2B5EF4-FFF2-40B4-BE49-F238E27FC236}">
                                  <a16:creationId xmlns:a16="http://schemas.microsoft.com/office/drawing/2014/main" id="{FA5B62F3-5975-FD43-81BF-322C4ABAA1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 y="3380"/>
                              <a:ext cx="756"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7773" name="Group 13">
                <a:extLst>
                  <a:ext uri="{FF2B5EF4-FFF2-40B4-BE49-F238E27FC236}">
                    <a16:creationId xmlns:a16="http://schemas.microsoft.com/office/drawing/2014/main" id="{FDCE5E29-1563-4C10-254B-ADD84C215029}"/>
                  </a:ext>
                </a:extLst>
              </p:cNvPr>
              <p:cNvGrpSpPr>
                <a:grpSpLocks/>
              </p:cNvGrpSpPr>
              <p:nvPr/>
            </p:nvGrpSpPr>
            <p:grpSpPr bwMode="auto">
              <a:xfrm>
                <a:off x="896" y="3195"/>
                <a:ext cx="122" cy="166"/>
                <a:chOff x="1344" y="1856"/>
                <a:chExt cx="122" cy="166"/>
              </a:xfrm>
            </p:grpSpPr>
            <p:sp>
              <p:nvSpPr>
                <p:cNvPr id="117774" name="Line 14">
                  <a:extLst>
                    <a:ext uri="{FF2B5EF4-FFF2-40B4-BE49-F238E27FC236}">
                      <a16:creationId xmlns:a16="http://schemas.microsoft.com/office/drawing/2014/main" id="{5DBB1339-5D21-EAEE-9155-B1C6A4CB3F5B}"/>
                    </a:ext>
                  </a:extLst>
                </p:cNvPr>
                <p:cNvSpPr>
                  <a:spLocks noChangeShapeType="1"/>
                </p:cNvSpPr>
                <p:nvPr/>
              </p:nvSpPr>
              <p:spPr bwMode="auto">
                <a:xfrm flipV="1">
                  <a:off x="1400" y="1878"/>
                  <a:ext cx="0"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775" name="AutoShape 15">
                  <a:extLst>
                    <a:ext uri="{FF2B5EF4-FFF2-40B4-BE49-F238E27FC236}">
                      <a16:creationId xmlns:a16="http://schemas.microsoft.com/office/drawing/2014/main" id="{17E24ABB-7263-DE8B-A480-69975434B5B8}"/>
                    </a:ext>
                  </a:extLst>
                </p:cNvPr>
                <p:cNvSpPr>
                  <a:spLocks noChangeArrowheads="1"/>
                </p:cNvSpPr>
                <p:nvPr/>
              </p:nvSpPr>
              <p:spPr bwMode="auto">
                <a:xfrm flipV="1">
                  <a:off x="1344" y="1856"/>
                  <a:ext cx="122" cy="111"/>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7776" name="Group 16">
                <a:extLst>
                  <a:ext uri="{FF2B5EF4-FFF2-40B4-BE49-F238E27FC236}">
                    <a16:creationId xmlns:a16="http://schemas.microsoft.com/office/drawing/2014/main" id="{12596C7E-5E40-6171-9C6D-FCAFB49AE812}"/>
                  </a:ext>
                </a:extLst>
              </p:cNvPr>
              <p:cNvGrpSpPr>
                <a:grpSpLocks/>
              </p:cNvGrpSpPr>
              <p:nvPr/>
            </p:nvGrpSpPr>
            <p:grpSpPr bwMode="auto">
              <a:xfrm>
                <a:off x="3514" y="3195"/>
                <a:ext cx="122" cy="166"/>
                <a:chOff x="1344" y="1856"/>
                <a:chExt cx="122" cy="166"/>
              </a:xfrm>
            </p:grpSpPr>
            <p:sp>
              <p:nvSpPr>
                <p:cNvPr id="117777" name="Line 17">
                  <a:extLst>
                    <a:ext uri="{FF2B5EF4-FFF2-40B4-BE49-F238E27FC236}">
                      <a16:creationId xmlns:a16="http://schemas.microsoft.com/office/drawing/2014/main" id="{B6CF802E-AEAF-0D42-61CB-F8E350D9F667}"/>
                    </a:ext>
                  </a:extLst>
                </p:cNvPr>
                <p:cNvSpPr>
                  <a:spLocks noChangeShapeType="1"/>
                </p:cNvSpPr>
                <p:nvPr/>
              </p:nvSpPr>
              <p:spPr bwMode="auto">
                <a:xfrm flipV="1">
                  <a:off x="1400" y="1878"/>
                  <a:ext cx="0"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778" name="AutoShape 18">
                  <a:extLst>
                    <a:ext uri="{FF2B5EF4-FFF2-40B4-BE49-F238E27FC236}">
                      <a16:creationId xmlns:a16="http://schemas.microsoft.com/office/drawing/2014/main" id="{3C47FBA6-F37F-5E5A-58D9-19B59F6C62AE}"/>
                    </a:ext>
                  </a:extLst>
                </p:cNvPr>
                <p:cNvSpPr>
                  <a:spLocks noChangeArrowheads="1"/>
                </p:cNvSpPr>
                <p:nvPr/>
              </p:nvSpPr>
              <p:spPr bwMode="auto">
                <a:xfrm flipV="1">
                  <a:off x="1344" y="1856"/>
                  <a:ext cx="122" cy="111"/>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7779" name="Group 19">
                <a:extLst>
                  <a:ext uri="{FF2B5EF4-FFF2-40B4-BE49-F238E27FC236}">
                    <a16:creationId xmlns:a16="http://schemas.microsoft.com/office/drawing/2014/main" id="{AE34BE08-501A-6D1A-7498-001B6F57E662}"/>
                  </a:ext>
                </a:extLst>
              </p:cNvPr>
              <p:cNvGrpSpPr>
                <a:grpSpLocks/>
              </p:cNvGrpSpPr>
              <p:nvPr/>
            </p:nvGrpSpPr>
            <p:grpSpPr bwMode="auto">
              <a:xfrm>
                <a:off x="2600" y="3195"/>
                <a:ext cx="122" cy="166"/>
                <a:chOff x="1344" y="1856"/>
                <a:chExt cx="122" cy="166"/>
              </a:xfrm>
            </p:grpSpPr>
            <p:sp>
              <p:nvSpPr>
                <p:cNvPr id="117780" name="Line 20">
                  <a:extLst>
                    <a:ext uri="{FF2B5EF4-FFF2-40B4-BE49-F238E27FC236}">
                      <a16:creationId xmlns:a16="http://schemas.microsoft.com/office/drawing/2014/main" id="{EB41C30F-DF08-6714-C6A2-F4D14BE976D4}"/>
                    </a:ext>
                  </a:extLst>
                </p:cNvPr>
                <p:cNvSpPr>
                  <a:spLocks noChangeShapeType="1"/>
                </p:cNvSpPr>
                <p:nvPr/>
              </p:nvSpPr>
              <p:spPr bwMode="auto">
                <a:xfrm flipV="1">
                  <a:off x="1400" y="1878"/>
                  <a:ext cx="0"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781" name="AutoShape 21">
                  <a:extLst>
                    <a:ext uri="{FF2B5EF4-FFF2-40B4-BE49-F238E27FC236}">
                      <a16:creationId xmlns:a16="http://schemas.microsoft.com/office/drawing/2014/main" id="{96E7AFAE-3468-571E-20F0-D3E4FAE9665C}"/>
                    </a:ext>
                  </a:extLst>
                </p:cNvPr>
                <p:cNvSpPr>
                  <a:spLocks noChangeArrowheads="1"/>
                </p:cNvSpPr>
                <p:nvPr/>
              </p:nvSpPr>
              <p:spPr bwMode="auto">
                <a:xfrm flipV="1">
                  <a:off x="1344" y="1856"/>
                  <a:ext cx="122" cy="111"/>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7782" name="Group 22">
                <a:extLst>
                  <a:ext uri="{FF2B5EF4-FFF2-40B4-BE49-F238E27FC236}">
                    <a16:creationId xmlns:a16="http://schemas.microsoft.com/office/drawing/2014/main" id="{9787C33B-4B06-8D78-C30C-50C8A3A0898B}"/>
                  </a:ext>
                </a:extLst>
              </p:cNvPr>
              <p:cNvGrpSpPr>
                <a:grpSpLocks/>
              </p:cNvGrpSpPr>
              <p:nvPr/>
            </p:nvGrpSpPr>
            <p:grpSpPr bwMode="auto">
              <a:xfrm>
                <a:off x="1740" y="3195"/>
                <a:ext cx="122" cy="166"/>
                <a:chOff x="1344" y="1856"/>
                <a:chExt cx="122" cy="166"/>
              </a:xfrm>
            </p:grpSpPr>
            <p:sp>
              <p:nvSpPr>
                <p:cNvPr id="117783" name="Line 23">
                  <a:extLst>
                    <a:ext uri="{FF2B5EF4-FFF2-40B4-BE49-F238E27FC236}">
                      <a16:creationId xmlns:a16="http://schemas.microsoft.com/office/drawing/2014/main" id="{40880A29-9057-7442-521B-1C1B3C1C7529}"/>
                    </a:ext>
                  </a:extLst>
                </p:cNvPr>
                <p:cNvSpPr>
                  <a:spLocks noChangeShapeType="1"/>
                </p:cNvSpPr>
                <p:nvPr/>
              </p:nvSpPr>
              <p:spPr bwMode="auto">
                <a:xfrm flipV="1">
                  <a:off x="1400" y="1878"/>
                  <a:ext cx="0"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784" name="AutoShape 24">
                  <a:extLst>
                    <a:ext uri="{FF2B5EF4-FFF2-40B4-BE49-F238E27FC236}">
                      <a16:creationId xmlns:a16="http://schemas.microsoft.com/office/drawing/2014/main" id="{51258C8E-422D-6E2F-8415-868217C28D00}"/>
                    </a:ext>
                  </a:extLst>
                </p:cNvPr>
                <p:cNvSpPr>
                  <a:spLocks noChangeArrowheads="1"/>
                </p:cNvSpPr>
                <p:nvPr/>
              </p:nvSpPr>
              <p:spPr bwMode="auto">
                <a:xfrm flipV="1">
                  <a:off x="1344" y="1856"/>
                  <a:ext cx="122" cy="111"/>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17785" name="Line 25">
              <a:extLst>
                <a:ext uri="{FF2B5EF4-FFF2-40B4-BE49-F238E27FC236}">
                  <a16:creationId xmlns:a16="http://schemas.microsoft.com/office/drawing/2014/main" id="{3C8D4832-25B7-2596-5912-782251A5764D}"/>
                </a:ext>
              </a:extLst>
            </p:cNvPr>
            <p:cNvSpPr>
              <a:spLocks noChangeShapeType="1"/>
            </p:cNvSpPr>
            <p:nvPr/>
          </p:nvSpPr>
          <p:spPr bwMode="auto">
            <a:xfrm flipV="1">
              <a:off x="743" y="4008"/>
              <a:ext cx="2681" cy="0"/>
            </a:xfrm>
            <a:prstGeom prst="line">
              <a:avLst/>
            </a:prstGeom>
            <a:noFill/>
            <a:ln w="28575">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aphicFrame>
          <p:nvGraphicFramePr>
            <p:cNvPr id="117786" name="Object 26">
              <a:extLst>
                <a:ext uri="{FF2B5EF4-FFF2-40B4-BE49-F238E27FC236}">
                  <a16:creationId xmlns:a16="http://schemas.microsoft.com/office/drawing/2014/main" id="{D49C5085-8DBC-00C1-5591-ABA6BF6CE9D6}"/>
                </a:ext>
              </a:extLst>
            </p:cNvPr>
            <p:cNvGraphicFramePr>
              <a:graphicFrameLocks noChangeAspect="1"/>
            </p:cNvGraphicFramePr>
            <p:nvPr/>
          </p:nvGraphicFramePr>
          <p:xfrm>
            <a:off x="2991" y="4265"/>
            <a:ext cx="487" cy="211"/>
          </p:xfrm>
          <a:graphic>
            <a:graphicData uri="http://schemas.openxmlformats.org/presentationml/2006/ole">
              <mc:AlternateContent xmlns:mc="http://schemas.openxmlformats.org/markup-compatibility/2006">
                <mc:Choice xmlns:v="urn:schemas-microsoft-com:vml" Requires="v">
                  <p:oleObj name="Clip" r:id="rId9" imgW="6544800" imgH="1706400" progId="MS_ClipArt_Gallery.2">
                    <p:embed/>
                  </p:oleObj>
                </mc:Choice>
                <mc:Fallback>
                  <p:oleObj name="Clip" r:id="rId9" imgW="6544800" imgH="1706400" progId="MS_ClipArt_Gallery.2">
                    <p:embed/>
                    <p:pic>
                      <p:nvPicPr>
                        <p:cNvPr id="117786" name="Object 26">
                          <a:extLst>
                            <a:ext uri="{FF2B5EF4-FFF2-40B4-BE49-F238E27FC236}">
                              <a16:creationId xmlns:a16="http://schemas.microsoft.com/office/drawing/2014/main" id="{20748924-5988-6F29-7ECE-3A1E41DFC6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1" y="4265"/>
                          <a:ext cx="487"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87" name="Object 27">
              <a:extLst>
                <a:ext uri="{FF2B5EF4-FFF2-40B4-BE49-F238E27FC236}">
                  <a16:creationId xmlns:a16="http://schemas.microsoft.com/office/drawing/2014/main" id="{4159E3E3-2FA3-B2DF-6132-D53AC88ABB8F}"/>
                </a:ext>
              </a:extLst>
            </p:cNvPr>
            <p:cNvGraphicFramePr>
              <a:graphicFrameLocks noChangeAspect="1"/>
            </p:cNvGraphicFramePr>
            <p:nvPr/>
          </p:nvGraphicFramePr>
          <p:xfrm>
            <a:off x="2440" y="4265"/>
            <a:ext cx="487" cy="211"/>
          </p:xfrm>
          <a:graphic>
            <a:graphicData uri="http://schemas.openxmlformats.org/presentationml/2006/ole">
              <mc:AlternateContent xmlns:mc="http://schemas.openxmlformats.org/markup-compatibility/2006">
                <mc:Choice xmlns:v="urn:schemas-microsoft-com:vml" Requires="v">
                  <p:oleObj name="Clip" r:id="rId10" imgW="6544800" imgH="1706400" progId="MS_ClipArt_Gallery.2">
                    <p:embed/>
                  </p:oleObj>
                </mc:Choice>
                <mc:Fallback>
                  <p:oleObj name="Clip" r:id="rId10" imgW="6544800" imgH="1706400" progId="MS_ClipArt_Gallery.2">
                    <p:embed/>
                    <p:pic>
                      <p:nvPicPr>
                        <p:cNvPr id="117787" name="Object 27">
                          <a:extLst>
                            <a:ext uri="{FF2B5EF4-FFF2-40B4-BE49-F238E27FC236}">
                              <a16:creationId xmlns:a16="http://schemas.microsoft.com/office/drawing/2014/main" id="{63090699-065A-009C-C427-60247DA33C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0" y="4265"/>
                          <a:ext cx="487"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7788" name="Group 28">
              <a:extLst>
                <a:ext uri="{FF2B5EF4-FFF2-40B4-BE49-F238E27FC236}">
                  <a16:creationId xmlns:a16="http://schemas.microsoft.com/office/drawing/2014/main" id="{1EFE8580-F1F7-945E-B7D2-C8DADBA1F486}"/>
                </a:ext>
              </a:extLst>
            </p:cNvPr>
            <p:cNvGrpSpPr>
              <a:grpSpLocks/>
            </p:cNvGrpSpPr>
            <p:nvPr/>
          </p:nvGrpSpPr>
          <p:grpSpPr bwMode="auto">
            <a:xfrm>
              <a:off x="3148" y="4067"/>
              <a:ext cx="79" cy="178"/>
              <a:chOff x="1344" y="1856"/>
              <a:chExt cx="122" cy="166"/>
            </a:xfrm>
          </p:grpSpPr>
          <p:sp>
            <p:nvSpPr>
              <p:cNvPr id="117789" name="Line 29">
                <a:extLst>
                  <a:ext uri="{FF2B5EF4-FFF2-40B4-BE49-F238E27FC236}">
                    <a16:creationId xmlns:a16="http://schemas.microsoft.com/office/drawing/2014/main" id="{969F17E3-B017-BC00-F77A-D43304CF5F44}"/>
                  </a:ext>
                </a:extLst>
              </p:cNvPr>
              <p:cNvSpPr>
                <a:spLocks noChangeShapeType="1"/>
              </p:cNvSpPr>
              <p:nvPr/>
            </p:nvSpPr>
            <p:spPr bwMode="auto">
              <a:xfrm flipV="1">
                <a:off x="1400" y="1878"/>
                <a:ext cx="0"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790" name="AutoShape 30">
                <a:extLst>
                  <a:ext uri="{FF2B5EF4-FFF2-40B4-BE49-F238E27FC236}">
                    <a16:creationId xmlns:a16="http://schemas.microsoft.com/office/drawing/2014/main" id="{B5EA58BD-DEB9-647A-2A28-2A5EF2C9259A}"/>
                  </a:ext>
                </a:extLst>
              </p:cNvPr>
              <p:cNvSpPr>
                <a:spLocks noChangeArrowheads="1"/>
              </p:cNvSpPr>
              <p:nvPr/>
            </p:nvSpPr>
            <p:spPr bwMode="auto">
              <a:xfrm flipV="1">
                <a:off x="1344" y="1856"/>
                <a:ext cx="122" cy="111"/>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7791" name="Group 31">
              <a:extLst>
                <a:ext uri="{FF2B5EF4-FFF2-40B4-BE49-F238E27FC236}">
                  <a16:creationId xmlns:a16="http://schemas.microsoft.com/office/drawing/2014/main" id="{2CB6509E-C46D-0A58-3880-CFBCBC7876A6}"/>
                </a:ext>
              </a:extLst>
            </p:cNvPr>
            <p:cNvGrpSpPr>
              <a:grpSpLocks/>
            </p:cNvGrpSpPr>
            <p:nvPr/>
          </p:nvGrpSpPr>
          <p:grpSpPr bwMode="auto">
            <a:xfrm>
              <a:off x="2595" y="4067"/>
              <a:ext cx="79" cy="178"/>
              <a:chOff x="1344" y="1856"/>
              <a:chExt cx="122" cy="166"/>
            </a:xfrm>
          </p:grpSpPr>
          <p:sp>
            <p:nvSpPr>
              <p:cNvPr id="117792" name="Line 32">
                <a:extLst>
                  <a:ext uri="{FF2B5EF4-FFF2-40B4-BE49-F238E27FC236}">
                    <a16:creationId xmlns:a16="http://schemas.microsoft.com/office/drawing/2014/main" id="{99D72CBD-E7A8-469B-9652-EEB62CBEA0BF}"/>
                  </a:ext>
                </a:extLst>
              </p:cNvPr>
              <p:cNvSpPr>
                <a:spLocks noChangeShapeType="1"/>
              </p:cNvSpPr>
              <p:nvPr/>
            </p:nvSpPr>
            <p:spPr bwMode="auto">
              <a:xfrm flipV="1">
                <a:off x="1400" y="1878"/>
                <a:ext cx="0"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793" name="AutoShape 33">
                <a:extLst>
                  <a:ext uri="{FF2B5EF4-FFF2-40B4-BE49-F238E27FC236}">
                    <a16:creationId xmlns:a16="http://schemas.microsoft.com/office/drawing/2014/main" id="{A45C6A12-4376-782C-2785-B50CF19B7CF9}"/>
                  </a:ext>
                </a:extLst>
              </p:cNvPr>
              <p:cNvSpPr>
                <a:spLocks noChangeArrowheads="1"/>
              </p:cNvSpPr>
              <p:nvPr/>
            </p:nvSpPr>
            <p:spPr bwMode="auto">
              <a:xfrm flipV="1">
                <a:off x="1344" y="1856"/>
                <a:ext cx="122" cy="111"/>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7794" name="Group 34">
              <a:extLst>
                <a:ext uri="{FF2B5EF4-FFF2-40B4-BE49-F238E27FC236}">
                  <a16:creationId xmlns:a16="http://schemas.microsoft.com/office/drawing/2014/main" id="{548CEBED-8189-351D-D908-BCDD7B206213}"/>
                </a:ext>
              </a:extLst>
            </p:cNvPr>
            <p:cNvGrpSpPr>
              <a:grpSpLocks/>
            </p:cNvGrpSpPr>
            <p:nvPr/>
          </p:nvGrpSpPr>
          <p:grpSpPr bwMode="auto">
            <a:xfrm>
              <a:off x="785" y="4067"/>
              <a:ext cx="1030" cy="410"/>
              <a:chOff x="1966" y="2585"/>
              <a:chExt cx="1373" cy="308"/>
            </a:xfrm>
          </p:grpSpPr>
          <p:graphicFrame>
            <p:nvGraphicFramePr>
              <p:cNvPr id="117795" name="Object 35">
                <a:extLst>
                  <a:ext uri="{FF2B5EF4-FFF2-40B4-BE49-F238E27FC236}">
                    <a16:creationId xmlns:a16="http://schemas.microsoft.com/office/drawing/2014/main" id="{50FF452C-7EBF-6401-F8EF-D0ADA4D86458}"/>
                  </a:ext>
                </a:extLst>
              </p:cNvPr>
              <p:cNvGraphicFramePr>
                <a:graphicFrameLocks noChangeAspect="1"/>
              </p:cNvGraphicFramePr>
              <p:nvPr/>
            </p:nvGraphicFramePr>
            <p:xfrm>
              <a:off x="1966" y="2734"/>
              <a:ext cx="648" cy="159"/>
            </p:xfrm>
            <a:graphic>
              <a:graphicData uri="http://schemas.openxmlformats.org/presentationml/2006/ole">
                <mc:AlternateContent xmlns:mc="http://schemas.openxmlformats.org/markup-compatibility/2006">
                  <mc:Choice xmlns:v="urn:schemas-microsoft-com:vml" Requires="v">
                    <p:oleObj name="Clip" r:id="rId11" imgW="6544800" imgH="1706400" progId="MS_ClipArt_Gallery.2">
                      <p:embed/>
                    </p:oleObj>
                  </mc:Choice>
                  <mc:Fallback>
                    <p:oleObj name="Clip" r:id="rId11" imgW="6544800" imgH="1706400" progId="MS_ClipArt_Gallery.2">
                      <p:embed/>
                      <p:pic>
                        <p:nvPicPr>
                          <p:cNvPr id="117795" name="Object 35">
                            <a:extLst>
                              <a:ext uri="{FF2B5EF4-FFF2-40B4-BE49-F238E27FC236}">
                                <a16:creationId xmlns:a16="http://schemas.microsoft.com/office/drawing/2014/main" id="{170D9C46-9C21-D58C-23B2-D9A00110CA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6" y="2734"/>
                            <a:ext cx="648"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96" name="Object 36">
                <a:extLst>
                  <a:ext uri="{FF2B5EF4-FFF2-40B4-BE49-F238E27FC236}">
                    <a16:creationId xmlns:a16="http://schemas.microsoft.com/office/drawing/2014/main" id="{B4E4AF13-380D-8280-4C68-E41943448936}"/>
                  </a:ext>
                </a:extLst>
              </p:cNvPr>
              <p:cNvGraphicFramePr>
                <a:graphicFrameLocks noChangeAspect="1"/>
              </p:cNvGraphicFramePr>
              <p:nvPr/>
            </p:nvGraphicFramePr>
            <p:xfrm>
              <a:off x="2690" y="2734"/>
              <a:ext cx="649" cy="159"/>
            </p:xfrm>
            <a:graphic>
              <a:graphicData uri="http://schemas.openxmlformats.org/presentationml/2006/ole">
                <mc:AlternateContent xmlns:mc="http://schemas.openxmlformats.org/markup-compatibility/2006">
                  <mc:Choice xmlns:v="urn:schemas-microsoft-com:vml" Requires="v">
                    <p:oleObj name="Clip" r:id="rId11" imgW="6544800" imgH="1706400" progId="MS_ClipArt_Gallery.2">
                      <p:embed/>
                    </p:oleObj>
                  </mc:Choice>
                  <mc:Fallback>
                    <p:oleObj name="Clip" r:id="rId11" imgW="6544800" imgH="1706400" progId="MS_ClipArt_Gallery.2">
                      <p:embed/>
                      <p:pic>
                        <p:nvPicPr>
                          <p:cNvPr id="117796" name="Object 36">
                            <a:extLst>
                              <a:ext uri="{FF2B5EF4-FFF2-40B4-BE49-F238E27FC236}">
                                <a16:creationId xmlns:a16="http://schemas.microsoft.com/office/drawing/2014/main" id="{3AC2DB29-3DF2-8353-B495-8867EAEC32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0" y="2734"/>
                            <a:ext cx="649"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97" name="Line 37">
                <a:extLst>
                  <a:ext uri="{FF2B5EF4-FFF2-40B4-BE49-F238E27FC236}">
                    <a16:creationId xmlns:a16="http://schemas.microsoft.com/office/drawing/2014/main" id="{FCF07A39-EB51-5E30-5855-D53CF8438ADE}"/>
                  </a:ext>
                </a:extLst>
              </p:cNvPr>
              <p:cNvSpPr>
                <a:spLocks noChangeShapeType="1"/>
              </p:cNvSpPr>
              <p:nvPr/>
            </p:nvSpPr>
            <p:spPr bwMode="auto">
              <a:xfrm flipV="1">
                <a:off x="2220" y="2603"/>
                <a:ext cx="0" cy="116"/>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798" name="AutoShape 38">
                <a:extLst>
                  <a:ext uri="{FF2B5EF4-FFF2-40B4-BE49-F238E27FC236}">
                    <a16:creationId xmlns:a16="http://schemas.microsoft.com/office/drawing/2014/main" id="{E7473271-9F9E-E733-3BE7-59A8D23B1657}"/>
                  </a:ext>
                </a:extLst>
              </p:cNvPr>
              <p:cNvSpPr>
                <a:spLocks noChangeArrowheads="1"/>
              </p:cNvSpPr>
              <p:nvPr/>
            </p:nvSpPr>
            <p:spPr bwMode="auto">
              <a:xfrm flipV="1">
                <a:off x="2171" y="2585"/>
                <a:ext cx="106" cy="90"/>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799" name="Line 39">
                <a:extLst>
                  <a:ext uri="{FF2B5EF4-FFF2-40B4-BE49-F238E27FC236}">
                    <a16:creationId xmlns:a16="http://schemas.microsoft.com/office/drawing/2014/main" id="{1AA22A3E-D7DF-F40A-1CD6-E7D89640CFB4}"/>
                  </a:ext>
                </a:extLst>
              </p:cNvPr>
              <p:cNvSpPr>
                <a:spLocks noChangeShapeType="1"/>
              </p:cNvSpPr>
              <p:nvPr/>
            </p:nvSpPr>
            <p:spPr bwMode="auto">
              <a:xfrm flipV="1">
                <a:off x="2945" y="2603"/>
                <a:ext cx="0" cy="116"/>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00" name="AutoShape 40">
                <a:extLst>
                  <a:ext uri="{FF2B5EF4-FFF2-40B4-BE49-F238E27FC236}">
                    <a16:creationId xmlns:a16="http://schemas.microsoft.com/office/drawing/2014/main" id="{5A0AAD1A-031E-1E5B-3512-BC8915FF6D19}"/>
                  </a:ext>
                </a:extLst>
              </p:cNvPr>
              <p:cNvSpPr>
                <a:spLocks noChangeArrowheads="1"/>
              </p:cNvSpPr>
              <p:nvPr/>
            </p:nvSpPr>
            <p:spPr bwMode="auto">
              <a:xfrm flipV="1">
                <a:off x="2896" y="2585"/>
                <a:ext cx="105" cy="90"/>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117801" name="Line 41">
              <a:extLst>
                <a:ext uri="{FF2B5EF4-FFF2-40B4-BE49-F238E27FC236}">
                  <a16:creationId xmlns:a16="http://schemas.microsoft.com/office/drawing/2014/main" id="{90F1193E-5253-C4D0-DD14-833A0B2536E2}"/>
                </a:ext>
              </a:extLst>
            </p:cNvPr>
            <p:cNvSpPr>
              <a:spLocks noChangeShapeType="1"/>
            </p:cNvSpPr>
            <p:nvPr/>
          </p:nvSpPr>
          <p:spPr bwMode="auto">
            <a:xfrm flipV="1">
              <a:off x="770" y="4600"/>
              <a:ext cx="2681" cy="0"/>
            </a:xfrm>
            <a:prstGeom prst="line">
              <a:avLst/>
            </a:prstGeom>
            <a:noFill/>
            <a:ln w="28575">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117802" name="Group 42">
              <a:extLst>
                <a:ext uri="{FF2B5EF4-FFF2-40B4-BE49-F238E27FC236}">
                  <a16:creationId xmlns:a16="http://schemas.microsoft.com/office/drawing/2014/main" id="{2B2EEFF0-C2EB-FF6A-DD17-A0C05748013F}"/>
                </a:ext>
              </a:extLst>
            </p:cNvPr>
            <p:cNvGrpSpPr>
              <a:grpSpLocks/>
            </p:cNvGrpSpPr>
            <p:nvPr/>
          </p:nvGrpSpPr>
          <p:grpSpPr bwMode="auto">
            <a:xfrm>
              <a:off x="1942" y="3253"/>
              <a:ext cx="83" cy="726"/>
              <a:chOff x="3267" y="2423"/>
              <a:chExt cx="111" cy="544"/>
            </a:xfrm>
          </p:grpSpPr>
          <p:sp>
            <p:nvSpPr>
              <p:cNvPr id="117803" name="Rectangle 43">
                <a:extLst>
                  <a:ext uri="{FF2B5EF4-FFF2-40B4-BE49-F238E27FC236}">
                    <a16:creationId xmlns:a16="http://schemas.microsoft.com/office/drawing/2014/main" id="{666F8DB4-6D60-FB03-217E-2E2DAB27192A}"/>
                  </a:ext>
                </a:extLst>
              </p:cNvPr>
              <p:cNvSpPr>
                <a:spLocks noChangeArrowheads="1"/>
              </p:cNvSpPr>
              <p:nvPr/>
            </p:nvSpPr>
            <p:spPr bwMode="auto">
              <a:xfrm>
                <a:off x="3267" y="2567"/>
                <a:ext cx="111" cy="400"/>
              </a:xfrm>
              <a:prstGeom prst="rect">
                <a:avLst/>
              </a:prstGeom>
              <a:solidFill>
                <a:srgbClr val="000000"/>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117804" name="Group 44">
                <a:extLst>
                  <a:ext uri="{FF2B5EF4-FFF2-40B4-BE49-F238E27FC236}">
                    <a16:creationId xmlns:a16="http://schemas.microsoft.com/office/drawing/2014/main" id="{3169E16F-57A0-0620-80F5-E21A4AB7B03E}"/>
                  </a:ext>
                </a:extLst>
              </p:cNvPr>
              <p:cNvGrpSpPr>
                <a:grpSpLocks/>
              </p:cNvGrpSpPr>
              <p:nvPr/>
            </p:nvGrpSpPr>
            <p:grpSpPr bwMode="auto">
              <a:xfrm>
                <a:off x="3272" y="2423"/>
                <a:ext cx="106" cy="152"/>
                <a:chOff x="3284" y="2417"/>
                <a:chExt cx="106" cy="152"/>
              </a:xfrm>
            </p:grpSpPr>
            <p:sp>
              <p:nvSpPr>
                <p:cNvPr id="117805" name="Line 45">
                  <a:extLst>
                    <a:ext uri="{FF2B5EF4-FFF2-40B4-BE49-F238E27FC236}">
                      <a16:creationId xmlns:a16="http://schemas.microsoft.com/office/drawing/2014/main" id="{78CC6266-7F7D-CFB5-F95E-BE9F0F85A66F}"/>
                    </a:ext>
                  </a:extLst>
                </p:cNvPr>
                <p:cNvSpPr>
                  <a:spLocks noChangeShapeType="1"/>
                </p:cNvSpPr>
                <p:nvPr/>
              </p:nvSpPr>
              <p:spPr bwMode="auto">
                <a:xfrm flipV="1">
                  <a:off x="3339" y="2453"/>
                  <a:ext cx="0" cy="116"/>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06" name="AutoShape 46">
                  <a:extLst>
                    <a:ext uri="{FF2B5EF4-FFF2-40B4-BE49-F238E27FC236}">
                      <a16:creationId xmlns:a16="http://schemas.microsoft.com/office/drawing/2014/main" id="{4CE8B548-A345-1A47-CE12-23804FA05E82}"/>
                    </a:ext>
                  </a:extLst>
                </p:cNvPr>
                <p:cNvSpPr>
                  <a:spLocks noChangeArrowheads="1"/>
                </p:cNvSpPr>
                <p:nvPr/>
              </p:nvSpPr>
              <p:spPr bwMode="auto">
                <a:xfrm flipV="1">
                  <a:off x="3284" y="2417"/>
                  <a:ext cx="106" cy="90"/>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117807" name="Group 47">
              <a:extLst>
                <a:ext uri="{FF2B5EF4-FFF2-40B4-BE49-F238E27FC236}">
                  <a16:creationId xmlns:a16="http://schemas.microsoft.com/office/drawing/2014/main" id="{935D6BEA-E38C-B305-2BD1-4B3FC926488F}"/>
                </a:ext>
              </a:extLst>
            </p:cNvPr>
            <p:cNvGrpSpPr>
              <a:grpSpLocks/>
            </p:cNvGrpSpPr>
            <p:nvPr/>
          </p:nvGrpSpPr>
          <p:grpSpPr bwMode="auto">
            <a:xfrm>
              <a:off x="2873" y="3253"/>
              <a:ext cx="84" cy="726"/>
              <a:chOff x="3267" y="2423"/>
              <a:chExt cx="111" cy="544"/>
            </a:xfrm>
          </p:grpSpPr>
          <p:sp>
            <p:nvSpPr>
              <p:cNvPr id="117808" name="Rectangle 48">
                <a:extLst>
                  <a:ext uri="{FF2B5EF4-FFF2-40B4-BE49-F238E27FC236}">
                    <a16:creationId xmlns:a16="http://schemas.microsoft.com/office/drawing/2014/main" id="{0EF4CB3C-A77E-6C2F-87D8-DD0AAE25840C}"/>
                  </a:ext>
                </a:extLst>
              </p:cNvPr>
              <p:cNvSpPr>
                <a:spLocks noChangeArrowheads="1"/>
              </p:cNvSpPr>
              <p:nvPr/>
            </p:nvSpPr>
            <p:spPr bwMode="auto">
              <a:xfrm>
                <a:off x="3267" y="2567"/>
                <a:ext cx="111" cy="400"/>
              </a:xfrm>
              <a:prstGeom prst="rect">
                <a:avLst/>
              </a:prstGeom>
              <a:solidFill>
                <a:srgbClr val="000000"/>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117809" name="Group 49">
                <a:extLst>
                  <a:ext uri="{FF2B5EF4-FFF2-40B4-BE49-F238E27FC236}">
                    <a16:creationId xmlns:a16="http://schemas.microsoft.com/office/drawing/2014/main" id="{51266401-7CE9-1ADA-4BBC-ECFC53D190ED}"/>
                  </a:ext>
                </a:extLst>
              </p:cNvPr>
              <p:cNvGrpSpPr>
                <a:grpSpLocks/>
              </p:cNvGrpSpPr>
              <p:nvPr/>
            </p:nvGrpSpPr>
            <p:grpSpPr bwMode="auto">
              <a:xfrm>
                <a:off x="3272" y="2423"/>
                <a:ext cx="106" cy="152"/>
                <a:chOff x="3284" y="2417"/>
                <a:chExt cx="106" cy="152"/>
              </a:xfrm>
            </p:grpSpPr>
            <p:sp>
              <p:nvSpPr>
                <p:cNvPr id="117810" name="Line 50">
                  <a:extLst>
                    <a:ext uri="{FF2B5EF4-FFF2-40B4-BE49-F238E27FC236}">
                      <a16:creationId xmlns:a16="http://schemas.microsoft.com/office/drawing/2014/main" id="{5F80D3D4-417B-359D-F64F-1103084785BB}"/>
                    </a:ext>
                  </a:extLst>
                </p:cNvPr>
                <p:cNvSpPr>
                  <a:spLocks noChangeShapeType="1"/>
                </p:cNvSpPr>
                <p:nvPr/>
              </p:nvSpPr>
              <p:spPr bwMode="auto">
                <a:xfrm flipV="1">
                  <a:off x="3339" y="2453"/>
                  <a:ext cx="0" cy="116"/>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11" name="AutoShape 51">
                  <a:extLst>
                    <a:ext uri="{FF2B5EF4-FFF2-40B4-BE49-F238E27FC236}">
                      <a16:creationId xmlns:a16="http://schemas.microsoft.com/office/drawing/2014/main" id="{8294E221-6D15-FFE3-E670-08ED93994042}"/>
                    </a:ext>
                  </a:extLst>
                </p:cNvPr>
                <p:cNvSpPr>
                  <a:spLocks noChangeArrowheads="1"/>
                </p:cNvSpPr>
                <p:nvPr/>
              </p:nvSpPr>
              <p:spPr bwMode="auto">
                <a:xfrm flipV="1">
                  <a:off x="3284" y="2417"/>
                  <a:ext cx="106" cy="90"/>
                </a:xfrm>
                <a:prstGeom prst="triangle">
                  <a:avLst>
                    <a:gd name="adj" fmla="val 50000"/>
                  </a:avLst>
                </a:prstGeom>
                <a:solidFill>
                  <a:srgbClr val="000000"/>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17812" name="Line 52">
              <a:extLst>
                <a:ext uri="{FF2B5EF4-FFF2-40B4-BE49-F238E27FC236}">
                  <a16:creationId xmlns:a16="http://schemas.microsoft.com/office/drawing/2014/main" id="{922B9FA9-1F46-D572-2E97-92634DDC777E}"/>
                </a:ext>
              </a:extLst>
            </p:cNvPr>
            <p:cNvSpPr>
              <a:spLocks noChangeShapeType="1"/>
            </p:cNvSpPr>
            <p:nvPr/>
          </p:nvSpPr>
          <p:spPr bwMode="auto">
            <a:xfrm flipV="1">
              <a:off x="1544" y="3301"/>
              <a:ext cx="395" cy="691"/>
            </a:xfrm>
            <a:prstGeom prst="line">
              <a:avLst/>
            </a:prstGeom>
            <a:noFill/>
            <a:ln w="1905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13" name="Line 53">
              <a:extLst>
                <a:ext uri="{FF2B5EF4-FFF2-40B4-BE49-F238E27FC236}">
                  <a16:creationId xmlns:a16="http://schemas.microsoft.com/office/drawing/2014/main" id="{676A9D54-214F-FE06-3343-2E155D36EDA7}"/>
                </a:ext>
              </a:extLst>
            </p:cNvPr>
            <p:cNvSpPr>
              <a:spLocks noChangeShapeType="1"/>
            </p:cNvSpPr>
            <p:nvPr/>
          </p:nvSpPr>
          <p:spPr bwMode="auto">
            <a:xfrm>
              <a:off x="1080" y="4089"/>
              <a:ext cx="368" cy="0"/>
            </a:xfrm>
            <a:prstGeom prst="line">
              <a:avLst/>
            </a:prstGeom>
            <a:noFill/>
            <a:ln w="1270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14" name="Line 54">
              <a:extLst>
                <a:ext uri="{FF2B5EF4-FFF2-40B4-BE49-F238E27FC236}">
                  <a16:creationId xmlns:a16="http://schemas.microsoft.com/office/drawing/2014/main" id="{4236153D-69CB-4D89-C8D4-B6EBFE275624}"/>
                </a:ext>
              </a:extLst>
            </p:cNvPr>
            <p:cNvSpPr>
              <a:spLocks noChangeShapeType="1"/>
            </p:cNvSpPr>
            <p:nvPr/>
          </p:nvSpPr>
          <p:spPr bwMode="auto">
            <a:xfrm>
              <a:off x="2726" y="4096"/>
              <a:ext cx="369" cy="0"/>
            </a:xfrm>
            <a:prstGeom prst="line">
              <a:avLst/>
            </a:prstGeom>
            <a:noFill/>
            <a:ln w="1270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15" name="Line 55">
              <a:extLst>
                <a:ext uri="{FF2B5EF4-FFF2-40B4-BE49-F238E27FC236}">
                  <a16:creationId xmlns:a16="http://schemas.microsoft.com/office/drawing/2014/main" id="{EAEE9AEE-B3E7-6389-FCC9-5E893DBA47F2}"/>
                </a:ext>
              </a:extLst>
            </p:cNvPr>
            <p:cNvSpPr>
              <a:spLocks noChangeShapeType="1"/>
            </p:cNvSpPr>
            <p:nvPr/>
          </p:nvSpPr>
          <p:spPr bwMode="auto">
            <a:xfrm>
              <a:off x="2273" y="4721"/>
              <a:ext cx="369" cy="0"/>
            </a:xfrm>
            <a:prstGeom prst="line">
              <a:avLst/>
            </a:prstGeom>
            <a:noFill/>
            <a:ln w="1270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16" name="Line 56">
              <a:extLst>
                <a:ext uri="{FF2B5EF4-FFF2-40B4-BE49-F238E27FC236}">
                  <a16:creationId xmlns:a16="http://schemas.microsoft.com/office/drawing/2014/main" id="{C1C6208D-B7AC-9D3D-1803-999B024CD801}"/>
                </a:ext>
              </a:extLst>
            </p:cNvPr>
            <p:cNvSpPr>
              <a:spLocks noChangeShapeType="1"/>
            </p:cNvSpPr>
            <p:nvPr/>
          </p:nvSpPr>
          <p:spPr bwMode="auto">
            <a:xfrm>
              <a:off x="1704" y="4716"/>
              <a:ext cx="368" cy="0"/>
            </a:xfrm>
            <a:prstGeom prst="line">
              <a:avLst/>
            </a:prstGeom>
            <a:noFill/>
            <a:ln w="1270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17" name="Line 57">
              <a:extLst>
                <a:ext uri="{FF2B5EF4-FFF2-40B4-BE49-F238E27FC236}">
                  <a16:creationId xmlns:a16="http://schemas.microsoft.com/office/drawing/2014/main" id="{52498E2B-496D-2F36-ED6F-0E8107E4763E}"/>
                </a:ext>
              </a:extLst>
            </p:cNvPr>
            <p:cNvSpPr>
              <a:spLocks noChangeShapeType="1"/>
            </p:cNvSpPr>
            <p:nvPr/>
          </p:nvSpPr>
          <p:spPr bwMode="auto">
            <a:xfrm>
              <a:off x="1135" y="4711"/>
              <a:ext cx="368" cy="0"/>
            </a:xfrm>
            <a:prstGeom prst="line">
              <a:avLst/>
            </a:prstGeom>
            <a:noFill/>
            <a:ln w="1270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18" name="Line 58">
              <a:extLst>
                <a:ext uri="{FF2B5EF4-FFF2-40B4-BE49-F238E27FC236}">
                  <a16:creationId xmlns:a16="http://schemas.microsoft.com/office/drawing/2014/main" id="{5ADCA847-D85A-020C-5C56-71F5D05D72B9}"/>
                </a:ext>
              </a:extLst>
            </p:cNvPr>
            <p:cNvSpPr>
              <a:spLocks noChangeShapeType="1"/>
            </p:cNvSpPr>
            <p:nvPr/>
          </p:nvSpPr>
          <p:spPr bwMode="auto">
            <a:xfrm flipH="1" flipV="1">
              <a:off x="2035" y="3349"/>
              <a:ext cx="661" cy="1262"/>
            </a:xfrm>
            <a:prstGeom prst="line">
              <a:avLst/>
            </a:prstGeom>
            <a:noFill/>
            <a:ln w="1905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19" name="Line 59">
              <a:extLst>
                <a:ext uri="{FF2B5EF4-FFF2-40B4-BE49-F238E27FC236}">
                  <a16:creationId xmlns:a16="http://schemas.microsoft.com/office/drawing/2014/main" id="{E2727DF9-47F6-2178-2916-413898125F04}"/>
                </a:ext>
              </a:extLst>
            </p:cNvPr>
            <p:cNvSpPr>
              <a:spLocks noChangeShapeType="1"/>
            </p:cNvSpPr>
            <p:nvPr/>
          </p:nvSpPr>
          <p:spPr bwMode="auto">
            <a:xfrm flipH="1" flipV="1">
              <a:off x="2969" y="3361"/>
              <a:ext cx="204" cy="595"/>
            </a:xfrm>
            <a:prstGeom prst="line">
              <a:avLst/>
            </a:prstGeom>
            <a:noFill/>
            <a:ln w="1270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20" name="Line 60">
              <a:extLst>
                <a:ext uri="{FF2B5EF4-FFF2-40B4-BE49-F238E27FC236}">
                  <a16:creationId xmlns:a16="http://schemas.microsoft.com/office/drawing/2014/main" id="{F8A2AFF3-5126-6F12-9BE7-8C4F790B0962}"/>
                </a:ext>
              </a:extLst>
            </p:cNvPr>
            <p:cNvSpPr>
              <a:spLocks noChangeShapeType="1"/>
            </p:cNvSpPr>
            <p:nvPr/>
          </p:nvSpPr>
          <p:spPr bwMode="auto">
            <a:xfrm flipV="1">
              <a:off x="2835" y="4233"/>
              <a:ext cx="278" cy="400"/>
            </a:xfrm>
            <a:prstGeom prst="line">
              <a:avLst/>
            </a:prstGeom>
            <a:noFill/>
            <a:ln w="1270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821" name="Line 61">
              <a:extLst>
                <a:ext uri="{FF2B5EF4-FFF2-40B4-BE49-F238E27FC236}">
                  <a16:creationId xmlns:a16="http://schemas.microsoft.com/office/drawing/2014/main" id="{F06AC29F-2BF5-5491-4BD5-3569CCA84E98}"/>
                </a:ext>
              </a:extLst>
            </p:cNvPr>
            <p:cNvSpPr>
              <a:spLocks noChangeShapeType="1"/>
            </p:cNvSpPr>
            <p:nvPr/>
          </p:nvSpPr>
          <p:spPr bwMode="auto">
            <a:xfrm flipH="1" flipV="1">
              <a:off x="1619" y="4081"/>
              <a:ext cx="1077" cy="579"/>
            </a:xfrm>
            <a:prstGeom prst="line">
              <a:avLst/>
            </a:prstGeom>
            <a:noFill/>
            <a:ln w="12700">
              <a:solidFill>
                <a:srgbClr val="990099"/>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117822" name="Text Box 62">
            <a:extLst>
              <a:ext uri="{FF2B5EF4-FFF2-40B4-BE49-F238E27FC236}">
                <a16:creationId xmlns:a16="http://schemas.microsoft.com/office/drawing/2014/main" id="{638C1783-87DE-2A50-0ECB-4019F32E4D01}"/>
              </a:ext>
            </a:extLst>
          </p:cNvPr>
          <p:cNvSpPr txBox="1">
            <a:spLocks noChangeArrowheads="1"/>
          </p:cNvSpPr>
          <p:nvPr/>
        </p:nvSpPr>
        <p:spPr bwMode="auto">
          <a:xfrm>
            <a:off x="5050042" y="1701323"/>
            <a:ext cx="384971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Automated Vehicles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 Cars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 </a:t>
            </a:r>
            <a:r>
              <a:rPr kumimoji="0" lang="en-US" altLang="en-US"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UAVs</a:t>
            </a:r>
            <a:r>
              <a:rPr lang="en-US" dirty="0">
                <a:solidFill>
                  <a:srgbClr val="FF0000"/>
                </a:solidFill>
              </a:rPr>
              <a:t>(Unmanned Aerial Vehicles)</a:t>
            </a:r>
            <a:endParaRPr kumimoji="0" lang="en-US" altLang="en-US"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 Insect flyers</a:t>
            </a:r>
          </a:p>
        </p:txBody>
      </p:sp>
      <p:pic>
        <p:nvPicPr>
          <p:cNvPr id="3" name="Picture 2">
            <a:extLst>
              <a:ext uri="{FF2B5EF4-FFF2-40B4-BE49-F238E27FC236}">
                <a16:creationId xmlns:a16="http://schemas.microsoft.com/office/drawing/2014/main" id="{5048B155-0619-105A-166B-D0721240862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771378" y="2667537"/>
            <a:ext cx="1215737" cy="910629"/>
          </a:xfrm>
          <a:prstGeom prst="rect">
            <a:avLst/>
          </a:prstGeom>
        </p:spPr>
      </p:pic>
      <p:pic>
        <p:nvPicPr>
          <p:cNvPr id="4" name="Picture 3" descr="A plane flying in the sky&#10;&#10;AI-generated content may be incorrect.">
            <a:extLst>
              <a:ext uri="{FF2B5EF4-FFF2-40B4-BE49-F238E27FC236}">
                <a16:creationId xmlns:a16="http://schemas.microsoft.com/office/drawing/2014/main" id="{114C5DD6-5FDC-B9C8-B9D9-98B36B0F7D0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89910" y="3650322"/>
            <a:ext cx="1237748" cy="813249"/>
          </a:xfrm>
          <a:prstGeom prst="rect">
            <a:avLst/>
          </a:prstGeom>
        </p:spPr>
      </p:pic>
    </p:spTree>
    <p:extLst>
      <p:ext uri="{BB962C8B-B14F-4D97-AF65-F5344CB8AC3E}">
        <p14:creationId xmlns:p14="http://schemas.microsoft.com/office/powerpoint/2010/main" val="403770832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05200" y="3048000"/>
            <a:ext cx="5562600" cy="2667000"/>
          </a:xfrm>
        </p:spPr>
        <p:txBody>
          <a:bodyPr/>
          <a:lstStyle/>
          <a:p>
            <a:pPr>
              <a:buNone/>
            </a:pPr>
            <a:r>
              <a:rPr lang="en-US" dirty="0"/>
              <a:t>Thank You</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2693F7-4914-419C-A517-C78FB5E2D2EB}" type="slidenum">
              <a:rPr kumimoji="0" lang="en-US" sz="1400" b="0"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123</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4202993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s426">
  <a:themeElements>
    <a:clrScheme name="">
      <a:dk1>
        <a:srgbClr val="000000"/>
      </a:dk1>
      <a:lt1>
        <a:srgbClr val="FFFFFF"/>
      </a:lt1>
      <a:dk2>
        <a:srgbClr val="000000"/>
      </a:dk2>
      <a:lt2>
        <a:srgbClr val="777777"/>
      </a:lt2>
      <a:accent1>
        <a:srgbClr val="F47A00"/>
      </a:accent1>
      <a:accent2>
        <a:srgbClr val="000066"/>
      </a:accent2>
      <a:accent3>
        <a:srgbClr val="FFFFFF"/>
      </a:accent3>
      <a:accent4>
        <a:srgbClr val="000000"/>
      </a:accent4>
      <a:accent5>
        <a:srgbClr val="F8BEAA"/>
      </a:accent5>
      <a:accent6>
        <a:srgbClr val="00005C"/>
      </a:accent6>
      <a:hlink>
        <a:srgbClr val="A50021"/>
      </a:hlink>
      <a:folHlink>
        <a:srgbClr val="008000"/>
      </a:folHlink>
    </a:clrScheme>
    <a:fontScheme name="cs426">
      <a:majorFont>
        <a:latin typeface="Helvetica"/>
        <a:ea typeface=""/>
        <a:cs typeface=""/>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38100"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000" b="1" i="0" u="none" strike="noStrike" cap="none" normalizeH="0" baseline="0" smtClean="0">
            <a:ln>
              <a:noFill/>
            </a:ln>
            <a:solidFill>
              <a:schemeClr val="tx1"/>
            </a:solidFill>
            <a:effectLst/>
            <a:latin typeface="Helvetica" panose="020B0604020202020204" pitchFamily="34" charset="0"/>
          </a:defRPr>
        </a:defPPr>
      </a:lstStyle>
    </a:spDef>
    <a:lnDef>
      <a:spPr bwMode="auto">
        <a:xfrm>
          <a:off x="0" y="0"/>
          <a:ext cx="1" cy="1"/>
        </a:xfrm>
        <a:custGeom>
          <a:avLst/>
          <a:gdLst/>
          <a:ahLst/>
          <a:cxnLst/>
          <a:rect l="0" t="0" r="0" b="0"/>
          <a:pathLst/>
        </a:custGeom>
        <a:noFill/>
        <a:ln w="38100"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000" b="1" i="0" u="none" strike="noStrike" cap="none" normalizeH="0" baseline="0" smtClean="0">
            <a:ln>
              <a:noFill/>
            </a:ln>
            <a:solidFill>
              <a:schemeClr val="tx1"/>
            </a:solidFill>
            <a:effectLst/>
            <a:latin typeface="Helvetica" panose="020B0604020202020204" pitchFamily="34" charset="0"/>
          </a:defRPr>
        </a:defPPr>
      </a:lstStyle>
    </a:lnDef>
  </a:objectDefaults>
  <a:extraClrSchemeLst>
    <a:extraClrScheme>
      <a:clrScheme name="cs426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426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426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426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426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426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426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Lecture 00">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BlueRed">
  <a:themeElements>
    <a:clrScheme name="">
      <a:dk1>
        <a:srgbClr val="474747"/>
      </a:dk1>
      <a:lt1>
        <a:srgbClr val="FFFFFF"/>
      </a:lt1>
      <a:dk2>
        <a:srgbClr val="772655"/>
      </a:dk2>
      <a:lt2>
        <a:srgbClr val="00DFCA"/>
      </a:lt2>
      <a:accent1>
        <a:srgbClr val="DC0081"/>
      </a:accent1>
      <a:accent2>
        <a:srgbClr val="FAFD00"/>
      </a:accent2>
      <a:accent3>
        <a:srgbClr val="BDACB4"/>
      </a:accent3>
      <a:accent4>
        <a:srgbClr val="DADADA"/>
      </a:accent4>
      <a:accent5>
        <a:srgbClr val="EBAAC1"/>
      </a:accent5>
      <a:accent6>
        <a:srgbClr val="E3E500"/>
      </a:accent6>
      <a:hlink>
        <a:srgbClr val="FE9B03"/>
      </a:hlink>
      <a:folHlink>
        <a:srgbClr val="D989B8"/>
      </a:folHlink>
    </a:clrScheme>
    <a:fontScheme name="BlueRed">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BlueRe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ueRe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ueRe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ueRe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ueRe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ueRe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ueRe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ccs-upb-cs1">
  <a:themeElements>
    <a:clrScheme name="Christoph Sommer">
      <a:dk1>
        <a:sysClr val="windowText" lastClr="000000"/>
      </a:dk1>
      <a:lt1>
        <a:sysClr val="window" lastClr="FFFFFF"/>
      </a:lt1>
      <a:dk2>
        <a:srgbClr val="1F497D"/>
      </a:dk2>
      <a:lt2>
        <a:srgbClr val="EEECE1"/>
      </a:lt2>
      <a:accent1>
        <a:srgbClr val="4F81BD"/>
      </a:accent1>
      <a:accent2>
        <a:srgbClr val="DA380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3087</TotalTime>
  <Words>5689</Words>
  <Application>Microsoft Office PowerPoint</Application>
  <PresentationFormat>On-screen Show (4:3)</PresentationFormat>
  <Paragraphs>1173</Paragraphs>
  <Slides>123</Slides>
  <Notes>30</Notes>
  <HiddenSlides>0</HiddenSlides>
  <MMClips>6</MMClips>
  <ScaleCrop>false</ScaleCrop>
  <HeadingPairs>
    <vt:vector size="8" baseType="variant">
      <vt:variant>
        <vt:lpstr>Fonts Used</vt:lpstr>
      </vt:variant>
      <vt:variant>
        <vt:i4>23</vt:i4>
      </vt:variant>
      <vt:variant>
        <vt:lpstr>Theme</vt:lpstr>
      </vt:variant>
      <vt:variant>
        <vt:i4>5</vt:i4>
      </vt:variant>
      <vt:variant>
        <vt:lpstr>Embedded OLE Servers</vt:lpstr>
      </vt:variant>
      <vt:variant>
        <vt:i4>1</vt:i4>
      </vt:variant>
      <vt:variant>
        <vt:lpstr>Slide Titles</vt:lpstr>
      </vt:variant>
      <vt:variant>
        <vt:i4>123</vt:i4>
      </vt:variant>
    </vt:vector>
  </HeadingPairs>
  <TitlesOfParts>
    <vt:vector size="152" baseType="lpstr">
      <vt:lpstr>ＭＳ Ｐゴシック</vt:lpstr>
      <vt:lpstr>Aharoni</vt:lpstr>
      <vt:lpstr>Amasis MT Pro Medium</vt:lpstr>
      <vt:lpstr>Aptos</vt:lpstr>
      <vt:lpstr>Arial</vt:lpstr>
      <vt:lpstr>Arial Black</vt:lpstr>
      <vt:lpstr>Arial MT</vt:lpstr>
      <vt:lpstr>Baskerville Old Face</vt:lpstr>
      <vt:lpstr>Calibri</vt:lpstr>
      <vt:lpstr>Comic Sans MS</vt:lpstr>
      <vt:lpstr>Garamond</vt:lpstr>
      <vt:lpstr>Georgia</vt:lpstr>
      <vt:lpstr>Gill Sans MT</vt:lpstr>
      <vt:lpstr>Google Sans</vt:lpstr>
      <vt:lpstr>Helvetica</vt:lpstr>
      <vt:lpstr>Helvetica Neue</vt:lpstr>
      <vt:lpstr>Noto Sans Symbols</vt:lpstr>
      <vt:lpstr>Roboto</vt:lpstr>
      <vt:lpstr>Roboto Slab</vt:lpstr>
      <vt:lpstr>Tahoma</vt:lpstr>
      <vt:lpstr>Times New Roman</vt:lpstr>
      <vt:lpstr>Wingdings</vt:lpstr>
      <vt:lpstr>ZapfDingbats</vt:lpstr>
      <vt:lpstr>Office Theme</vt:lpstr>
      <vt:lpstr>cs426</vt:lpstr>
      <vt:lpstr>Lecture 00</vt:lpstr>
      <vt:lpstr>BlueRed</vt:lpstr>
      <vt:lpstr>ccs-upb-cs1</vt:lpstr>
      <vt:lpstr>Clip</vt:lpstr>
      <vt:lpstr>CSE 4615:: Wireless Networks</vt:lpstr>
      <vt:lpstr>Internet – the bigger picture</vt:lpstr>
      <vt:lpstr>Protocols and Standards</vt:lpstr>
      <vt:lpstr>The Transport Layer</vt:lpstr>
      <vt:lpstr>The Network Layer</vt:lpstr>
      <vt:lpstr>PowerPoint Presentation</vt:lpstr>
      <vt:lpstr>A closer look at network structure:</vt:lpstr>
      <vt:lpstr>Access networks and physical media</vt:lpstr>
      <vt:lpstr>Access Networks</vt:lpstr>
      <vt:lpstr>Access Networks</vt:lpstr>
      <vt:lpstr>Access Networks</vt:lpstr>
      <vt:lpstr>Access Networks</vt:lpstr>
      <vt:lpstr>Access Networks Taxonomy based on  Technology Used </vt:lpstr>
      <vt:lpstr>PowerPoint Presentation</vt:lpstr>
      <vt:lpstr>PowerPoint Presentation</vt:lpstr>
      <vt:lpstr>Access net: digital subscriber line (DSL)</vt:lpstr>
      <vt:lpstr>PowerPoint Presentation</vt:lpstr>
      <vt:lpstr>Ethernet – Traditional Wired Access</vt:lpstr>
      <vt:lpstr>PowerPoint Presentation</vt:lpstr>
      <vt:lpstr>Wireless Access Networks</vt:lpstr>
      <vt:lpstr>Wireless Access Networks</vt:lpstr>
      <vt:lpstr>Wireless Access Networks: Range Comparison</vt:lpstr>
      <vt:lpstr>Wireless Access Networks</vt:lpstr>
      <vt:lpstr>Milestones in Wireless Communications</vt:lpstr>
      <vt:lpstr>Wireless Networks</vt:lpstr>
      <vt:lpstr>Wireless Network: Wireless Link</vt:lpstr>
      <vt:lpstr>Wireless Network: Wireless Hosts</vt:lpstr>
      <vt:lpstr>Wireless Network: Base Station</vt:lpstr>
      <vt:lpstr>Wireless Network: Infrastructure</vt:lpstr>
      <vt:lpstr>Wireless Access Networks:: Infrastructure Modes  Scenario #1: Infrastructure Mode</vt:lpstr>
      <vt:lpstr>PowerPoint Presentation</vt:lpstr>
      <vt:lpstr>Wireless Access Networks:: Infrastructure Modes</vt:lpstr>
      <vt:lpstr>Wireless Access Networks:: Infrastructure Modes</vt:lpstr>
      <vt:lpstr>Wireless Access Networks:: Infrastructure Modes</vt:lpstr>
      <vt:lpstr>Wireless Access Networks:: Infrastructure Modes</vt:lpstr>
      <vt:lpstr>Wireless Access Networks</vt:lpstr>
      <vt:lpstr>PowerPoint Presentation</vt:lpstr>
      <vt:lpstr>Single-hop Infrastructure-based:: Cellular Networks</vt:lpstr>
      <vt:lpstr>Cellular Networks: Reuse channels to maximize capacity</vt:lpstr>
      <vt:lpstr>Cellular Networks</vt:lpstr>
      <vt:lpstr>Cellular Design:  Voice and Data</vt:lpstr>
      <vt:lpstr>Single-hop Infrastructure-based:: Wireless LANs</vt:lpstr>
      <vt:lpstr>PowerPoint Presentation</vt:lpstr>
      <vt:lpstr>Single-hop Infrastructure-based::  Wireless LAN Standards </vt:lpstr>
      <vt:lpstr>PowerPoint Presentation</vt:lpstr>
      <vt:lpstr>  (Worldwide Interoperability for Microwave Access)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Sensor Networks</vt:lpstr>
      <vt:lpstr>Sensor Networks :: Applications</vt:lpstr>
      <vt:lpstr>Sensor Networks :: Applications</vt:lpstr>
      <vt:lpstr>Sensor Networks :: Applications</vt:lpstr>
      <vt:lpstr>Military: (Un-Structured )</vt:lpstr>
      <vt:lpstr>Smart Home/Smart Office: (Structured)</vt:lpstr>
      <vt:lpstr>Medical/Biomedical: Body Area Network: (Structured) </vt:lpstr>
      <vt:lpstr>PowerPoint Presentation</vt:lpstr>
      <vt:lpstr>Interplanetary communication</vt:lpstr>
      <vt:lpstr>Understanding the TCP and UDP</vt:lpstr>
      <vt:lpstr>TCP, UDP and DTN</vt:lpstr>
      <vt:lpstr>Delay Tolerant Network (DTN)</vt:lpstr>
      <vt:lpstr>Delay Tolerant Network</vt:lpstr>
      <vt:lpstr>Delay Tolerant Network</vt:lpstr>
      <vt:lpstr>Mobile-enabled delay tolerant networking in rural developing regions</vt:lpstr>
      <vt:lpstr>PowerPoint Presentation</vt:lpstr>
      <vt:lpstr>ZebraNet (a real life application)</vt:lpstr>
      <vt:lpstr>Satellite Systems</vt:lpstr>
      <vt:lpstr>DTN :: Characteristics </vt:lpstr>
      <vt:lpstr>PowerPoint Presentation</vt:lpstr>
      <vt:lpstr>PowerPoint Presentation</vt:lpstr>
      <vt:lpstr>Vehicular Ad-hoc Networks</vt:lpstr>
      <vt:lpstr>Vehicular Ad-hoc Networks</vt:lpstr>
      <vt:lpstr>PowerPoint Presentation</vt:lpstr>
      <vt:lpstr>Car-to-X (C2X) Communication Patterns</vt:lpstr>
      <vt:lpstr>Car-to-X (C2X) Communication</vt:lpstr>
      <vt:lpstr>PowerPoint Presentation</vt:lpstr>
      <vt:lpstr>PowerPoint Presentation</vt:lpstr>
      <vt:lpstr>PowerPoint Presentation</vt:lpstr>
      <vt:lpstr>PowerPoint Presentation</vt:lpstr>
      <vt:lpstr>PowerPoint Presentation</vt:lpstr>
      <vt:lpstr>PowerPoint Presentation</vt:lpstr>
      <vt:lpstr>Cooperative Perception and Safety Sharing Warning!!</vt:lpstr>
      <vt:lpstr>Warnings!!! Incident Detection and Reporting </vt:lpstr>
      <vt:lpstr> Vehicle Platooning :: Eco-Driving  </vt:lpstr>
      <vt:lpstr>PowerPoint Presentation</vt:lpstr>
      <vt:lpstr>PowerPoint Presentation</vt:lpstr>
      <vt:lpstr>Vehicle Platooning for Improved Fuel Efficiency through Reduced Aerodynamic Drag</vt:lpstr>
      <vt:lpstr>PowerPoint Presentation</vt:lpstr>
      <vt:lpstr>PowerPoint Presentation</vt:lpstr>
      <vt:lpstr>Road Traffic Accidents Avoidance</vt:lpstr>
      <vt:lpstr> Pedestrian and Cyclist Protection  </vt:lpstr>
      <vt:lpstr>Car-to-X (C2X) Communication:: Taxonomy of Use Cases</vt:lpstr>
      <vt:lpstr>PowerPoint Presentation</vt:lpstr>
      <vt:lpstr>Challenges of C2X Communication</vt:lpstr>
      <vt:lpstr>Distributed Control over Wireless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Ashraf</dc:creator>
  <cp:lastModifiedBy>Ashraful Alam Khan, Assistant Professor, CSE</cp:lastModifiedBy>
  <cp:revision>229</cp:revision>
  <dcterms:created xsi:type="dcterms:W3CDTF">2025-05-05T09:30:46Z</dcterms:created>
  <dcterms:modified xsi:type="dcterms:W3CDTF">2025-06-27T12:49:55Z</dcterms:modified>
</cp:coreProperties>
</file>